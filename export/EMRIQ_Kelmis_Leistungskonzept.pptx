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embeddings/oleObject1.bin" ContentType="application/vnd.openxmlformats-officedocument.oleObject"/>
  <Override PartName="/ppt/embeddings/oleObject2.bin" ContentType="application/vnd.openxmlformats-officedocument.oleObject"/>
  <Override PartName="/ppt/handoutMasters/handoutMaster1.xml" ContentType="application/vnd.openxmlformats-officedocument.presentationml.handoutMaster+xml"/>
  <Override PartName="/ppt/media/emriq_svg1.svg" ContentType="image/svg+xml"/>
  <Override PartName="/ppt/media/emriq_svg10.svg" ContentType="image/svg+xml"/>
  <Override PartName="/ppt/media/emriq_svg11.svg" ContentType="image/svg+xml"/>
  <Override PartName="/ppt/media/emriq_svg12.svg" ContentType="image/svg+xml"/>
  <Override PartName="/ppt/media/emriq_svg13.svg" ContentType="image/svg+xml"/>
  <Override PartName="/ppt/media/emriq_svg14.svg" ContentType="image/svg+xml"/>
  <Override PartName="/ppt/media/emriq_svg15.svg" ContentType="image/svg+xml"/>
  <Override PartName="/ppt/media/emriq_svg16.svg" ContentType="image/svg+xml"/>
  <Override PartName="/ppt/media/emriq_svg17.svg" ContentType="image/svg+xml"/>
  <Override PartName="/ppt/media/emriq_svg18.svg" ContentType="image/svg+xml"/>
  <Override PartName="/ppt/media/emriq_svg19.svg" ContentType="image/svg+xml"/>
  <Override PartName="/ppt/media/emriq_svg2.svg" ContentType="image/svg+xml"/>
  <Override PartName="/ppt/media/emriq_svg20.svg" ContentType="image/svg+xml"/>
  <Override PartName="/ppt/media/emriq_svg21.svg" ContentType="image/svg+xml"/>
  <Override PartName="/ppt/media/emriq_svg3.svg" ContentType="image/svg+xml"/>
  <Override PartName="/ppt/media/emriq_svg4.svg" ContentType="image/svg+xml"/>
  <Override PartName="/ppt/media/emriq_svg5.svg" ContentType="image/svg+xml"/>
  <Override PartName="/ppt/media/emriq_svg6.svg" ContentType="image/svg+xml"/>
  <Override PartName="/ppt/media/emriq_svg7.svg" ContentType="image/svg+xml"/>
  <Override PartName="/ppt/media/emriq_svg8.svg" ContentType="image/svg+xml"/>
  <Override PartName="/ppt/media/emriq_svg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bookmarkIdSeed="3">
  <p:sldMasterIdLst>
    <p:sldMasterId id="2147483892" r:id="rId4"/>
  </p:sldMasterIdLst>
  <p:notesMasterIdLst>
    <p:notesMasterId r:id="rId8"/>
  </p:notesMasterIdLst>
  <p:handoutMasterIdLst>
    <p:handoutMasterId r:id="rId9"/>
  </p:handoutMasterIdLst>
  <p:sldIdLst>
    <p:sldId id="11725" r:id="rId5"/>
    <p:sldId id="11726" r:id="rId7"/>
    <p:sldId id="11727" r:id="rId6"/>
    <p:sldId id="11728" r:id="rId16"/>
    <p:sldId id="11729" r:id="rId17"/>
    <p:sldId id="11730" r:id="rId18"/>
    <p:sldId id="11731" r:id="rId19"/>
    <p:sldId id="11732" r:id="rId20"/>
    <p:sldId id="11733" r:id="rId21"/>
    <p:sldId id="11734" r:id="rId22"/>
  </p:sldIdLst>
  <p:sldSz cx="12192000" cy="6858000"/>
  <p:notesSz cx="6858000" cy="9144000"/>
  <p:custDataLst>
    <p:tags r:id="rId10"/>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98D109D-E14D-9919-9C6F-8B1641CC7601}" name="Shen, Yun" initials="YS" userId="S::yun.shen@dreso.com::6686ad14-93d6-4b58-b760-b09ac26189b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6E6E6"/>
    <a:srgbClr val="0071E8"/>
    <a:srgbClr val="2075C5"/>
    <a:srgbClr val="0D0D0D"/>
    <a:srgbClr val="F2F2F2"/>
    <a:srgbClr val="B2B2B2"/>
    <a:srgbClr val="666666"/>
    <a:srgbClr val="1D1D1D"/>
    <a:srgbClr val="66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4660"/>
  </p:normalViewPr>
  <p:slideViewPr>
    <p:cSldViewPr snapToGrid="0" showGuides="1">
      <p:cViewPr varScale="1">
        <p:scale>
          <a:sx n="108" d="100"/>
          <a:sy n="108" d="100"/>
        </p:scale>
        <p:origin x="114" y="11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notesMaster" Target="notesMasters/notesMaster1.xml"/><Relationship Id="rId9" Type="http://schemas.openxmlformats.org/officeDocument/2006/relationships/handoutMaster" Target="handoutMasters/handoutMaster1.xml"/><Relationship Id="rId10" Type="http://schemas.openxmlformats.org/officeDocument/2006/relationships/tags" Target="tags/tag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8/10/relationships/authors" Target="authors.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DDAC0625-79DA-54CA-6052-DC77C3A7C38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latin typeface="Calibri" panose="020F0502020204030204" pitchFamily="34" charset="0"/>
              <a:ea typeface="Calibri" panose="020F0502020204030204" pitchFamily="34" charset="0"/>
              <a:cs typeface="Calibri" panose="020F0502020204030204" pitchFamily="34" charset="0"/>
            </a:endParaRPr>
          </a:p>
        </p:txBody>
      </p:sp>
      <p:sp>
        <p:nvSpPr>
          <p:cNvPr id="3" name="Datumsplatzhalter 2">
            <a:extLst>
              <a:ext uri="{FF2B5EF4-FFF2-40B4-BE49-F238E27FC236}">
                <a16:creationId xmlns:a16="http://schemas.microsoft.com/office/drawing/2014/main" id="{8AD98AD6-5769-B017-CE75-5146F8A5CD5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8E9E35E-605A-4385-B9C1-80D06379157D}" type="datetimeFigureOut">
              <a:rPr lang="en-GB">
                <a:latin typeface="Calibri" panose="020F0502020204030204" pitchFamily="34" charset="0"/>
                <a:ea typeface="Calibri" panose="020F0502020204030204" pitchFamily="34" charset="0"/>
                <a:cs typeface="Calibri" panose="020F0502020204030204" pitchFamily="34" charset="0"/>
              </a:rPr>
              <a:t>14/10/2026</a:t>
            </a:fld>
            <a:endParaRPr lang="en-GB">
              <a:latin typeface="Calibri" panose="020F0502020204030204" pitchFamily="34" charset="0"/>
              <a:ea typeface="Calibri" panose="020F0502020204030204" pitchFamily="34" charset="0"/>
              <a:cs typeface="Calibri" panose="020F0502020204030204" pitchFamily="34" charset="0"/>
            </a:endParaRPr>
          </a:p>
        </p:txBody>
      </p:sp>
      <p:sp>
        <p:nvSpPr>
          <p:cNvPr id="4" name="Fußzeilenplatzhalter 3">
            <a:extLst>
              <a:ext uri="{FF2B5EF4-FFF2-40B4-BE49-F238E27FC236}">
                <a16:creationId xmlns:a16="http://schemas.microsoft.com/office/drawing/2014/main" id="{CB505DF6-875E-756D-4354-1BF5CBBC5FF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latin typeface="Calibri" panose="020F0502020204030204" pitchFamily="34" charset="0"/>
              <a:ea typeface="Calibri" panose="020F0502020204030204" pitchFamily="34" charset="0"/>
              <a:cs typeface="Calibri" panose="020F0502020204030204" pitchFamily="34" charset="0"/>
            </a:endParaRPr>
          </a:p>
        </p:txBody>
      </p:sp>
      <p:sp>
        <p:nvSpPr>
          <p:cNvPr id="5" name="Foliennummernplatzhalter 4">
            <a:extLst>
              <a:ext uri="{FF2B5EF4-FFF2-40B4-BE49-F238E27FC236}">
                <a16:creationId xmlns:a16="http://schemas.microsoft.com/office/drawing/2014/main" id="{CCF5F15D-F77E-11FA-2A71-E22D8258846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492B3B7-46B3-4C42-A989-1E16922C579C}" type="slidenum">
              <a:rPr lang="en-GB">
                <a:latin typeface="Calibri" panose="020F0502020204030204" pitchFamily="34" charset="0"/>
                <a:ea typeface="Calibri" panose="020F0502020204030204" pitchFamily="34" charset="0"/>
                <a:cs typeface="Calibri" panose="020F0502020204030204" pitchFamily="34" charset="0"/>
              </a:rPr>
              <a:t>‹Nr.›</a:t>
            </a:fld>
            <a:endParaRPr lang="en-GB">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735966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p:cNvSpPr>
            <a:spLocks noGrp="1" noRot="1" noChangeAspect="1"/>
          </p:cNvSpPr>
          <p:nvPr>
            <p:ph type="sldImg" idx="2"/>
          </p:nvPr>
        </p:nvSpPr>
        <p:spPr>
          <a:xfrm>
            <a:off x="365400" y="421200"/>
            <a:ext cx="6127200" cy="3446550"/>
          </a:xfrm>
          <a:prstGeom prst="rect">
            <a:avLst/>
          </a:prstGeom>
          <a:noFill/>
          <a:ln w="3175">
            <a:solidFill>
              <a:schemeClr val="tx1"/>
            </a:solidFill>
          </a:ln>
        </p:spPr>
        <p:txBody>
          <a:bodyPr vert="horz" lIns="91440" tIns="45720" rIns="91440" bIns="45720" rtlCol="0" anchor="ctr"/>
          <a:lstStyle/>
          <a:p>
            <a:endParaRPr lang="en-US"/>
          </a:p>
        </p:txBody>
      </p:sp>
      <p:sp>
        <p:nvSpPr>
          <p:cNvPr id="5" name="notes"/>
          <p:cNvSpPr>
            <a:spLocks noGrp="1"/>
          </p:cNvSpPr>
          <p:nvPr>
            <p:ph type="body" sz="quarter" idx="3"/>
          </p:nvPr>
        </p:nvSpPr>
        <p:spPr>
          <a:xfrm>
            <a:off x="365400" y="4100400"/>
            <a:ext cx="6127200" cy="4622400"/>
          </a:xfrm>
          <a:prstGeom prst="rect">
            <a:avLst/>
          </a:prstGeom>
        </p:spPr>
        <p:txBody>
          <a:bodyPr vert="horz" lIns="0" tIns="0" rIns="0" bIns="0" rtlCol="0"/>
          <a:lstStyle/>
          <a:p>
            <a:pPr marL="0" marR="0" lvl="0" indent="0" algn="l" defTabSz="914400" rtl="0" eaLnBrk="1" fontAlgn="auto" latinLnBrk="0" hangingPunct="1">
              <a:lnSpc>
                <a:spcPct val="100000"/>
              </a:lnSpc>
              <a:spcBef>
                <a:spcPts val="400"/>
              </a:spcBef>
              <a:spcAft>
                <a:spcPts val="400"/>
              </a:spcAft>
              <a:buClrTx/>
              <a:buSzTx/>
              <a:buFontTx/>
              <a:buNone/>
              <a:tabLst/>
              <a:defRPr/>
            </a:pPr>
            <a:r>
              <a:rPr kumimoji="0" lang="de-DE" sz="1400" b="0" i="0" u="none" strike="noStrike" kern="1200" cap="none" spc="0" normalizeH="0" baseline="0" noProof="0">
                <a:ln>
                  <a:noFill/>
                </a:ln>
                <a:solidFill>
                  <a:srgbClr val="404040"/>
                </a:solidFill>
                <a:effectLst/>
                <a:uLnTx/>
                <a:uFillTx/>
                <a:latin typeface="Calibri"/>
                <a:ea typeface="+mn-ea"/>
                <a:cs typeface="+mn-cs"/>
              </a:rPr>
              <a:t>Mastertextformat bearbeiten</a:t>
            </a:r>
          </a:p>
          <a:p>
            <a:pPr marL="216000" marR="0" lvl="1" indent="-216000" algn="l" defTabSz="914400" rtl="0" eaLnBrk="1" fontAlgn="auto" latinLnBrk="0" hangingPunct="1">
              <a:lnSpc>
                <a:spcPct val="100000"/>
              </a:lnSpc>
              <a:spcBef>
                <a:spcPts val="0"/>
              </a:spcBef>
              <a:spcAft>
                <a:spcPts val="400"/>
              </a:spcAft>
              <a:buClr>
                <a:srgbClr val="404040"/>
              </a:buClr>
              <a:buSzTx/>
              <a:buFont typeface="Wingdings" panose="05000000000000000000" pitchFamily="2" charset="2"/>
              <a:buChar char="§"/>
              <a:tabLst/>
              <a:defRPr/>
            </a:pPr>
            <a:r>
              <a:rPr kumimoji="0" lang="de-DE" sz="1400" b="0" i="0" u="none" strike="noStrike" kern="1200" cap="none" spc="0" normalizeH="0" baseline="0" noProof="0">
                <a:ln>
                  <a:noFill/>
                </a:ln>
                <a:solidFill>
                  <a:srgbClr val="404040"/>
                </a:solidFill>
                <a:effectLst/>
                <a:uLnTx/>
                <a:uFillTx/>
                <a:latin typeface="Calibri"/>
                <a:ea typeface="+mn-ea"/>
                <a:cs typeface="+mn-cs"/>
              </a:rPr>
              <a:t>Zweite Ebene</a:t>
            </a:r>
          </a:p>
          <a:p>
            <a:pPr marL="432000" marR="0" lvl="2" indent="-216000" algn="l" defTabSz="914400" rtl="0" eaLnBrk="1" fontAlgn="auto" latinLnBrk="0" hangingPunct="1">
              <a:lnSpc>
                <a:spcPct val="100000"/>
              </a:lnSpc>
              <a:spcBef>
                <a:spcPts val="0"/>
              </a:spcBef>
              <a:spcAft>
                <a:spcPts val="400"/>
              </a:spcAft>
              <a:buClr>
                <a:srgbClr val="404040"/>
              </a:buClr>
              <a:buSzTx/>
              <a:buFont typeface="Symbol" panose="05050102010706020507" pitchFamily="18" charset="2"/>
              <a:buChar char="-"/>
              <a:tabLst/>
              <a:defRPr/>
            </a:pPr>
            <a:r>
              <a:rPr kumimoji="0" lang="de-DE" sz="1400" b="0" i="0" u="none" strike="noStrike" kern="1200" cap="none" spc="0" normalizeH="0" baseline="0" noProof="0">
                <a:ln>
                  <a:noFill/>
                </a:ln>
                <a:solidFill>
                  <a:srgbClr val="404040"/>
                </a:solidFill>
                <a:effectLst/>
                <a:uLnTx/>
                <a:uFillTx/>
                <a:latin typeface="Calibri"/>
                <a:ea typeface="+mn-ea"/>
                <a:cs typeface="+mn-cs"/>
              </a:rPr>
              <a:t>Dritte Ebene</a:t>
            </a:r>
          </a:p>
          <a:p>
            <a:pPr marL="612000" marR="0" lvl="3" indent="-180000" algn="l" defTabSz="914400" rtl="0" eaLnBrk="1" fontAlgn="auto" latinLnBrk="0" hangingPunct="1">
              <a:lnSpc>
                <a:spcPct val="100000"/>
              </a:lnSpc>
              <a:spcBef>
                <a:spcPts val="0"/>
              </a:spcBef>
              <a:spcAft>
                <a:spcPts val="400"/>
              </a:spcAft>
              <a:buClr>
                <a:srgbClr val="404040"/>
              </a:buClr>
              <a:buSzTx/>
              <a:buFont typeface="Arial" panose="020B0604020202020204" pitchFamily="34" charset="0"/>
              <a:buChar char="•"/>
              <a:tabLst/>
              <a:defRPr/>
            </a:pPr>
            <a:r>
              <a:rPr kumimoji="0" lang="de-DE" sz="1400" b="0" i="0" u="none" strike="noStrike" kern="1200" cap="none" spc="0" normalizeH="0" baseline="0" noProof="0">
                <a:ln>
                  <a:noFill/>
                </a:ln>
                <a:solidFill>
                  <a:srgbClr val="404040"/>
                </a:solidFill>
                <a:effectLst/>
                <a:uLnTx/>
                <a:uFillTx/>
                <a:latin typeface="Calibri"/>
                <a:ea typeface="+mn-ea"/>
                <a:cs typeface="+mn-cs"/>
              </a:rPr>
              <a:t>Vierte Ebene</a:t>
            </a:r>
          </a:p>
          <a:p>
            <a:pPr marL="0" marR="0" lvl="4" indent="0" algn="l" defTabSz="914400" rtl="0" eaLnBrk="1" fontAlgn="auto" latinLnBrk="0" hangingPunct="1">
              <a:lnSpc>
                <a:spcPct val="100000"/>
              </a:lnSpc>
              <a:spcBef>
                <a:spcPts val="400"/>
              </a:spcBef>
              <a:spcAft>
                <a:spcPts val="400"/>
              </a:spcAft>
              <a:buClrTx/>
              <a:buSzTx/>
              <a:buFontTx/>
              <a:buNone/>
              <a:tabLst/>
              <a:defRPr/>
            </a:pPr>
            <a:r>
              <a:rPr kumimoji="0" lang="de-DE" sz="1600" b="1" i="0" u="none" strike="noStrike" kern="1200" cap="none" spc="0" normalizeH="0" baseline="0" noProof="0">
                <a:ln>
                  <a:noFill/>
                </a:ln>
                <a:solidFill>
                  <a:srgbClr val="404040"/>
                </a:solidFill>
                <a:effectLst/>
                <a:uLnTx/>
                <a:uFillTx/>
                <a:latin typeface="Calibri"/>
                <a:ea typeface="+mn-ea"/>
                <a:cs typeface="+mn-cs"/>
              </a:rPr>
              <a:t>Fünfte Ebene</a:t>
            </a:r>
          </a:p>
          <a:p>
            <a:pPr marL="0" marR="0" lvl="5" indent="0" algn="l" defTabSz="914400" rtl="0" eaLnBrk="1" fontAlgn="auto" latinLnBrk="0" hangingPunct="1">
              <a:lnSpc>
                <a:spcPct val="100000"/>
              </a:lnSpc>
              <a:spcBef>
                <a:spcPts val="400"/>
              </a:spcBef>
              <a:spcAft>
                <a:spcPts val="400"/>
              </a:spcAft>
              <a:buClrTx/>
              <a:buSzTx/>
              <a:buFontTx/>
              <a:buNone/>
              <a:tabLst/>
              <a:defRPr/>
            </a:pPr>
            <a:r>
              <a:rPr kumimoji="0" lang="de-DE" sz="1600" b="1" i="0" u="none" strike="noStrike" kern="1200" cap="all" spc="0" normalizeH="0" baseline="0" noProof="0">
                <a:ln>
                  <a:noFill/>
                </a:ln>
                <a:solidFill>
                  <a:srgbClr val="009FE3"/>
                </a:solidFill>
                <a:effectLst/>
                <a:uLnTx/>
                <a:uFillTx/>
                <a:latin typeface="Calibri"/>
                <a:ea typeface="+mn-ea"/>
                <a:cs typeface="+mn-cs"/>
              </a:rPr>
              <a:t>Sechste Ebene</a:t>
            </a:r>
          </a:p>
          <a:p>
            <a:pPr marL="0" marR="0" lvl="6" indent="0" algn="l" defTabSz="914400" rtl="0" eaLnBrk="1" fontAlgn="auto" latinLnBrk="0" hangingPunct="1">
              <a:lnSpc>
                <a:spcPct val="100000"/>
              </a:lnSpc>
              <a:spcBef>
                <a:spcPts val="400"/>
              </a:spcBef>
              <a:spcAft>
                <a:spcPts val="400"/>
              </a:spcAft>
              <a:buClrTx/>
              <a:buSzTx/>
              <a:buFontTx/>
              <a:buNone/>
              <a:tabLst/>
              <a:defRPr/>
            </a:pPr>
            <a:r>
              <a:rPr kumimoji="0" lang="de-DE" sz="1600" b="1" i="0" u="none" strike="noStrike" kern="1200" cap="all" spc="0" normalizeH="0" baseline="0" noProof="0">
                <a:ln>
                  <a:noFill/>
                </a:ln>
                <a:solidFill>
                  <a:srgbClr val="005AA7"/>
                </a:solidFill>
                <a:effectLst/>
                <a:uLnTx/>
                <a:uFillTx/>
                <a:latin typeface="Calibri"/>
                <a:ea typeface="+mn-ea"/>
                <a:cs typeface="+mn-cs"/>
              </a:rPr>
              <a:t>Siebte Ebene</a:t>
            </a:r>
          </a:p>
          <a:p>
            <a:pPr marL="0" marR="0" lvl="7" indent="0" algn="l" defTabSz="914400" rtl="0" eaLnBrk="1" fontAlgn="auto" latinLnBrk="0" hangingPunct="1">
              <a:lnSpc>
                <a:spcPct val="100000"/>
              </a:lnSpc>
              <a:spcBef>
                <a:spcPts val="400"/>
              </a:spcBef>
              <a:spcAft>
                <a:spcPts val="400"/>
              </a:spcAft>
              <a:buClrTx/>
              <a:buSzTx/>
              <a:buFontTx/>
              <a:buNone/>
              <a:tabLst/>
              <a:defRPr/>
            </a:pPr>
            <a:r>
              <a:rPr kumimoji="0" lang="de-DE" sz="1000" b="0" i="0" u="none" strike="noStrike" kern="1200" cap="none" spc="0" normalizeH="0" baseline="0" noProof="0">
                <a:ln>
                  <a:noFill/>
                </a:ln>
                <a:solidFill>
                  <a:srgbClr val="404040"/>
                </a:solidFill>
                <a:effectLst/>
                <a:uLnTx/>
                <a:uFillTx/>
                <a:latin typeface="Calibri"/>
                <a:ea typeface="+mn-ea"/>
                <a:cs typeface="+mn-cs"/>
              </a:rPr>
              <a:t>Achte Ebene</a:t>
            </a:r>
          </a:p>
        </p:txBody>
      </p:sp>
      <p:sp>
        <p:nvSpPr>
          <p:cNvPr id="6" name="footer"/>
          <p:cNvSpPr>
            <a:spLocks noGrp="1"/>
          </p:cNvSpPr>
          <p:nvPr>
            <p:ph type="ftr" sz="quarter" idx="4"/>
          </p:nvPr>
        </p:nvSpPr>
        <p:spPr>
          <a:xfrm>
            <a:off x="365400" y="8841454"/>
            <a:ext cx="4474800" cy="180000"/>
          </a:xfrm>
          <a:prstGeom prst="rect">
            <a:avLst/>
          </a:prstGeom>
        </p:spPr>
        <p:txBody>
          <a:bodyPr vert="horz" lIns="0" tIns="0" rIns="0" bIns="0" rtlCol="0" anchor="ctr"/>
          <a:lstStyle>
            <a:lvl1pPr algn="l">
              <a:defRPr sz="900">
                <a:solidFill>
                  <a:schemeClr val="tx1"/>
                </a:solidFill>
                <a:latin typeface="Calibri" panose="020F0502020204030204" pitchFamily="34" charset="0"/>
              </a:defRPr>
            </a:lvl1pPr>
          </a:lstStyle>
          <a:p>
            <a:endParaRPr lang="en-US"/>
          </a:p>
        </p:txBody>
      </p:sp>
      <p:sp>
        <p:nvSpPr>
          <p:cNvPr id="3" name="date"/>
          <p:cNvSpPr>
            <a:spLocks noGrp="1"/>
          </p:cNvSpPr>
          <p:nvPr>
            <p:ph type="dt" idx="1"/>
          </p:nvPr>
        </p:nvSpPr>
        <p:spPr>
          <a:xfrm>
            <a:off x="4885200" y="8841454"/>
            <a:ext cx="806400" cy="180000"/>
          </a:xfrm>
          <a:prstGeom prst="rect">
            <a:avLst/>
          </a:prstGeom>
        </p:spPr>
        <p:txBody>
          <a:bodyPr vert="horz" lIns="91440" tIns="45720" rIns="91440" bIns="45720" rtlCol="0" anchor="ctr"/>
          <a:lstStyle>
            <a:lvl1pPr algn="r">
              <a:defRPr sz="900">
                <a:solidFill>
                  <a:schemeClr val="tx1"/>
                </a:solidFill>
                <a:latin typeface="Calibri" panose="020F0502020204030204" pitchFamily="34" charset="0"/>
              </a:defRPr>
            </a:lvl1pPr>
          </a:lstStyle>
          <a:p>
            <a:fld id="{0F9E1635-0D22-4C81-A492-00B8F3FF4A47}" type="datetimeFigureOut">
              <a:rPr lang="en-US"/>
              <a:pPr/>
              <a:t>10/14/2026</a:t>
            </a:fld>
            <a:endParaRPr lang="en-US"/>
          </a:p>
        </p:txBody>
      </p:sp>
      <p:sp>
        <p:nvSpPr>
          <p:cNvPr id="7" name="slide number"/>
          <p:cNvSpPr>
            <a:spLocks noGrp="1"/>
          </p:cNvSpPr>
          <p:nvPr>
            <p:ph type="sldNum" sz="quarter" idx="5"/>
          </p:nvPr>
        </p:nvSpPr>
        <p:spPr>
          <a:xfrm>
            <a:off x="5736600" y="8841454"/>
            <a:ext cx="756000" cy="180000"/>
          </a:xfrm>
          <a:prstGeom prst="rect">
            <a:avLst/>
          </a:prstGeom>
        </p:spPr>
        <p:txBody>
          <a:bodyPr vert="horz" lIns="0" tIns="0" rIns="0" bIns="0" rtlCol="0" anchor="ctr"/>
          <a:lstStyle>
            <a:lvl1pPr algn="r">
              <a:defRPr sz="900">
                <a:solidFill>
                  <a:schemeClr val="tx1"/>
                </a:solidFill>
                <a:latin typeface="Calibri" panose="020F0502020204030204" pitchFamily="34" charset="0"/>
              </a:defRPr>
            </a:lvl1pPr>
          </a:lstStyle>
          <a:p>
            <a:fld id="{E33337FA-5DE4-419D-82C3-B7D1182AE74F}" type="slidenum">
              <a:rPr lang="en-US"/>
              <a:pPr/>
              <a:t>‹Nr.›</a:t>
            </a:fld>
            <a:endParaRPr lang="en-US"/>
          </a:p>
        </p:txBody>
      </p:sp>
    </p:spTree>
    <p:extLst>
      <p:ext uri="{BB962C8B-B14F-4D97-AF65-F5344CB8AC3E}">
        <p14:creationId xmlns:p14="http://schemas.microsoft.com/office/powerpoint/2010/main" val="3473028826"/>
      </p:ext>
    </p:extLst>
  </p:cSld>
  <p:clrMap bg1="lt1" tx1="dk1" bg2="lt2" tx2="dk2" accent1="accent1" accent2="accent2" accent3="accent3" accent4="accent4" accent5="accent5" accent6="accent6" hlink="hlink" folHlink="folHlink"/>
  <p:hf hdr="0" dt="0"/>
  <p:notesStyle>
    <a:lvl1pPr marL="0" indent="0" algn="l" defTabSz="914400" rtl="0" eaLnBrk="1" latinLnBrk="0" hangingPunct="1">
      <a:lnSpc>
        <a:spcPct val="100000"/>
      </a:lnSpc>
      <a:spcBef>
        <a:spcPts val="200"/>
      </a:spcBef>
      <a:spcAft>
        <a:spcPts val="200"/>
      </a:spcAft>
      <a:buFontTx/>
      <a:buNone/>
      <a:defRPr sz="1200" kern="1200">
        <a:solidFill>
          <a:schemeClr val="tx1"/>
        </a:solidFill>
        <a:latin typeface="Calibri" panose="020F0502020204030204" pitchFamily="34" charset="0"/>
        <a:ea typeface="+mn-ea"/>
        <a:cs typeface="+mn-cs"/>
      </a:defRPr>
    </a:lvl1pPr>
    <a:lvl2pPr marL="0" indent="-252000" algn="l" defTabSz="914400" rtl="0" eaLnBrk="1" latinLnBrk="0" hangingPunct="1">
      <a:lnSpc>
        <a:spcPct val="100000"/>
      </a:lnSpc>
      <a:spcBef>
        <a:spcPts val="0"/>
      </a:spcBef>
      <a:spcAft>
        <a:spcPts val="200"/>
      </a:spcAft>
      <a:buFont typeface="Symbol" panose="05050102010706020507" pitchFamily="18" charset="2"/>
      <a:buChar char="-"/>
      <a:defRPr sz="1200" kern="1200">
        <a:solidFill>
          <a:schemeClr val="tx1"/>
        </a:solidFill>
        <a:latin typeface="Calibri" panose="020F0502020204030204" pitchFamily="34" charset="0"/>
        <a:ea typeface="+mn-ea"/>
        <a:cs typeface="+mn-cs"/>
      </a:defRPr>
    </a:lvl2pPr>
    <a:lvl3pPr marL="504000" indent="-252000" algn="l" defTabSz="914400" rtl="0" eaLnBrk="1" latinLnBrk="0" hangingPunct="1">
      <a:lnSpc>
        <a:spcPct val="100000"/>
      </a:lnSpc>
      <a:spcBef>
        <a:spcPts val="0"/>
      </a:spcBef>
      <a:spcAft>
        <a:spcPts val="200"/>
      </a:spcAft>
      <a:buFont typeface="Symbol" panose="05050102010706020507" pitchFamily="18" charset="2"/>
      <a:buChar char="-"/>
      <a:defRPr sz="1200" kern="1200">
        <a:solidFill>
          <a:schemeClr val="tx1"/>
        </a:solidFill>
        <a:latin typeface="Calibri" panose="020F0502020204030204" pitchFamily="34" charset="0"/>
        <a:ea typeface="+mn-ea"/>
        <a:cs typeface="+mn-cs"/>
      </a:defRPr>
    </a:lvl3pPr>
    <a:lvl4pPr marL="756000" indent="-252000" algn="l" defTabSz="914400" rtl="0" eaLnBrk="1" latinLnBrk="0" hangingPunct="1">
      <a:lnSpc>
        <a:spcPct val="100000"/>
      </a:lnSpc>
      <a:spcBef>
        <a:spcPts val="0"/>
      </a:spcBef>
      <a:spcAft>
        <a:spcPts val="200"/>
      </a:spcAft>
      <a:buFont typeface="Symbol" panose="05050102010706020507" pitchFamily="18" charset="2"/>
      <a:buChar char="-"/>
      <a:defRPr sz="1200" kern="1200">
        <a:solidFill>
          <a:schemeClr val="tx1"/>
        </a:solidFill>
        <a:latin typeface="Calibri" panose="020F0502020204030204" pitchFamily="34" charset="0"/>
        <a:ea typeface="+mn-ea"/>
        <a:cs typeface="+mn-cs"/>
      </a:defRPr>
    </a:lvl4pPr>
    <a:lvl5pPr marL="0" indent="0" algn="l" defTabSz="914400" rtl="0" eaLnBrk="1" latinLnBrk="0" hangingPunct="1">
      <a:lnSpc>
        <a:spcPct val="100000"/>
      </a:lnSpc>
      <a:spcBef>
        <a:spcPts val="200"/>
      </a:spcBef>
      <a:spcAft>
        <a:spcPts val="200"/>
      </a:spcAft>
      <a:buFontTx/>
      <a:buNone/>
      <a:defRPr sz="1400" b="1" kern="1200">
        <a:solidFill>
          <a:schemeClr val="tx1"/>
        </a:solidFill>
        <a:latin typeface="Calibri" panose="020F0502020204030204" pitchFamily="34" charset="0"/>
        <a:ea typeface="+mn-ea"/>
        <a:cs typeface="+mn-cs"/>
      </a:defRPr>
    </a:lvl5pPr>
    <a:lvl6pPr marL="0" marR="0" indent="0" algn="l" defTabSz="914400" rtl="0" eaLnBrk="1" fontAlgn="auto" latinLnBrk="0" hangingPunct="1">
      <a:lnSpc>
        <a:spcPct val="100000"/>
      </a:lnSpc>
      <a:spcBef>
        <a:spcPts val="200"/>
      </a:spcBef>
      <a:spcAft>
        <a:spcPts val="200"/>
      </a:spcAft>
      <a:buClrTx/>
      <a:buSzTx/>
      <a:buFontTx/>
      <a:buNone/>
      <a:tabLst/>
      <a:defRPr sz="1400" b="1" kern="1200" cap="all" baseline="0">
        <a:solidFill>
          <a:schemeClr val="accent3"/>
        </a:solidFill>
        <a:latin typeface="Calibri" panose="020F0502020204030204" pitchFamily="34" charset="0"/>
        <a:ea typeface="+mn-ea"/>
        <a:cs typeface="+mn-cs"/>
      </a:defRPr>
    </a:lvl6pPr>
    <a:lvl7pPr marL="0" indent="0" algn="l" defTabSz="914400" rtl="0" eaLnBrk="1" latinLnBrk="0" hangingPunct="1">
      <a:lnSpc>
        <a:spcPct val="100000"/>
      </a:lnSpc>
      <a:spcBef>
        <a:spcPts val="200"/>
      </a:spcBef>
      <a:spcAft>
        <a:spcPts val="200"/>
      </a:spcAft>
      <a:defRPr sz="1400" b="1" kern="1200" cap="all" baseline="0">
        <a:solidFill>
          <a:schemeClr val="accent1"/>
        </a:solidFill>
        <a:latin typeface="Calibri" panose="020F0502020204030204" pitchFamily="34" charset="0"/>
        <a:ea typeface="+mn-ea"/>
        <a:cs typeface="+mn-cs"/>
      </a:defRPr>
    </a:lvl7pPr>
    <a:lvl8pPr marL="0" indent="0" algn="l" defTabSz="914400" rtl="0" eaLnBrk="1" latinLnBrk="0" hangingPunct="1">
      <a:lnSpc>
        <a:spcPct val="100000"/>
      </a:lnSpc>
      <a:spcBef>
        <a:spcPts val="200"/>
      </a:spcBef>
      <a:spcAft>
        <a:spcPts val="200"/>
      </a:spcAft>
      <a:defRPr sz="900" kern="1200">
        <a:solidFill>
          <a:schemeClr val="tx1"/>
        </a:solidFill>
        <a:latin typeface="Calibri" panose="020F0502020204030204" pitchFamily="34" charset="0"/>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65125" y="420688"/>
            <a:ext cx="6127750" cy="3446462"/>
          </a:xfrm>
        </p:spPr>
      </p:sp>
      <p:sp>
        <p:nvSpPr>
          <p:cNvPr id="3" name="Notizenplatzhalter 2"/>
          <p:cNvSpPr>
            <a:spLocks noGrp="1"/>
          </p:cNvSpPr>
          <p:nvPr>
            <p:ph type="body" idx="1"/>
          </p:nvPr>
        </p:nvSpPr>
        <p:spPr/>
        <p:txBody>
          <a:bodyPr/>
          <a:lstStyle/>
          <a:p>
            <a:r>
              <a:t>Begrüßung und Vorstellung. Ziel des Termins: unser Verständnis der Aufgabe und das Leistungskonzept vorstellen, Fragen des Ministeriums aufnehmen und offene Punkte für das Angebot klären. Dauer rund 30 Minuten Vortrag, danach Diskussion.</a:t>
            </a:r>
          </a:p>
        </p:txBody>
      </p:sp>
      <p:sp>
        <p:nvSpPr>
          <p:cNvPr id="4" name="Foliennummernplatzhalter 3"/>
          <p:cNvSpPr>
            <a:spLocks noGrp="1"/>
          </p:cNvSpPr>
          <p:nvPr>
            <p:ph type="sldNum" sz="quarter" idx="5"/>
          </p:nvPr>
        </p:nvSpPr>
        <p:spPr/>
        <p:txBody>
          <a:bodyPr/>
          <a:lstStyle/>
          <a:p>
            <a:fld id="{E33337FA-5DE4-419D-82C3-B7D1182AE74F}" type="slidenum">
              <a:rPr lang="de-DE"/>
              <a:pPr/>
              <a:t>1</a:t>
            </a:fld>
            <a:endParaRPr lang="de-DE"/>
          </a:p>
        </p:txBody>
      </p:sp>
      <p:sp>
        <p:nvSpPr>
          <p:cNvPr id="5" name="Fußzeilenplatzhalter 4">
            <a:extLst>
              <a:ext uri="{FF2B5EF4-FFF2-40B4-BE49-F238E27FC236}">
                <a16:creationId xmlns:a16="http://schemas.microsoft.com/office/drawing/2014/main" id="{1B2476E7-0CBC-91F9-FCDB-A48E56621F43}"/>
              </a:ext>
            </a:extLst>
          </p:cNvPr>
          <p:cNvSpPr>
            <a:spLocks noGrp="1"/>
          </p:cNvSpPr>
          <p:nvPr>
            <p:ph type="ftr" sz="quarter" idx="4"/>
          </p:nvPr>
        </p:nvSpPr>
        <p:spPr/>
        <p:txBody>
          <a:bodyPr/>
          <a:lstStyle/>
          <a:p>
            <a:endParaRPr lang="de-DE"/>
          </a:p>
        </p:txBody>
      </p:sp>
    </p:spTree>
    <p:extLst>
      <p:ext uri="{BB962C8B-B14F-4D97-AF65-F5344CB8AC3E}">
        <p14:creationId xmlns:p14="http://schemas.microsoft.com/office/powerpoint/2010/main" val="3711147361"/>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Kelmis liegt zwischen den Hochschulstandorten Aachen, Lüttich und Maastricht, rund 8 km von Aachen, mit Bahnhalt Hergenrath und Buslinie 24. Das Kandidatengebiet für das Einstein-Teleskop grenzt an. Die DG will hier ein thematisch profiliertes Quartier, kein Gewerbegebiet. Die sechs Erfolgskriterien rechts sind unser Maßstab für die gesamte Bearbeitung.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Vier Grundsätze prägen unser Vorgehen. Wir nutzen die vorhandenen Studien als Startpunkt und investieren das Budget in Fokussierung, Zahlen und Umsetzung. Die thematische Entscheidung bleibt bei der DG; wir liefern eine transparente Entscheidungsgrundlage. Besonders ist die wirtschaftliche Betrachtung aus Sicht von Eigentümer, Käufern und Investoren.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Arbeitspakete folgen der Logik des Lastenhefts: erst Grundlagen und Analyse, dann Profil und Konzept, zuletzt Wirtschaftlichkeit und Umsetzung. AP 8 begleitet alle Phasen. Jedes Paket endet mit einem prüfbaren Ergebnis und einem Meilenstein mit Freigabe durch die DG.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 1 schafft eine gemeinsame Arbeitsgrundlage und einen Kriterienrahmen. AP 2 analysiert Standort, Mobilität und Markt einschließlich möglicher Effekte des Einstein-Teleskops. In AP 3 wird das Thema in vier Stufen eingegrenzt; die Entscheidung fällt im ersten Workshop. Rückfrage an das Ministerium: Gibt es bereits eine politische Themenpräferenz?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Raumbild zeigt die Suchräume aus den Vorarbeiten; der Betrachtungsraum wird in AP 1 gemeinsam festgelegt. Entscheidend ist die Verbindung zum Bahnhof Hergenrath, weil die Erreichbarkeit mit Bus und Bahn heute der größte Engpass ist. Die Vorzugsvariante wird mit der DG verbindlich festgelegt und ist Grundlage für Wirtschaftlichkeit und Umsetzungsplan.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Basisstrategie ist die Entwicklung bis zum Planungsrecht mit anschließender Erschließung und parallelem Verkauf der Grundstücke. So können Erlöse früh fließen und einen Teil der Vorleistungen refinanzieren. Die Grundstückspreise schätzen wir über die Residualwertmethode aus Sicht der späteren Projektentwickler. Wir vergleichen verschiedene Exit-Zeitpunkte und empfehlen Grundstücksgrößen, die für Käufer finanzierbar sind. Rechtliche Bewertungen und Verkehrswertgutachten sind nicht Teil der Leistung.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 7 übersetzt die Ergebnisse in einen Umsetzungsplan mit zehn priorisierten Maßnahmen, Zuständigkeiten und Risiken. AP 8 begleitet die gesamte Bearbeitung mit festen Formaten. Akteure vor Ort und in der Euregio binden wir nur nach Freigabe durch die DG ein. Die Vermarktungsunterlagen entstehen nach AP 6 und AP 7 und werden fachlich, nicht nur sprachlich, ins Französische und Englische übertragen.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Sieben Meilensteine mit Freigabe durch die DG. Der Terminplan wird im Kick-off konkretisiert. Bei Beauftragung um den Jahreswechsel liegt der Abschluss im Frühjahr 2028, also mit deutlichem Puffer vor dem Endtermin. Die beiden Workshops liegen an den Stellen, an denen Entscheidungen der DG gebraucht werden: Themenprofil und Entwicklungskonzept sowie Wirtschaftlichkeit und Umsetzung.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 Unterlagen und Rechte gehen an die DG über. Nicht enthalten sind Planungen über die Konzeptebene hinaus, Sondergutachten (z. B. Verkehr, Schall, Altlasten, Wertermittlung) und Rechtsberatung; ein solcher Bedarf wird im Umsetzungsplan mit Zeitpunkt und Kostenansatz ausgewiesen. Zum Abschluss die Fragen an das Ministerium: Betrachtungsraum, Themenpräferenz, gewünschte Formate der Ergebnisse.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 Id="rId3"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1.xml"/><Relationship Id="rId3" Type="http://schemas.openxmlformats.org/officeDocument/2006/relationships/image" Target="../media/image7.png"/></Relationships>
</file>

<file path=ppt/slideLayouts/_rels/slideLayout36.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1.xml"/><Relationship Id="rId3" Type="http://schemas.openxmlformats.org/officeDocument/2006/relationships/image" Target="../media/image7.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7.png"/></Relationships>
</file>

<file path=ppt/slideLayouts/_rels/slideLayout38.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1.xml"/><Relationship Id="rId3" Type="http://schemas.openxmlformats.org/officeDocument/2006/relationships/image" Target="../media/image7.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7.png"/></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1.xml"/><Relationship Id="rId3" Type="http://schemas.openxmlformats.org/officeDocument/2006/relationships/image" Target="../media/image3.png"/><Relationship Id="rId4" Type="http://schemas.openxmlformats.org/officeDocument/2006/relationships/image" Target="../media/image8.png"/><Relationship Id="rId5" Type="http://schemas.microsoft.com/office/2007/relationships/hdphoto" Target="../media/hdphoto1.wdp"/><Relationship Id="rId6" Type="http://schemas.openxmlformats.org/officeDocument/2006/relationships/image" Target="../media/image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bwMode="gray">
      <p:bgRef idx="1001">
        <a:schemeClr val="bg1"/>
      </p:bgRef>
    </p:bg>
    <p:spTree>
      <p:nvGrpSpPr>
        <p:cNvPr id="1" name=""/>
        <p:cNvGrpSpPr/>
        <p:nvPr/>
      </p:nvGrpSpPr>
      <p:grpSpPr>
        <a:xfrm>
          <a:off x="0" y="0"/>
          <a:ext cx="0" cy="0"/>
          <a:chOff x="0" y="0"/>
          <a:chExt cx="0" cy="0"/>
        </a:xfrm>
      </p:grpSpPr>
      <p:sp>
        <p:nvSpPr>
          <p:cNvPr id="8" name="picture">
            <a:extLst>
              <a:ext uri="{FF2B5EF4-FFF2-40B4-BE49-F238E27FC236}">
                <a16:creationId xmlns:a16="http://schemas.microsoft.com/office/drawing/2014/main" id="{7D1093AF-704C-383F-37F4-78DA48437242}"/>
              </a:ext>
            </a:extLst>
          </p:cNvPr>
          <p:cNvSpPr>
            <a:spLocks noGrp="1" noChangeAspect="1"/>
          </p:cNvSpPr>
          <p:nvPr>
            <p:ph type="pic" sz="quarter" idx="15"/>
          </p:nvPr>
        </p:nvSpPr>
        <p:spPr bwMode="gray">
          <a:xfrm>
            <a:off x="2180589" y="2"/>
            <a:ext cx="10011411" cy="6857998"/>
          </a:xfrm>
          <a:custGeom>
            <a:avLst/>
            <a:gdLst>
              <a:gd name="connsiteX0" fmla="*/ 4030453 w 10011411"/>
              <a:gd name="connsiteY0" fmla="*/ 4435035 h 6857998"/>
              <a:gd name="connsiteX1" fmla="*/ 5623936 w 10011411"/>
              <a:gd name="connsiteY1" fmla="*/ 6857998 h 6857998"/>
              <a:gd name="connsiteX2" fmla="*/ 4508500 w 10011411"/>
              <a:gd name="connsiteY2" fmla="*/ 6857998 h 6857998"/>
              <a:gd name="connsiteX3" fmla="*/ 3275747 w 10011411"/>
              <a:gd name="connsiteY3" fmla="*/ 4982824 h 6857998"/>
              <a:gd name="connsiteX4" fmla="*/ 3519700 w 10011411"/>
              <a:gd name="connsiteY4" fmla="*/ 3658412 h 6857998"/>
              <a:gd name="connsiteX5" fmla="*/ 4016529 w 10011411"/>
              <a:gd name="connsiteY5" fmla="*/ 4413863 h 6857998"/>
              <a:gd name="connsiteX6" fmla="*/ 3261827 w 10011411"/>
              <a:gd name="connsiteY6" fmla="*/ 4961650 h 6857998"/>
              <a:gd name="connsiteX7" fmla="*/ 2760749 w 10011411"/>
              <a:gd name="connsiteY7" fmla="*/ 4199448 h 6857998"/>
              <a:gd name="connsiteX8" fmla="*/ 2706283 w 10011411"/>
              <a:gd name="connsiteY8" fmla="*/ 1392683 h 6857998"/>
              <a:gd name="connsiteX9" fmla="*/ 3784828 w 10011411"/>
              <a:gd name="connsiteY9" fmla="*/ 3032412 h 6857998"/>
              <a:gd name="connsiteX10" fmla="*/ 3697175 w 10011411"/>
              <a:gd name="connsiteY10" fmla="*/ 3500828 h 6857998"/>
              <a:gd name="connsiteX11" fmla="*/ 3526323 w 10011411"/>
              <a:gd name="connsiteY11" fmla="*/ 3622621 h 6857998"/>
              <a:gd name="connsiteX12" fmla="*/ 2447854 w 10011411"/>
              <a:gd name="connsiteY12" fmla="*/ 1982842 h 6857998"/>
              <a:gd name="connsiteX13" fmla="*/ 2535508 w 10011411"/>
              <a:gd name="connsiteY13" fmla="*/ 1514425 h 6857998"/>
              <a:gd name="connsiteX14" fmla="*/ 2195548 w 10011411"/>
              <a:gd name="connsiteY14" fmla="*/ 616203 h 6857998"/>
              <a:gd name="connsiteX15" fmla="*/ 2692331 w 10011411"/>
              <a:gd name="connsiteY15" fmla="*/ 1371471 h 6857998"/>
              <a:gd name="connsiteX16" fmla="*/ 2520941 w 10011411"/>
              <a:gd name="connsiteY16" fmla="*/ 1493652 h 6857998"/>
              <a:gd name="connsiteX17" fmla="*/ 2426827 w 10011411"/>
              <a:gd name="connsiteY17" fmla="*/ 1996649 h 6857998"/>
              <a:gd name="connsiteX18" fmla="*/ 3505789 w 10011411"/>
              <a:gd name="connsiteY18" fmla="*/ 3637259 h 6857998"/>
              <a:gd name="connsiteX19" fmla="*/ 2746835 w 10011411"/>
              <a:gd name="connsiteY19" fmla="*/ 4178283 h 6857998"/>
              <a:gd name="connsiteX20" fmla="*/ 978287 w 10011411"/>
              <a:gd name="connsiteY20" fmla="*/ 1488098 h 6857998"/>
              <a:gd name="connsiteX21" fmla="*/ 983485 w 10011411"/>
              <a:gd name="connsiteY21" fmla="*/ 1496005 h 6857998"/>
              <a:gd name="connsiteX22" fmla="*/ 3827485 w 10011411"/>
              <a:gd name="connsiteY22" fmla="*/ 593396 h 6857998"/>
              <a:gd name="connsiteX23" fmla="*/ 5413266 w 10011411"/>
              <a:gd name="connsiteY23" fmla="*/ 2991625 h 6857998"/>
              <a:gd name="connsiteX24" fmla="*/ 5328019 w 10011411"/>
              <a:gd name="connsiteY24" fmla="*/ 3461941 h 6857998"/>
              <a:gd name="connsiteX25" fmla="*/ 4036962 w 10011411"/>
              <a:gd name="connsiteY25" fmla="*/ 4399032 h 6857998"/>
              <a:gd name="connsiteX26" fmla="*/ 3540235 w 10011411"/>
              <a:gd name="connsiteY26" fmla="*/ 3643774 h 6857998"/>
              <a:gd name="connsiteX27" fmla="*/ 3711614 w 10011411"/>
              <a:gd name="connsiteY27" fmla="*/ 3521602 h 6857998"/>
              <a:gd name="connsiteX28" fmla="*/ 3805728 w 10011411"/>
              <a:gd name="connsiteY28" fmla="*/ 3018605 h 6857998"/>
              <a:gd name="connsiteX29" fmla="*/ 2726740 w 10011411"/>
              <a:gd name="connsiteY29" fmla="*/ 1378099 h 6857998"/>
              <a:gd name="connsiteX30" fmla="*/ 4659872 w 10011411"/>
              <a:gd name="connsiteY30" fmla="*/ 0 h 6857998"/>
              <a:gd name="connsiteX31" fmla="*/ 10011411 w 10011411"/>
              <a:gd name="connsiteY31" fmla="*/ 0 h 6857998"/>
              <a:gd name="connsiteX32" fmla="*/ 10011411 w 10011411"/>
              <a:gd name="connsiteY32" fmla="*/ 6857998 h 6857998"/>
              <a:gd name="connsiteX33" fmla="*/ 5654204 w 10011411"/>
              <a:gd name="connsiteY33" fmla="*/ 6857998 h 6857998"/>
              <a:gd name="connsiteX34" fmla="*/ 4050886 w 10011411"/>
              <a:gd name="connsiteY34" fmla="*/ 4420203 h 6857998"/>
              <a:gd name="connsiteX35" fmla="*/ 5342839 w 10011411"/>
              <a:gd name="connsiteY35" fmla="*/ 3482462 h 6857998"/>
              <a:gd name="connsiteX36" fmla="*/ 5434420 w 10011411"/>
              <a:gd name="connsiteY36" fmla="*/ 2977692 h 6857998"/>
              <a:gd name="connsiteX37" fmla="*/ 3848124 w 10011411"/>
              <a:gd name="connsiteY37" fmla="*/ 578682 h 6857998"/>
              <a:gd name="connsiteX38" fmla="*/ 3465482 w 10011411"/>
              <a:gd name="connsiteY38" fmla="*/ 0 h 6857998"/>
              <a:gd name="connsiteX39" fmla="*/ 4616166 w 10011411"/>
              <a:gd name="connsiteY39" fmla="*/ 0 h 6857998"/>
              <a:gd name="connsiteX40" fmla="*/ 3834122 w 10011411"/>
              <a:gd name="connsiteY40" fmla="*/ 557507 h 6857998"/>
              <a:gd name="connsiteX41" fmla="*/ 3044462 w 10011411"/>
              <a:gd name="connsiteY41" fmla="*/ 0 h 6857998"/>
              <a:gd name="connsiteX42" fmla="*/ 3435114 w 10011411"/>
              <a:gd name="connsiteY42" fmla="*/ 0 h 6857998"/>
              <a:gd name="connsiteX43" fmla="*/ 3813483 w 10011411"/>
              <a:gd name="connsiteY43" fmla="*/ 572220 h 6857998"/>
              <a:gd name="connsiteX44" fmla="*/ 2712789 w 10011411"/>
              <a:gd name="connsiteY44" fmla="*/ 1356887 h 6857998"/>
              <a:gd name="connsiteX45" fmla="*/ 2215908 w 10011411"/>
              <a:gd name="connsiteY45" fmla="*/ 601424 h 6857998"/>
              <a:gd name="connsiteX46" fmla="*/ 1820342 w 10011411"/>
              <a:gd name="connsiteY46" fmla="*/ 0 h 6857998"/>
              <a:gd name="connsiteX47" fmla="*/ 3001490 w 10011411"/>
              <a:gd name="connsiteY47" fmla="*/ 0 h 6857998"/>
              <a:gd name="connsiteX48" fmla="*/ 2202008 w 10011411"/>
              <a:gd name="connsiteY48" fmla="*/ 580290 h 6857998"/>
              <a:gd name="connsiteX49" fmla="*/ 0 w 10011411"/>
              <a:gd name="connsiteY49" fmla="*/ 0 h 6857998"/>
              <a:gd name="connsiteX50" fmla="*/ 1790235 w 10011411"/>
              <a:gd name="connsiteY50" fmla="*/ 0 h 6857998"/>
              <a:gd name="connsiteX51" fmla="*/ 2181646 w 10011411"/>
              <a:gd name="connsiteY51" fmla="*/ 595069 h 6857998"/>
              <a:gd name="connsiteX52" fmla="*/ 969567 w 10011411"/>
              <a:gd name="connsiteY52" fmla="*/ 1474834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011411" h="6857998">
                <a:moveTo>
                  <a:pt x="4030453" y="4435035"/>
                </a:moveTo>
                <a:lnTo>
                  <a:pt x="5623936" y="6857998"/>
                </a:lnTo>
                <a:lnTo>
                  <a:pt x="4508500" y="6857998"/>
                </a:lnTo>
                <a:lnTo>
                  <a:pt x="3275747" y="4982824"/>
                </a:lnTo>
                <a:close/>
                <a:moveTo>
                  <a:pt x="3519700" y="3658412"/>
                </a:moveTo>
                <a:lnTo>
                  <a:pt x="4016529" y="4413863"/>
                </a:lnTo>
                <a:lnTo>
                  <a:pt x="3261827" y="4961650"/>
                </a:lnTo>
                <a:lnTo>
                  <a:pt x="2760749" y="4199448"/>
                </a:lnTo>
                <a:close/>
                <a:moveTo>
                  <a:pt x="2706283" y="1392683"/>
                </a:moveTo>
                <a:lnTo>
                  <a:pt x="3784828" y="3032412"/>
                </a:lnTo>
                <a:cubicBezTo>
                  <a:pt x="3885022" y="3184793"/>
                  <a:pt x="3845755" y="3394934"/>
                  <a:pt x="3697175" y="3500828"/>
                </a:cubicBezTo>
                <a:lnTo>
                  <a:pt x="3526323" y="3622621"/>
                </a:lnTo>
                <a:lnTo>
                  <a:pt x="2447854" y="1982842"/>
                </a:lnTo>
                <a:cubicBezTo>
                  <a:pt x="2347660" y="1830461"/>
                  <a:pt x="2386926" y="1620320"/>
                  <a:pt x="2535508" y="1514425"/>
                </a:cubicBezTo>
                <a:close/>
                <a:moveTo>
                  <a:pt x="2195548" y="616203"/>
                </a:moveTo>
                <a:lnTo>
                  <a:pt x="2692331" y="1371471"/>
                </a:lnTo>
                <a:lnTo>
                  <a:pt x="2520941" y="1493652"/>
                </a:lnTo>
                <a:cubicBezTo>
                  <a:pt x="2361340" y="1607400"/>
                  <a:pt x="2319159" y="1832994"/>
                  <a:pt x="2426827" y="1996649"/>
                </a:cubicBezTo>
                <a:lnTo>
                  <a:pt x="3505789" y="3637259"/>
                </a:lnTo>
                <a:lnTo>
                  <a:pt x="2746835" y="4178283"/>
                </a:lnTo>
                <a:lnTo>
                  <a:pt x="978287" y="1488098"/>
                </a:lnTo>
                <a:lnTo>
                  <a:pt x="983485" y="1496005"/>
                </a:lnTo>
                <a:close/>
                <a:moveTo>
                  <a:pt x="3827485" y="593396"/>
                </a:moveTo>
                <a:lnTo>
                  <a:pt x="5413266" y="2991625"/>
                </a:lnTo>
                <a:cubicBezTo>
                  <a:pt x="5513840" y="3143753"/>
                  <a:pt x="5475587" y="3354781"/>
                  <a:pt x="5328019" y="3461941"/>
                </a:cubicBezTo>
                <a:lnTo>
                  <a:pt x="4036962" y="4399032"/>
                </a:lnTo>
                <a:lnTo>
                  <a:pt x="3540235" y="3643774"/>
                </a:lnTo>
                <a:lnTo>
                  <a:pt x="3711614" y="3521602"/>
                </a:lnTo>
                <a:cubicBezTo>
                  <a:pt x="3871216" y="3407854"/>
                  <a:pt x="3913396" y="3182260"/>
                  <a:pt x="3805728" y="3018605"/>
                </a:cubicBezTo>
                <a:lnTo>
                  <a:pt x="2726740" y="1378099"/>
                </a:lnTo>
                <a:close/>
                <a:moveTo>
                  <a:pt x="4659872" y="0"/>
                </a:moveTo>
                <a:lnTo>
                  <a:pt x="10011411" y="0"/>
                </a:lnTo>
                <a:lnTo>
                  <a:pt x="10011411" y="6857998"/>
                </a:lnTo>
                <a:lnTo>
                  <a:pt x="5654204" y="6857998"/>
                </a:lnTo>
                <a:lnTo>
                  <a:pt x="4050886" y="4420203"/>
                </a:lnTo>
                <a:lnTo>
                  <a:pt x="5342839" y="3482462"/>
                </a:lnTo>
                <a:cubicBezTo>
                  <a:pt x="5501300" y="3367447"/>
                  <a:pt x="5542340" y="3140966"/>
                  <a:pt x="5434420" y="2977692"/>
                </a:cubicBezTo>
                <a:lnTo>
                  <a:pt x="3848124" y="578682"/>
                </a:lnTo>
                <a:close/>
                <a:moveTo>
                  <a:pt x="3465482" y="0"/>
                </a:moveTo>
                <a:lnTo>
                  <a:pt x="4616166" y="0"/>
                </a:lnTo>
                <a:lnTo>
                  <a:pt x="3834122" y="557507"/>
                </a:lnTo>
                <a:close/>
                <a:moveTo>
                  <a:pt x="3044462" y="0"/>
                </a:moveTo>
                <a:lnTo>
                  <a:pt x="3435114" y="0"/>
                </a:lnTo>
                <a:lnTo>
                  <a:pt x="3813483" y="572220"/>
                </a:lnTo>
                <a:lnTo>
                  <a:pt x="2712789" y="1356887"/>
                </a:lnTo>
                <a:lnTo>
                  <a:pt x="2215908" y="601424"/>
                </a:lnTo>
                <a:close/>
                <a:moveTo>
                  <a:pt x="1820342" y="0"/>
                </a:moveTo>
                <a:lnTo>
                  <a:pt x="3001490" y="0"/>
                </a:lnTo>
                <a:lnTo>
                  <a:pt x="2202008" y="580290"/>
                </a:lnTo>
                <a:close/>
                <a:moveTo>
                  <a:pt x="0" y="0"/>
                </a:moveTo>
                <a:lnTo>
                  <a:pt x="1790235" y="0"/>
                </a:lnTo>
                <a:lnTo>
                  <a:pt x="2181646" y="595069"/>
                </a:lnTo>
                <a:lnTo>
                  <a:pt x="969567" y="1474834"/>
                </a:lnTo>
                <a:close/>
              </a:path>
            </a:pathLst>
          </a:custGeom>
          <a:blipFill dpi="0" rotWithShape="1">
            <a:blip r:embed="rId3"/>
            <a:srcRect/>
            <a:tile tx="0" ty="0" sx="100000" sy="100000" flip="none" algn="tl"/>
          </a:blipFill>
        </p:spPr>
        <p:txBody>
          <a:bodyPr wrap="square" rIns="1440000" anchor="ctr">
            <a:noAutofit/>
          </a:bodyPr>
          <a:lstStyle>
            <a:lvl1pPr algn="r">
              <a:defRPr>
                <a:solidFill>
                  <a:schemeClr val="bg1"/>
                </a:solidFill>
              </a:defRPr>
            </a:lvl1pPr>
          </a:lstStyle>
          <a:p>
            <a:r>
              <a:rPr lang="de-DE"/>
              <a:t>Bild durch Klicken auf Symbol hinzufügen</a:t>
            </a:r>
          </a:p>
        </p:txBody>
      </p:sp>
      <p:sp>
        <p:nvSpPr>
          <p:cNvPr id="17" name="design element grey">
            <a:extLst>
              <a:ext uri="{FF2B5EF4-FFF2-40B4-BE49-F238E27FC236}">
                <a16:creationId xmlns:a16="http://schemas.microsoft.com/office/drawing/2014/main" id="{0A0B5A01-CEA4-C7D9-CBFF-296EEE06A8B3}"/>
              </a:ext>
              <a:ext uri="{C183D7F6-B498-43B3-948B-1728B52AA6E4}">
                <adec:decorative xmlns:adec="http://schemas.microsoft.com/office/drawing/2017/decorative" val="1"/>
              </a:ext>
            </a:extLst>
          </p:cNvPr>
          <p:cNvSpPr>
            <a:spLocks noChangeAspect="1"/>
          </p:cNvSpPr>
          <p:nvPr/>
        </p:nvSpPr>
        <p:spPr>
          <a:xfrm>
            <a:off x="2635867" y="1474837"/>
            <a:ext cx="3560683" cy="5383165"/>
          </a:xfrm>
          <a:custGeom>
            <a:avLst/>
            <a:gdLst>
              <a:gd name="connsiteX0" fmla="*/ 1943233 w 3560683"/>
              <a:gd name="connsiteY0" fmla="*/ 2982842 h 5383165"/>
              <a:gd name="connsiteX1" fmla="*/ 119290 w 3560683"/>
              <a:gd name="connsiteY1" fmla="*/ 4283080 h 5383165"/>
              <a:gd name="connsiteX2" fmla="*/ 26950 w 3560683"/>
              <a:gd name="connsiteY2" fmla="*/ 4410128 h 5383165"/>
              <a:gd name="connsiteX3" fmla="*/ 175658 w 3560683"/>
              <a:gd name="connsiteY3" fmla="*/ 4460542 h 5383165"/>
              <a:gd name="connsiteX4" fmla="*/ 1118951 w 3560683"/>
              <a:gd name="connsiteY4" fmla="*/ 4464341 h 5383165"/>
              <a:gd name="connsiteX5" fmla="*/ 1732021 w 3560683"/>
              <a:gd name="connsiteY5" fmla="*/ 4266740 h 5383165"/>
              <a:gd name="connsiteX6" fmla="*/ 2448403 w 3560683"/>
              <a:gd name="connsiteY6" fmla="*/ 3746768 h 5383165"/>
              <a:gd name="connsiteX7" fmla="*/ 514290 w 3560683"/>
              <a:gd name="connsiteY7" fmla="*/ 0 h 5383165"/>
              <a:gd name="connsiteX8" fmla="*/ 528208 w 3560683"/>
              <a:gd name="connsiteY8" fmla="*/ 21171 h 5383165"/>
              <a:gd name="connsiteX9" fmla="*/ 449259 w 3560683"/>
              <a:gd name="connsiteY9" fmla="*/ 78478 h 5383165"/>
              <a:gd name="connsiteX10" fmla="*/ 364012 w 3560683"/>
              <a:gd name="connsiteY10" fmla="*/ 548795 h 5383165"/>
              <a:gd name="connsiteX11" fmla="*/ 1949830 w 3560683"/>
              <a:gd name="connsiteY11" fmla="*/ 2947049 h 5383165"/>
              <a:gd name="connsiteX12" fmla="*/ 2291557 w 3560683"/>
              <a:gd name="connsiteY12" fmla="*/ 2703447 h 5383165"/>
              <a:gd name="connsiteX13" fmla="*/ 2305471 w 3560683"/>
              <a:gd name="connsiteY13" fmla="*/ 2724612 h 5383165"/>
              <a:gd name="connsiteX14" fmla="*/ 1963802 w 3560683"/>
              <a:gd name="connsiteY14" fmla="*/ 2968179 h 5383165"/>
              <a:gd name="connsiteX15" fmla="*/ 2468830 w 3560683"/>
              <a:gd name="connsiteY15" fmla="*/ 3731941 h 5383165"/>
              <a:gd name="connsiteX16" fmla="*/ 2806549 w 3560683"/>
              <a:gd name="connsiteY16" fmla="*/ 3486814 h 5383165"/>
              <a:gd name="connsiteX17" fmla="*/ 2820469 w 3560683"/>
              <a:gd name="connsiteY17" fmla="*/ 3507988 h 5383165"/>
              <a:gd name="connsiteX18" fmla="*/ 2482805 w 3560683"/>
              <a:gd name="connsiteY18" fmla="*/ 3753075 h 5383165"/>
              <a:gd name="connsiteX19" fmla="*/ 3560683 w 3560683"/>
              <a:gd name="connsiteY19" fmla="*/ 5383165 h 5383165"/>
              <a:gd name="connsiteX20" fmla="*/ 3530520 w 3560683"/>
              <a:gd name="connsiteY20" fmla="*/ 5383165 h 5383165"/>
              <a:gd name="connsiteX21" fmla="*/ 2462378 w 3560683"/>
              <a:gd name="connsiteY21" fmla="*/ 3767902 h 5383165"/>
              <a:gd name="connsiteX22" fmla="*/ 1746842 w 3560683"/>
              <a:gd name="connsiteY22" fmla="*/ 4287260 h 5383165"/>
              <a:gd name="connsiteX23" fmla="*/ 1121104 w 3560683"/>
              <a:gd name="connsiteY23" fmla="*/ 4489802 h 5383165"/>
              <a:gd name="connsiteX24" fmla="*/ 1118951 w 3560683"/>
              <a:gd name="connsiteY24" fmla="*/ 4489802 h 5383165"/>
              <a:gd name="connsiteX25" fmla="*/ 175658 w 3560683"/>
              <a:gd name="connsiteY25" fmla="*/ 4486002 h 5383165"/>
              <a:gd name="connsiteX26" fmla="*/ 2883 w 3560683"/>
              <a:gd name="connsiteY26" fmla="*/ 4417855 h 5383165"/>
              <a:gd name="connsiteX27" fmla="*/ 104597 w 3560683"/>
              <a:gd name="connsiteY27" fmla="*/ 4262433 h 5383165"/>
              <a:gd name="connsiteX28" fmla="*/ 1929261 w 3560683"/>
              <a:gd name="connsiteY28" fmla="*/ 2961712 h 5383165"/>
              <a:gd name="connsiteX29" fmla="*/ 342859 w 3560683"/>
              <a:gd name="connsiteY29" fmla="*/ 562728 h 5383165"/>
              <a:gd name="connsiteX30" fmla="*/ 434439 w 3560683"/>
              <a:gd name="connsiteY30" fmla="*/ 57958 h 5383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560683" h="5383165">
                <a:moveTo>
                  <a:pt x="1943233" y="2982842"/>
                </a:moveTo>
                <a:lnTo>
                  <a:pt x="119290" y="4283080"/>
                </a:lnTo>
                <a:cubicBezTo>
                  <a:pt x="50510" y="4332101"/>
                  <a:pt x="16943" y="4378461"/>
                  <a:pt x="26950" y="4410128"/>
                </a:cubicBezTo>
                <a:cubicBezTo>
                  <a:pt x="36957" y="4441795"/>
                  <a:pt x="91170" y="4460288"/>
                  <a:pt x="175658" y="4460542"/>
                </a:cubicBezTo>
                <a:lnTo>
                  <a:pt x="1118951" y="4464341"/>
                </a:lnTo>
                <a:cubicBezTo>
                  <a:pt x="1305659" y="4464848"/>
                  <a:pt x="1580907" y="4376434"/>
                  <a:pt x="1732021" y="4266740"/>
                </a:cubicBezTo>
                <a:lnTo>
                  <a:pt x="2448403" y="3746768"/>
                </a:lnTo>
                <a:close/>
                <a:moveTo>
                  <a:pt x="514290" y="0"/>
                </a:moveTo>
                <a:lnTo>
                  <a:pt x="528208" y="21171"/>
                </a:lnTo>
                <a:lnTo>
                  <a:pt x="449259" y="78478"/>
                </a:lnTo>
                <a:cubicBezTo>
                  <a:pt x="301565" y="185639"/>
                  <a:pt x="263311" y="396667"/>
                  <a:pt x="364012" y="548795"/>
                </a:cubicBezTo>
                <a:lnTo>
                  <a:pt x="1949830" y="2947049"/>
                </a:lnTo>
                <a:lnTo>
                  <a:pt x="2291557" y="2703447"/>
                </a:lnTo>
                <a:lnTo>
                  <a:pt x="2305471" y="2724612"/>
                </a:lnTo>
                <a:lnTo>
                  <a:pt x="1963802" y="2968179"/>
                </a:lnTo>
                <a:lnTo>
                  <a:pt x="2468830" y="3731941"/>
                </a:lnTo>
                <a:lnTo>
                  <a:pt x="2806549" y="3486814"/>
                </a:lnTo>
                <a:lnTo>
                  <a:pt x="2820469" y="3507988"/>
                </a:lnTo>
                <a:lnTo>
                  <a:pt x="2482805" y="3753075"/>
                </a:lnTo>
                <a:lnTo>
                  <a:pt x="3560683" y="5383165"/>
                </a:lnTo>
                <a:lnTo>
                  <a:pt x="3530520" y="5383165"/>
                </a:lnTo>
                <a:lnTo>
                  <a:pt x="2462378" y="3767902"/>
                </a:lnTo>
                <a:lnTo>
                  <a:pt x="1746842" y="4287260"/>
                </a:lnTo>
                <a:cubicBezTo>
                  <a:pt x="1592687" y="4399234"/>
                  <a:pt x="1312499" y="4489802"/>
                  <a:pt x="1121104" y="4489802"/>
                </a:cubicBezTo>
                <a:lnTo>
                  <a:pt x="1118951" y="4489802"/>
                </a:lnTo>
                <a:lnTo>
                  <a:pt x="175658" y="4486002"/>
                </a:lnTo>
                <a:cubicBezTo>
                  <a:pt x="78124" y="4485622"/>
                  <a:pt x="16816" y="4461428"/>
                  <a:pt x="2883" y="4417855"/>
                </a:cubicBezTo>
                <a:cubicBezTo>
                  <a:pt x="-10924" y="4374281"/>
                  <a:pt x="25177" y="4319180"/>
                  <a:pt x="104597" y="4262433"/>
                </a:cubicBezTo>
                <a:lnTo>
                  <a:pt x="1929261" y="2961712"/>
                </a:lnTo>
                <a:lnTo>
                  <a:pt x="342859" y="562728"/>
                </a:lnTo>
                <a:cubicBezTo>
                  <a:pt x="234811" y="399454"/>
                  <a:pt x="275852" y="173099"/>
                  <a:pt x="434439" y="57958"/>
                </a:cubicBezTo>
                <a:close/>
              </a:path>
            </a:pathLst>
          </a:custGeom>
          <a:solidFill>
            <a:srgbClr val="F2F2F2"/>
          </a:solidFill>
          <a:ln w="0" cap="flat">
            <a:noFill/>
            <a:prstDash val="solid"/>
            <a:miter/>
          </a:ln>
        </p:spPr>
        <p:txBody>
          <a:bodyPr wrap="square" rtlCol="0" anchor="ctr">
            <a:noAutofit/>
          </a:bodyPr>
          <a:lstStyle/>
          <a:p>
            <a:endParaRPr lang="de-DE"/>
          </a:p>
        </p:txBody>
      </p:sp>
      <p:grpSp>
        <p:nvGrpSpPr>
          <p:cNvPr id="20" name="logo drees&amp;sommer blue">
            <a:extLst>
              <a:ext uri="{FF2B5EF4-FFF2-40B4-BE49-F238E27FC236}">
                <a16:creationId xmlns:a16="http://schemas.microsoft.com/office/drawing/2014/main" id="{1959C79B-0EC4-F061-AA52-335F8BA7A1E9}"/>
              </a:ext>
              <a:ext uri="{C183D7F6-B498-43B3-948B-1728B52AA6E4}">
                <adec:decorative xmlns:adec="http://schemas.microsoft.com/office/drawing/2017/decorative" val="1"/>
              </a:ext>
            </a:extLst>
          </p:cNvPr>
          <p:cNvGrpSpPr>
            <a:grpSpLocks noChangeAspect="1"/>
          </p:cNvGrpSpPr>
          <p:nvPr/>
        </p:nvGrpSpPr>
        <p:grpSpPr bwMode="gray">
          <a:xfrm>
            <a:off x="360000" y="360000"/>
            <a:ext cx="1346399" cy="406312"/>
            <a:chOff x="95247" y="1619247"/>
            <a:chExt cx="12004075" cy="3622552"/>
          </a:xfrm>
          <a:solidFill>
            <a:srgbClr val="002965"/>
          </a:solidFill>
        </p:grpSpPr>
        <p:sp>
          <p:nvSpPr>
            <p:cNvPr id="21" name="d">
              <a:extLst>
                <a:ext uri="{FF2B5EF4-FFF2-40B4-BE49-F238E27FC236}">
                  <a16:creationId xmlns:a16="http://schemas.microsoft.com/office/drawing/2014/main" id="{94760A3E-56D1-0A43-6357-4972BEEE3B88}"/>
                </a:ext>
              </a:extLst>
            </p:cNvPr>
            <p:cNvSpPr/>
            <p:nvPr/>
          </p:nvSpPr>
          <p:spPr bwMode="gray">
            <a:xfrm>
              <a:off x="146585" y="1619247"/>
              <a:ext cx="1890145" cy="1555528"/>
            </a:xfrm>
            <a:custGeom>
              <a:avLst/>
              <a:gdLst>
                <a:gd name="connsiteX0" fmla="*/ 361760 w 1890141"/>
                <a:gd name="connsiteY0" fmla="*/ 1263206 h 1555527"/>
                <a:gd name="connsiteX1" fmla="*/ 361760 w 1890141"/>
                <a:gd name="connsiteY1" fmla="*/ 277368 h 1555527"/>
                <a:gd name="connsiteX2" fmla="*/ 1003840 w 1890141"/>
                <a:gd name="connsiteY2" fmla="*/ 277368 h 1555527"/>
                <a:gd name="connsiteX3" fmla="*/ 1516380 w 1890141"/>
                <a:gd name="connsiteY3" fmla="*/ 762762 h 1555527"/>
                <a:gd name="connsiteX4" fmla="*/ 828961 w 1890141"/>
                <a:gd name="connsiteY4" fmla="*/ 1263206 h 1555527"/>
                <a:gd name="connsiteX5" fmla="*/ 361760 w 1890141"/>
                <a:gd name="connsiteY5" fmla="*/ 1263206 h 1555527"/>
                <a:gd name="connsiteX6" fmla="*/ 0 w 1890141"/>
                <a:gd name="connsiteY6" fmla="*/ 1555528 h 1555527"/>
                <a:gd name="connsiteX7" fmla="*/ 907447 w 1890141"/>
                <a:gd name="connsiteY7" fmla="*/ 1555528 h 1555527"/>
                <a:gd name="connsiteX8" fmla="*/ 1546574 w 1890141"/>
                <a:gd name="connsiteY8" fmla="*/ 1435037 h 1555527"/>
                <a:gd name="connsiteX9" fmla="*/ 1890141 w 1890141"/>
                <a:gd name="connsiteY9" fmla="*/ 768763 h 1555527"/>
                <a:gd name="connsiteX10" fmla="*/ 1000792 w 1890141"/>
                <a:gd name="connsiteY10" fmla="*/ 0 h 1555527"/>
                <a:gd name="connsiteX11" fmla="*/ 0 w 1890141"/>
                <a:gd name="connsiteY11" fmla="*/ 0 h 1555527"/>
                <a:gd name="connsiteX12" fmla="*/ 0 w 1890141"/>
                <a:gd name="connsiteY12" fmla="*/ 1555528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0141" h="1555527">
                  <a:moveTo>
                    <a:pt x="361760" y="1263206"/>
                  </a:moveTo>
                  <a:lnTo>
                    <a:pt x="361760" y="277368"/>
                  </a:lnTo>
                  <a:lnTo>
                    <a:pt x="1003840" y="277368"/>
                  </a:lnTo>
                  <a:cubicBezTo>
                    <a:pt x="1344549" y="277368"/>
                    <a:pt x="1516380" y="446246"/>
                    <a:pt x="1516380" y="762762"/>
                  </a:cubicBezTo>
                  <a:cubicBezTo>
                    <a:pt x="1516380" y="1148620"/>
                    <a:pt x="1287209" y="1263206"/>
                    <a:pt x="828961" y="1263206"/>
                  </a:cubicBezTo>
                  <a:lnTo>
                    <a:pt x="361760" y="1263206"/>
                  </a:lnTo>
                  <a:close/>
                  <a:moveTo>
                    <a:pt x="0" y="1555528"/>
                  </a:moveTo>
                  <a:lnTo>
                    <a:pt x="907447" y="1555528"/>
                  </a:lnTo>
                  <a:cubicBezTo>
                    <a:pt x="1184624" y="1555528"/>
                    <a:pt x="1395698" y="1528382"/>
                    <a:pt x="1546574" y="1435037"/>
                  </a:cubicBezTo>
                  <a:cubicBezTo>
                    <a:pt x="1763649" y="1302353"/>
                    <a:pt x="1890141" y="1061180"/>
                    <a:pt x="1890141" y="768763"/>
                  </a:cubicBezTo>
                  <a:cubicBezTo>
                    <a:pt x="1890141" y="286417"/>
                    <a:pt x="1582769" y="0"/>
                    <a:pt x="1000792" y="0"/>
                  </a:cubicBezTo>
                  <a:lnTo>
                    <a:pt x="0" y="0"/>
                  </a:lnTo>
                  <a:lnTo>
                    <a:pt x="0" y="1555528"/>
                  </a:lnTo>
                  <a:close/>
                </a:path>
              </a:pathLst>
            </a:custGeom>
            <a:grpFill/>
            <a:ln w="9525" cap="flat">
              <a:noFill/>
              <a:prstDash val="solid"/>
              <a:miter/>
            </a:ln>
          </p:spPr>
          <p:txBody>
            <a:bodyPr lIns="0" tIns="0" rIns="0" bIns="0" rtlCol="0" anchor="ctr"/>
            <a:lstStyle/>
            <a:p>
              <a:endParaRPr lang="de-DE" sz="100"/>
            </a:p>
          </p:txBody>
        </p:sp>
        <p:sp>
          <p:nvSpPr>
            <p:cNvPr id="23" name="r">
              <a:extLst>
                <a:ext uri="{FF2B5EF4-FFF2-40B4-BE49-F238E27FC236}">
                  <a16:creationId xmlns:a16="http://schemas.microsoft.com/office/drawing/2014/main" id="{53DD54E1-E232-02AA-71B0-8AB9E05D7722}"/>
                </a:ext>
              </a:extLst>
            </p:cNvPr>
            <p:cNvSpPr/>
            <p:nvPr/>
          </p:nvSpPr>
          <p:spPr bwMode="gray">
            <a:xfrm>
              <a:off x="2405150" y="1899664"/>
              <a:ext cx="1579811" cy="1275112"/>
            </a:xfrm>
            <a:custGeom>
              <a:avLst/>
              <a:gdLst>
                <a:gd name="connsiteX0" fmla="*/ 1015937 w 1579816"/>
                <a:gd name="connsiteY0" fmla="*/ 220028 h 1275111"/>
                <a:gd name="connsiteX1" fmla="*/ 1157668 w 1579816"/>
                <a:gd name="connsiteY1" fmla="*/ 322517 h 1275111"/>
                <a:gd name="connsiteX2" fmla="*/ 1157668 w 1579816"/>
                <a:gd name="connsiteY2" fmla="*/ 470249 h 1275111"/>
                <a:gd name="connsiteX3" fmla="*/ 1015937 w 1579816"/>
                <a:gd name="connsiteY3" fmla="*/ 572738 h 1275111"/>
                <a:gd name="connsiteX4" fmla="*/ 307467 w 1579816"/>
                <a:gd name="connsiteY4" fmla="*/ 572738 h 1275111"/>
                <a:gd name="connsiteX5" fmla="*/ 307467 w 1579816"/>
                <a:gd name="connsiteY5" fmla="*/ 220028 h 1275111"/>
                <a:gd name="connsiteX6" fmla="*/ 1015937 w 1579816"/>
                <a:gd name="connsiteY6" fmla="*/ 220028 h 1275111"/>
                <a:gd name="connsiteX7" fmla="*/ 0 w 1579816"/>
                <a:gd name="connsiteY7" fmla="*/ 1275112 h 1275111"/>
                <a:gd name="connsiteX8" fmla="*/ 307562 w 1579816"/>
                <a:gd name="connsiteY8" fmla="*/ 1275112 h 1275111"/>
                <a:gd name="connsiteX9" fmla="*/ 307562 w 1579816"/>
                <a:gd name="connsiteY9" fmla="*/ 792671 h 1275111"/>
                <a:gd name="connsiteX10" fmla="*/ 599980 w 1579816"/>
                <a:gd name="connsiteY10" fmla="*/ 792671 h 1275111"/>
                <a:gd name="connsiteX11" fmla="*/ 1133570 w 1579816"/>
                <a:gd name="connsiteY11" fmla="*/ 1275112 h 1275111"/>
                <a:gd name="connsiteX12" fmla="*/ 1579817 w 1579816"/>
                <a:gd name="connsiteY12" fmla="*/ 1275112 h 1275111"/>
                <a:gd name="connsiteX13" fmla="*/ 973741 w 1579816"/>
                <a:gd name="connsiteY13" fmla="*/ 792671 h 1275111"/>
                <a:gd name="connsiteX14" fmla="*/ 1148620 w 1579816"/>
                <a:gd name="connsiteY14" fmla="*/ 792671 h 1275111"/>
                <a:gd name="connsiteX15" fmla="*/ 1447133 w 1579816"/>
                <a:gd name="connsiteY15" fmla="*/ 548640 h 1275111"/>
                <a:gd name="connsiteX16" fmla="*/ 1447133 w 1579816"/>
                <a:gd name="connsiteY16" fmla="*/ 247174 h 1275111"/>
                <a:gd name="connsiteX17" fmla="*/ 1148620 w 1579816"/>
                <a:gd name="connsiteY17" fmla="*/ 0 h 1275111"/>
                <a:gd name="connsiteX18" fmla="*/ 0 w 1579816"/>
                <a:gd name="connsiteY18" fmla="*/ 0 h 1275111"/>
                <a:gd name="connsiteX19" fmla="*/ 0 w 1579816"/>
                <a:gd name="connsiteY19" fmla="*/ 1275112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79816" h="1275111">
                  <a:moveTo>
                    <a:pt x="1015937" y="220028"/>
                  </a:moveTo>
                  <a:cubicBezTo>
                    <a:pt x="1109282" y="220028"/>
                    <a:pt x="1157668" y="238220"/>
                    <a:pt x="1157668" y="322517"/>
                  </a:cubicBezTo>
                  <a:lnTo>
                    <a:pt x="1157668" y="470249"/>
                  </a:lnTo>
                  <a:cubicBezTo>
                    <a:pt x="1157668" y="554736"/>
                    <a:pt x="1109282" y="572738"/>
                    <a:pt x="1015937" y="572738"/>
                  </a:cubicBezTo>
                  <a:lnTo>
                    <a:pt x="307467" y="572738"/>
                  </a:lnTo>
                  <a:lnTo>
                    <a:pt x="307467" y="220028"/>
                  </a:lnTo>
                  <a:lnTo>
                    <a:pt x="1015937" y="220028"/>
                  </a:lnTo>
                  <a:close/>
                  <a:moveTo>
                    <a:pt x="0" y="1275112"/>
                  </a:moveTo>
                  <a:lnTo>
                    <a:pt x="307562" y="1275112"/>
                  </a:lnTo>
                  <a:lnTo>
                    <a:pt x="307562" y="792671"/>
                  </a:lnTo>
                  <a:lnTo>
                    <a:pt x="599980" y="792671"/>
                  </a:lnTo>
                  <a:lnTo>
                    <a:pt x="1133570" y="1275112"/>
                  </a:lnTo>
                  <a:lnTo>
                    <a:pt x="1579817" y="1275112"/>
                  </a:lnTo>
                  <a:lnTo>
                    <a:pt x="973741" y="792671"/>
                  </a:lnTo>
                  <a:lnTo>
                    <a:pt x="1148620" y="792671"/>
                  </a:lnTo>
                  <a:cubicBezTo>
                    <a:pt x="1353693" y="792671"/>
                    <a:pt x="1447133" y="723329"/>
                    <a:pt x="1447133" y="548640"/>
                  </a:cubicBezTo>
                  <a:lnTo>
                    <a:pt x="1447133" y="247174"/>
                  </a:lnTo>
                  <a:cubicBezTo>
                    <a:pt x="1447133" y="69342"/>
                    <a:pt x="1353598" y="0"/>
                    <a:pt x="1148620" y="0"/>
                  </a:cubicBezTo>
                  <a:lnTo>
                    <a:pt x="0" y="0"/>
                  </a:lnTo>
                  <a:lnTo>
                    <a:pt x="0" y="1275112"/>
                  </a:lnTo>
                  <a:close/>
                </a:path>
              </a:pathLst>
            </a:custGeom>
            <a:grpFill/>
            <a:ln w="9525" cap="flat">
              <a:noFill/>
              <a:prstDash val="solid"/>
              <a:miter/>
            </a:ln>
          </p:spPr>
          <p:txBody>
            <a:bodyPr lIns="0" tIns="0" rIns="0" bIns="0" rtlCol="0" anchor="ctr"/>
            <a:lstStyle/>
            <a:p>
              <a:endParaRPr lang="de-DE" sz="100"/>
            </a:p>
          </p:txBody>
        </p:sp>
        <p:sp>
          <p:nvSpPr>
            <p:cNvPr id="24" name="e">
              <a:extLst>
                <a:ext uri="{FF2B5EF4-FFF2-40B4-BE49-F238E27FC236}">
                  <a16:creationId xmlns:a16="http://schemas.microsoft.com/office/drawing/2014/main" id="{DD0014E8-D9F0-E255-FE83-DBBF069948BE}"/>
                </a:ext>
              </a:extLst>
            </p:cNvPr>
            <p:cNvSpPr/>
            <p:nvPr/>
          </p:nvSpPr>
          <p:spPr bwMode="gray">
            <a:xfrm>
              <a:off x="4279102" y="1899664"/>
              <a:ext cx="1383701" cy="1275112"/>
            </a:xfrm>
            <a:custGeom>
              <a:avLst/>
              <a:gdLst>
                <a:gd name="connsiteX0" fmla="*/ 0 w 1383696"/>
                <a:gd name="connsiteY0" fmla="*/ 1275112 h 1275111"/>
                <a:gd name="connsiteX1" fmla="*/ 1383697 w 1383696"/>
                <a:gd name="connsiteY1" fmla="*/ 1275112 h 1275111"/>
                <a:gd name="connsiteX2" fmla="*/ 1383697 w 1383696"/>
                <a:gd name="connsiteY2" fmla="*/ 1036987 h 1275111"/>
                <a:gd name="connsiteX3" fmla="*/ 313563 w 1383696"/>
                <a:gd name="connsiteY3" fmla="*/ 1036987 h 1275111"/>
                <a:gd name="connsiteX4" fmla="*/ 313563 w 1383696"/>
                <a:gd name="connsiteY4" fmla="*/ 723424 h 1275111"/>
                <a:gd name="connsiteX5" fmla="*/ 928497 w 1383696"/>
                <a:gd name="connsiteY5" fmla="*/ 723424 h 1275111"/>
                <a:gd name="connsiteX6" fmla="*/ 928497 w 1383696"/>
                <a:gd name="connsiteY6" fmla="*/ 503396 h 1275111"/>
                <a:gd name="connsiteX7" fmla="*/ 313563 w 1383696"/>
                <a:gd name="connsiteY7" fmla="*/ 503396 h 1275111"/>
                <a:gd name="connsiteX8" fmla="*/ 313563 w 1383696"/>
                <a:gd name="connsiteY8" fmla="*/ 226028 h 1275111"/>
                <a:gd name="connsiteX9" fmla="*/ 1368743 w 1383696"/>
                <a:gd name="connsiteY9" fmla="*/ 226028 h 1275111"/>
                <a:gd name="connsiteX10" fmla="*/ 1368743 w 1383696"/>
                <a:gd name="connsiteY10" fmla="*/ 0 h 1275111"/>
                <a:gd name="connsiteX11" fmla="*/ 0 w 1383696"/>
                <a:gd name="connsiteY11" fmla="*/ 0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3696" h="1275111">
                  <a:moveTo>
                    <a:pt x="0" y="1275112"/>
                  </a:moveTo>
                  <a:lnTo>
                    <a:pt x="1383697" y="1275112"/>
                  </a:lnTo>
                  <a:lnTo>
                    <a:pt x="1383697" y="1036987"/>
                  </a:lnTo>
                  <a:lnTo>
                    <a:pt x="313563" y="1036987"/>
                  </a:lnTo>
                  <a:lnTo>
                    <a:pt x="313563" y="723424"/>
                  </a:lnTo>
                  <a:lnTo>
                    <a:pt x="928497" y="723424"/>
                  </a:lnTo>
                  <a:lnTo>
                    <a:pt x="928497" y="503396"/>
                  </a:lnTo>
                  <a:lnTo>
                    <a:pt x="313563" y="503396"/>
                  </a:lnTo>
                  <a:lnTo>
                    <a:pt x="313563" y="226028"/>
                  </a:lnTo>
                  <a:lnTo>
                    <a:pt x="1368743" y="226028"/>
                  </a:lnTo>
                  <a:lnTo>
                    <a:pt x="1368743" y="0"/>
                  </a:lnTo>
                  <a:lnTo>
                    <a:pt x="0" y="0"/>
                  </a:lnTo>
                  <a:close/>
                </a:path>
              </a:pathLst>
            </a:custGeom>
            <a:grpFill/>
            <a:ln w="9525" cap="flat">
              <a:noFill/>
              <a:prstDash val="solid"/>
              <a:miter/>
            </a:ln>
          </p:spPr>
          <p:txBody>
            <a:bodyPr lIns="0" tIns="0" rIns="0" bIns="0" rtlCol="0" anchor="ctr"/>
            <a:lstStyle/>
            <a:p>
              <a:endParaRPr lang="de-DE" sz="100"/>
            </a:p>
          </p:txBody>
        </p:sp>
        <p:sp>
          <p:nvSpPr>
            <p:cNvPr id="25" name="e">
              <a:extLst>
                <a:ext uri="{FF2B5EF4-FFF2-40B4-BE49-F238E27FC236}">
                  <a16:creationId xmlns:a16="http://schemas.microsoft.com/office/drawing/2014/main" id="{2BD5D2CD-A5AF-826C-BB40-E5C11CBFCA0C}"/>
                </a:ext>
              </a:extLst>
            </p:cNvPr>
            <p:cNvSpPr/>
            <p:nvPr/>
          </p:nvSpPr>
          <p:spPr bwMode="gray">
            <a:xfrm>
              <a:off x="6022562" y="1899664"/>
              <a:ext cx="1383701" cy="1275112"/>
            </a:xfrm>
            <a:custGeom>
              <a:avLst/>
              <a:gdLst>
                <a:gd name="connsiteX0" fmla="*/ 0 w 1383696"/>
                <a:gd name="connsiteY0" fmla="*/ 1275112 h 1275111"/>
                <a:gd name="connsiteX1" fmla="*/ 1383697 w 1383696"/>
                <a:gd name="connsiteY1" fmla="*/ 1275112 h 1275111"/>
                <a:gd name="connsiteX2" fmla="*/ 1383697 w 1383696"/>
                <a:gd name="connsiteY2" fmla="*/ 1036987 h 1275111"/>
                <a:gd name="connsiteX3" fmla="*/ 313563 w 1383696"/>
                <a:gd name="connsiteY3" fmla="*/ 1036987 h 1275111"/>
                <a:gd name="connsiteX4" fmla="*/ 313563 w 1383696"/>
                <a:gd name="connsiteY4" fmla="*/ 723424 h 1275111"/>
                <a:gd name="connsiteX5" fmla="*/ 928497 w 1383696"/>
                <a:gd name="connsiteY5" fmla="*/ 723424 h 1275111"/>
                <a:gd name="connsiteX6" fmla="*/ 928497 w 1383696"/>
                <a:gd name="connsiteY6" fmla="*/ 503396 h 1275111"/>
                <a:gd name="connsiteX7" fmla="*/ 313563 w 1383696"/>
                <a:gd name="connsiteY7" fmla="*/ 503396 h 1275111"/>
                <a:gd name="connsiteX8" fmla="*/ 313563 w 1383696"/>
                <a:gd name="connsiteY8" fmla="*/ 226028 h 1275111"/>
                <a:gd name="connsiteX9" fmla="*/ 1368743 w 1383696"/>
                <a:gd name="connsiteY9" fmla="*/ 226028 h 1275111"/>
                <a:gd name="connsiteX10" fmla="*/ 1368743 w 1383696"/>
                <a:gd name="connsiteY10" fmla="*/ 0 h 1275111"/>
                <a:gd name="connsiteX11" fmla="*/ 0 w 1383696"/>
                <a:gd name="connsiteY11" fmla="*/ 0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3696" h="1275111">
                  <a:moveTo>
                    <a:pt x="0" y="1275112"/>
                  </a:moveTo>
                  <a:lnTo>
                    <a:pt x="1383697" y="1275112"/>
                  </a:lnTo>
                  <a:lnTo>
                    <a:pt x="1383697" y="1036987"/>
                  </a:lnTo>
                  <a:lnTo>
                    <a:pt x="313563" y="1036987"/>
                  </a:lnTo>
                  <a:lnTo>
                    <a:pt x="313563" y="723424"/>
                  </a:lnTo>
                  <a:lnTo>
                    <a:pt x="928497" y="723424"/>
                  </a:lnTo>
                  <a:lnTo>
                    <a:pt x="928497" y="503396"/>
                  </a:lnTo>
                  <a:lnTo>
                    <a:pt x="313563" y="503396"/>
                  </a:lnTo>
                  <a:lnTo>
                    <a:pt x="313563" y="226028"/>
                  </a:lnTo>
                  <a:lnTo>
                    <a:pt x="1368743" y="226028"/>
                  </a:lnTo>
                  <a:lnTo>
                    <a:pt x="1368743" y="0"/>
                  </a:lnTo>
                  <a:lnTo>
                    <a:pt x="0" y="0"/>
                  </a:lnTo>
                  <a:close/>
                </a:path>
              </a:pathLst>
            </a:custGeom>
            <a:grpFill/>
            <a:ln w="9525" cap="flat">
              <a:noFill/>
              <a:prstDash val="solid"/>
              <a:miter/>
            </a:ln>
          </p:spPr>
          <p:txBody>
            <a:bodyPr lIns="0" tIns="0" rIns="0" bIns="0" rtlCol="0" anchor="ctr"/>
            <a:lstStyle/>
            <a:p>
              <a:endParaRPr lang="de-DE" sz="100"/>
            </a:p>
          </p:txBody>
        </p:sp>
        <p:sp>
          <p:nvSpPr>
            <p:cNvPr id="26" name="s">
              <a:extLst>
                <a:ext uri="{FF2B5EF4-FFF2-40B4-BE49-F238E27FC236}">
                  <a16:creationId xmlns:a16="http://schemas.microsoft.com/office/drawing/2014/main" id="{35A9CC71-C344-A46C-B581-04A60AA676AE}"/>
                </a:ext>
              </a:extLst>
            </p:cNvPr>
            <p:cNvSpPr/>
            <p:nvPr/>
          </p:nvSpPr>
          <p:spPr bwMode="gray">
            <a:xfrm>
              <a:off x="7714204" y="1899664"/>
              <a:ext cx="1495239" cy="1275213"/>
            </a:xfrm>
            <a:custGeom>
              <a:avLst/>
              <a:gdLst>
                <a:gd name="connsiteX0" fmla="*/ 1211770 w 1495234"/>
                <a:gd name="connsiteY0" fmla="*/ 229076 h 1275207"/>
                <a:gd name="connsiteX1" fmla="*/ 1211770 w 1495234"/>
                <a:gd name="connsiteY1" fmla="*/ 348234 h 1275207"/>
                <a:gd name="connsiteX2" fmla="*/ 1479995 w 1495234"/>
                <a:gd name="connsiteY2" fmla="*/ 291084 h 1275207"/>
                <a:gd name="connsiteX3" fmla="*/ 1479995 w 1495234"/>
                <a:gd name="connsiteY3" fmla="*/ 277368 h 1275207"/>
                <a:gd name="connsiteX4" fmla="*/ 1145477 w 1495234"/>
                <a:gd name="connsiteY4" fmla="*/ 0 h 1275207"/>
                <a:gd name="connsiteX5" fmla="*/ 388905 w 1495234"/>
                <a:gd name="connsiteY5" fmla="*/ 0 h 1275207"/>
                <a:gd name="connsiteX6" fmla="*/ 54197 w 1495234"/>
                <a:gd name="connsiteY6" fmla="*/ 301561 h 1275207"/>
                <a:gd name="connsiteX7" fmla="*/ 54197 w 1495234"/>
                <a:gd name="connsiteY7" fmla="*/ 443294 h 1275207"/>
                <a:gd name="connsiteX8" fmla="*/ 388905 w 1495234"/>
                <a:gd name="connsiteY8" fmla="*/ 744665 h 1275207"/>
                <a:gd name="connsiteX9" fmla="*/ 1214818 w 1495234"/>
                <a:gd name="connsiteY9" fmla="*/ 744665 h 1275207"/>
                <a:gd name="connsiteX10" fmla="*/ 1214818 w 1495234"/>
                <a:gd name="connsiteY10" fmla="*/ 1037177 h 1275207"/>
                <a:gd name="connsiteX11" fmla="*/ 277177 w 1495234"/>
                <a:gd name="connsiteY11" fmla="*/ 1037177 h 1275207"/>
                <a:gd name="connsiteX12" fmla="*/ 277177 w 1495234"/>
                <a:gd name="connsiteY12" fmla="*/ 902875 h 1275207"/>
                <a:gd name="connsiteX13" fmla="*/ 0 w 1495234"/>
                <a:gd name="connsiteY13" fmla="*/ 954214 h 1275207"/>
                <a:gd name="connsiteX14" fmla="*/ 0 w 1495234"/>
                <a:gd name="connsiteY14" fmla="*/ 973836 h 1275207"/>
                <a:gd name="connsiteX15" fmla="*/ 334518 w 1495234"/>
                <a:gd name="connsiteY15" fmla="*/ 1275207 h 1275207"/>
                <a:gd name="connsiteX16" fmla="*/ 1163669 w 1495234"/>
                <a:gd name="connsiteY16" fmla="*/ 1275207 h 1275207"/>
                <a:gd name="connsiteX17" fmla="*/ 1495234 w 1495234"/>
                <a:gd name="connsiteY17" fmla="*/ 973836 h 1275207"/>
                <a:gd name="connsiteX18" fmla="*/ 1495234 w 1495234"/>
                <a:gd name="connsiteY18" fmla="*/ 798957 h 1275207"/>
                <a:gd name="connsiteX19" fmla="*/ 1163669 w 1495234"/>
                <a:gd name="connsiteY19" fmla="*/ 497586 h 1275207"/>
                <a:gd name="connsiteX20" fmla="*/ 334518 w 1495234"/>
                <a:gd name="connsiteY20" fmla="*/ 497586 h 1275207"/>
                <a:gd name="connsiteX21" fmla="*/ 334518 w 1495234"/>
                <a:gd name="connsiteY21" fmla="*/ 229076 h 1275207"/>
                <a:gd name="connsiteX22" fmla="*/ 1211770 w 1495234"/>
                <a:gd name="connsiteY22" fmla="*/ 229076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95234" h="1275207">
                  <a:moveTo>
                    <a:pt x="1211770" y="229076"/>
                  </a:moveTo>
                  <a:lnTo>
                    <a:pt x="1211770" y="348234"/>
                  </a:lnTo>
                  <a:lnTo>
                    <a:pt x="1479995" y="291084"/>
                  </a:lnTo>
                  <a:lnTo>
                    <a:pt x="1479995" y="277368"/>
                  </a:lnTo>
                  <a:cubicBezTo>
                    <a:pt x="1479995" y="54388"/>
                    <a:pt x="1380649" y="0"/>
                    <a:pt x="1145477" y="0"/>
                  </a:cubicBezTo>
                  <a:lnTo>
                    <a:pt x="388905" y="0"/>
                  </a:lnTo>
                  <a:cubicBezTo>
                    <a:pt x="138684" y="0"/>
                    <a:pt x="54197" y="60388"/>
                    <a:pt x="54197" y="301561"/>
                  </a:cubicBezTo>
                  <a:lnTo>
                    <a:pt x="54197" y="443294"/>
                  </a:lnTo>
                  <a:cubicBezTo>
                    <a:pt x="54197" y="684467"/>
                    <a:pt x="138684" y="744665"/>
                    <a:pt x="388905" y="744665"/>
                  </a:cubicBezTo>
                  <a:lnTo>
                    <a:pt x="1214818" y="744665"/>
                  </a:lnTo>
                  <a:lnTo>
                    <a:pt x="1214818" y="1037177"/>
                  </a:lnTo>
                  <a:lnTo>
                    <a:pt x="277177" y="1037177"/>
                  </a:lnTo>
                  <a:lnTo>
                    <a:pt x="277177" y="902875"/>
                  </a:lnTo>
                  <a:lnTo>
                    <a:pt x="0" y="954214"/>
                  </a:lnTo>
                  <a:lnTo>
                    <a:pt x="0" y="973836"/>
                  </a:lnTo>
                  <a:cubicBezTo>
                    <a:pt x="0" y="1212056"/>
                    <a:pt x="81343" y="1275207"/>
                    <a:pt x="334518" y="1275207"/>
                  </a:cubicBezTo>
                  <a:lnTo>
                    <a:pt x="1163669" y="1275207"/>
                  </a:lnTo>
                  <a:cubicBezTo>
                    <a:pt x="1416844" y="1275207"/>
                    <a:pt x="1495234" y="1212056"/>
                    <a:pt x="1495234" y="973836"/>
                  </a:cubicBezTo>
                  <a:lnTo>
                    <a:pt x="1495234" y="798957"/>
                  </a:lnTo>
                  <a:cubicBezTo>
                    <a:pt x="1495234" y="557784"/>
                    <a:pt x="1416939" y="497586"/>
                    <a:pt x="1163669" y="497586"/>
                  </a:cubicBezTo>
                  <a:lnTo>
                    <a:pt x="334518" y="497586"/>
                  </a:lnTo>
                  <a:lnTo>
                    <a:pt x="334518" y="229076"/>
                  </a:lnTo>
                  <a:lnTo>
                    <a:pt x="1211770" y="229076"/>
                  </a:lnTo>
                  <a:close/>
                </a:path>
              </a:pathLst>
            </a:custGeom>
            <a:grpFill/>
            <a:ln w="9525" cap="flat">
              <a:noFill/>
              <a:prstDash val="solid"/>
              <a:miter/>
            </a:ln>
          </p:spPr>
          <p:txBody>
            <a:bodyPr lIns="0" tIns="0" rIns="0" bIns="0" rtlCol="0" anchor="ctr"/>
            <a:lstStyle/>
            <a:p>
              <a:endParaRPr lang="de-DE" sz="100"/>
            </a:p>
          </p:txBody>
        </p:sp>
        <p:sp>
          <p:nvSpPr>
            <p:cNvPr id="27" name="&amp;">
              <a:extLst>
                <a:ext uri="{FF2B5EF4-FFF2-40B4-BE49-F238E27FC236}">
                  <a16:creationId xmlns:a16="http://schemas.microsoft.com/office/drawing/2014/main" id="{831C9289-BCF7-FCAC-5826-B08A01B9438C}"/>
                </a:ext>
              </a:extLst>
            </p:cNvPr>
            <p:cNvSpPr/>
            <p:nvPr/>
          </p:nvSpPr>
          <p:spPr bwMode="gray">
            <a:xfrm>
              <a:off x="9995063" y="1619247"/>
              <a:ext cx="2104259" cy="1555528"/>
            </a:xfrm>
            <a:custGeom>
              <a:avLst/>
              <a:gdLst>
                <a:gd name="connsiteX0" fmla="*/ 304514 w 2104263"/>
                <a:gd name="connsiteY0" fmla="*/ 1284161 h 1555527"/>
                <a:gd name="connsiteX1" fmla="*/ 304514 w 2104263"/>
                <a:gd name="connsiteY1" fmla="*/ 1018985 h 1555527"/>
                <a:gd name="connsiteX2" fmla="*/ 702373 w 2104263"/>
                <a:gd name="connsiteY2" fmla="*/ 771811 h 1555527"/>
                <a:gd name="connsiteX3" fmla="*/ 1169575 w 2104263"/>
                <a:gd name="connsiteY3" fmla="*/ 1160717 h 1555527"/>
                <a:gd name="connsiteX4" fmla="*/ 1024890 w 2104263"/>
                <a:gd name="connsiteY4" fmla="*/ 1284256 h 1555527"/>
                <a:gd name="connsiteX5" fmla="*/ 304514 w 2104263"/>
                <a:gd name="connsiteY5" fmla="*/ 1284256 h 1555527"/>
                <a:gd name="connsiteX6" fmla="*/ 388811 w 2104263"/>
                <a:gd name="connsiteY6" fmla="*/ 1555528 h 1555527"/>
                <a:gd name="connsiteX7" fmla="*/ 943547 w 2104263"/>
                <a:gd name="connsiteY7" fmla="*/ 1555528 h 1555527"/>
                <a:gd name="connsiteX8" fmla="*/ 1235964 w 2104263"/>
                <a:gd name="connsiteY8" fmla="*/ 1461992 h 1555527"/>
                <a:gd name="connsiteX9" fmla="*/ 1374649 w 2104263"/>
                <a:gd name="connsiteY9" fmla="*/ 1338453 h 1555527"/>
                <a:gd name="connsiteX10" fmla="*/ 1630870 w 2104263"/>
                <a:gd name="connsiteY10" fmla="*/ 1555528 h 1555527"/>
                <a:gd name="connsiteX11" fmla="*/ 2104264 w 2104263"/>
                <a:gd name="connsiteY11" fmla="*/ 1555528 h 1555527"/>
                <a:gd name="connsiteX12" fmla="*/ 1612869 w 2104263"/>
                <a:gd name="connsiteY12" fmla="*/ 1142429 h 1555527"/>
                <a:gd name="connsiteX13" fmla="*/ 1971580 w 2104263"/>
                <a:gd name="connsiteY13" fmla="*/ 844106 h 1555527"/>
                <a:gd name="connsiteX14" fmla="*/ 1766507 w 2104263"/>
                <a:gd name="connsiteY14" fmla="*/ 666274 h 1555527"/>
                <a:gd name="connsiteX15" fmla="*/ 1404747 w 2104263"/>
                <a:gd name="connsiteY15" fmla="*/ 967645 h 1555527"/>
                <a:gd name="connsiteX16" fmla="*/ 672180 w 2104263"/>
                <a:gd name="connsiteY16" fmla="*/ 358712 h 1555527"/>
                <a:gd name="connsiteX17" fmla="*/ 672180 w 2104263"/>
                <a:gd name="connsiteY17" fmla="*/ 247174 h 1555527"/>
                <a:gd name="connsiteX18" fmla="*/ 1181767 w 2104263"/>
                <a:gd name="connsiteY18" fmla="*/ 247174 h 1555527"/>
                <a:gd name="connsiteX19" fmla="*/ 1181767 w 2104263"/>
                <a:gd name="connsiteY19" fmla="*/ 455295 h 1555527"/>
                <a:gd name="connsiteX20" fmla="*/ 1461992 w 2104263"/>
                <a:gd name="connsiteY20" fmla="*/ 407099 h 1555527"/>
                <a:gd name="connsiteX21" fmla="*/ 1461992 w 2104263"/>
                <a:gd name="connsiteY21" fmla="*/ 313563 h 1555527"/>
                <a:gd name="connsiteX22" fmla="*/ 1076134 w 2104263"/>
                <a:gd name="connsiteY22" fmla="*/ 0 h 1555527"/>
                <a:gd name="connsiteX23" fmla="*/ 762763 w 2104263"/>
                <a:gd name="connsiteY23" fmla="*/ 0 h 1555527"/>
                <a:gd name="connsiteX24" fmla="*/ 376905 w 2104263"/>
                <a:gd name="connsiteY24" fmla="*/ 283369 h 1555527"/>
                <a:gd name="connsiteX25" fmla="*/ 376905 w 2104263"/>
                <a:gd name="connsiteY25" fmla="*/ 370713 h 1555527"/>
                <a:gd name="connsiteX26" fmla="*/ 509588 w 2104263"/>
                <a:gd name="connsiteY26" fmla="*/ 605885 h 1555527"/>
                <a:gd name="connsiteX27" fmla="*/ 192881 w 2104263"/>
                <a:gd name="connsiteY27" fmla="*/ 795909 h 1555527"/>
                <a:gd name="connsiteX28" fmla="*/ 0 w 2104263"/>
                <a:gd name="connsiteY28" fmla="*/ 1085279 h 1555527"/>
                <a:gd name="connsiteX29" fmla="*/ 0 w 2104263"/>
                <a:gd name="connsiteY29" fmla="*/ 1187768 h 1555527"/>
                <a:gd name="connsiteX30" fmla="*/ 388811 w 2104263"/>
                <a:gd name="connsiteY30" fmla="*/ 1555528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04263" h="1555527">
                  <a:moveTo>
                    <a:pt x="304514" y="1284161"/>
                  </a:moveTo>
                  <a:lnTo>
                    <a:pt x="304514" y="1018985"/>
                  </a:lnTo>
                  <a:lnTo>
                    <a:pt x="702373" y="771811"/>
                  </a:lnTo>
                  <a:lnTo>
                    <a:pt x="1169575" y="1160717"/>
                  </a:lnTo>
                  <a:lnTo>
                    <a:pt x="1024890" y="1284256"/>
                  </a:lnTo>
                  <a:lnTo>
                    <a:pt x="304514" y="1284256"/>
                  </a:lnTo>
                  <a:close/>
                  <a:moveTo>
                    <a:pt x="388811" y="1555528"/>
                  </a:moveTo>
                  <a:lnTo>
                    <a:pt x="943547" y="1555528"/>
                  </a:lnTo>
                  <a:cubicBezTo>
                    <a:pt x="1073087" y="1555528"/>
                    <a:pt x="1136428" y="1549527"/>
                    <a:pt x="1235964" y="1461992"/>
                  </a:cubicBezTo>
                  <a:lnTo>
                    <a:pt x="1374649" y="1338453"/>
                  </a:lnTo>
                  <a:lnTo>
                    <a:pt x="1630870" y="1555528"/>
                  </a:lnTo>
                  <a:lnTo>
                    <a:pt x="2104264" y="1555528"/>
                  </a:lnTo>
                  <a:lnTo>
                    <a:pt x="1612869" y="1142429"/>
                  </a:lnTo>
                  <a:lnTo>
                    <a:pt x="1971580" y="844106"/>
                  </a:lnTo>
                  <a:lnTo>
                    <a:pt x="1766507" y="666274"/>
                  </a:lnTo>
                  <a:lnTo>
                    <a:pt x="1404747" y="967645"/>
                  </a:lnTo>
                  <a:lnTo>
                    <a:pt x="672180" y="358712"/>
                  </a:lnTo>
                  <a:lnTo>
                    <a:pt x="672180" y="247174"/>
                  </a:lnTo>
                  <a:lnTo>
                    <a:pt x="1181767" y="247174"/>
                  </a:lnTo>
                  <a:lnTo>
                    <a:pt x="1181767" y="455295"/>
                  </a:lnTo>
                  <a:lnTo>
                    <a:pt x="1461992" y="407099"/>
                  </a:lnTo>
                  <a:lnTo>
                    <a:pt x="1461992" y="313563"/>
                  </a:lnTo>
                  <a:cubicBezTo>
                    <a:pt x="1461992" y="60389"/>
                    <a:pt x="1356456" y="0"/>
                    <a:pt x="1076134" y="0"/>
                  </a:cubicBezTo>
                  <a:lnTo>
                    <a:pt x="762763" y="0"/>
                  </a:lnTo>
                  <a:cubicBezTo>
                    <a:pt x="497395" y="0"/>
                    <a:pt x="376905" y="60389"/>
                    <a:pt x="376905" y="283369"/>
                  </a:cubicBezTo>
                  <a:lnTo>
                    <a:pt x="376905" y="370713"/>
                  </a:lnTo>
                  <a:cubicBezTo>
                    <a:pt x="376905" y="461200"/>
                    <a:pt x="419100" y="530543"/>
                    <a:pt x="509588" y="605885"/>
                  </a:cubicBezTo>
                  <a:lnTo>
                    <a:pt x="192881" y="795909"/>
                  </a:lnTo>
                  <a:cubicBezTo>
                    <a:pt x="57341" y="877253"/>
                    <a:pt x="0" y="925449"/>
                    <a:pt x="0" y="1085279"/>
                  </a:cubicBezTo>
                  <a:lnTo>
                    <a:pt x="0" y="1187768"/>
                  </a:lnTo>
                  <a:cubicBezTo>
                    <a:pt x="0" y="1480185"/>
                    <a:pt x="96488" y="1555528"/>
                    <a:pt x="388811" y="1555528"/>
                  </a:cubicBezTo>
                </a:path>
              </a:pathLst>
            </a:custGeom>
            <a:grpFill/>
            <a:ln w="9525" cap="flat">
              <a:noFill/>
              <a:prstDash val="solid"/>
              <a:miter/>
            </a:ln>
          </p:spPr>
          <p:txBody>
            <a:bodyPr lIns="0" tIns="0" rIns="0" bIns="0" rtlCol="0" anchor="ctr"/>
            <a:lstStyle/>
            <a:p>
              <a:endParaRPr lang="de-DE" sz="100"/>
            </a:p>
          </p:txBody>
        </p:sp>
        <p:sp>
          <p:nvSpPr>
            <p:cNvPr id="28" name="s">
              <a:extLst>
                <a:ext uri="{FF2B5EF4-FFF2-40B4-BE49-F238E27FC236}">
                  <a16:creationId xmlns:a16="http://schemas.microsoft.com/office/drawing/2014/main" id="{786AFD27-5E6B-8BF5-461E-3DAE61223002}"/>
                </a:ext>
              </a:extLst>
            </p:cNvPr>
            <p:cNvSpPr/>
            <p:nvPr/>
          </p:nvSpPr>
          <p:spPr bwMode="gray">
            <a:xfrm>
              <a:off x="95247" y="3686081"/>
              <a:ext cx="1739650" cy="1555528"/>
            </a:xfrm>
            <a:custGeom>
              <a:avLst/>
              <a:gdLst>
                <a:gd name="connsiteX0" fmla="*/ 1398842 w 1739645"/>
                <a:gd name="connsiteY0" fmla="*/ 271367 h 1555527"/>
                <a:gd name="connsiteX1" fmla="*/ 1398842 w 1739645"/>
                <a:gd name="connsiteY1" fmla="*/ 439865 h 1555527"/>
                <a:gd name="connsiteX2" fmla="*/ 1718405 w 1739645"/>
                <a:gd name="connsiteY2" fmla="*/ 364522 h 1555527"/>
                <a:gd name="connsiteX3" fmla="*/ 1718405 w 1739645"/>
                <a:gd name="connsiteY3" fmla="*/ 340709 h 1555527"/>
                <a:gd name="connsiteX4" fmla="*/ 1332548 w 1739645"/>
                <a:gd name="connsiteY4" fmla="*/ 0 h 1555527"/>
                <a:gd name="connsiteX5" fmla="*/ 449199 w 1739645"/>
                <a:gd name="connsiteY5" fmla="*/ 0 h 1555527"/>
                <a:gd name="connsiteX6" fmla="*/ 63341 w 1739645"/>
                <a:gd name="connsiteY6" fmla="*/ 367855 h 1555527"/>
                <a:gd name="connsiteX7" fmla="*/ 63341 w 1739645"/>
                <a:gd name="connsiteY7" fmla="*/ 539496 h 1555527"/>
                <a:gd name="connsiteX8" fmla="*/ 449199 w 1739645"/>
                <a:gd name="connsiteY8" fmla="*/ 907351 h 1555527"/>
                <a:gd name="connsiteX9" fmla="*/ 1419987 w 1739645"/>
                <a:gd name="connsiteY9" fmla="*/ 907351 h 1555527"/>
                <a:gd name="connsiteX10" fmla="*/ 1419987 w 1739645"/>
                <a:gd name="connsiteY10" fmla="*/ 1263110 h 1555527"/>
                <a:gd name="connsiteX11" fmla="*/ 319754 w 1739645"/>
                <a:gd name="connsiteY11" fmla="*/ 1263110 h 1555527"/>
                <a:gd name="connsiteX12" fmla="*/ 319754 w 1739645"/>
                <a:gd name="connsiteY12" fmla="*/ 1095661 h 1555527"/>
                <a:gd name="connsiteX13" fmla="*/ 0 w 1739645"/>
                <a:gd name="connsiteY13" fmla="*/ 1162050 h 1555527"/>
                <a:gd name="connsiteX14" fmla="*/ 0 w 1739645"/>
                <a:gd name="connsiteY14" fmla="*/ 1187768 h 1555527"/>
                <a:gd name="connsiteX15" fmla="*/ 388906 w 1739645"/>
                <a:gd name="connsiteY15" fmla="*/ 1555528 h 1555527"/>
                <a:gd name="connsiteX16" fmla="*/ 1350740 w 1739645"/>
                <a:gd name="connsiteY16" fmla="*/ 1555528 h 1555527"/>
                <a:gd name="connsiteX17" fmla="*/ 1739646 w 1739645"/>
                <a:gd name="connsiteY17" fmla="*/ 1187768 h 1555527"/>
                <a:gd name="connsiteX18" fmla="*/ 1739646 w 1739645"/>
                <a:gd name="connsiteY18" fmla="*/ 973741 h 1555527"/>
                <a:gd name="connsiteX19" fmla="*/ 1350740 w 1739645"/>
                <a:gd name="connsiteY19" fmla="*/ 605885 h 1555527"/>
                <a:gd name="connsiteX20" fmla="*/ 379857 w 1739645"/>
                <a:gd name="connsiteY20" fmla="*/ 605885 h 1555527"/>
                <a:gd name="connsiteX21" fmla="*/ 379857 w 1739645"/>
                <a:gd name="connsiteY21" fmla="*/ 271367 h 1555527"/>
                <a:gd name="connsiteX22" fmla="*/ 1398842 w 1739645"/>
                <a:gd name="connsiteY22" fmla="*/ 271367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39645" h="1555527">
                  <a:moveTo>
                    <a:pt x="1398842" y="271367"/>
                  </a:moveTo>
                  <a:lnTo>
                    <a:pt x="1398842" y="439865"/>
                  </a:lnTo>
                  <a:lnTo>
                    <a:pt x="1718405" y="364522"/>
                  </a:lnTo>
                  <a:lnTo>
                    <a:pt x="1718405" y="340709"/>
                  </a:lnTo>
                  <a:cubicBezTo>
                    <a:pt x="1718405" y="72295"/>
                    <a:pt x="1609916" y="0"/>
                    <a:pt x="1332548" y="0"/>
                  </a:cubicBezTo>
                  <a:lnTo>
                    <a:pt x="449199" y="0"/>
                  </a:lnTo>
                  <a:cubicBezTo>
                    <a:pt x="156781" y="0"/>
                    <a:pt x="63341" y="75343"/>
                    <a:pt x="63341" y="367855"/>
                  </a:cubicBezTo>
                  <a:lnTo>
                    <a:pt x="63341" y="539496"/>
                  </a:lnTo>
                  <a:cubicBezTo>
                    <a:pt x="63341" y="832009"/>
                    <a:pt x="156877" y="907351"/>
                    <a:pt x="449199" y="907351"/>
                  </a:cubicBezTo>
                  <a:lnTo>
                    <a:pt x="1419987" y="907351"/>
                  </a:lnTo>
                  <a:lnTo>
                    <a:pt x="1419987" y="1263110"/>
                  </a:lnTo>
                  <a:lnTo>
                    <a:pt x="319754" y="1263110"/>
                  </a:lnTo>
                  <a:lnTo>
                    <a:pt x="319754" y="1095661"/>
                  </a:lnTo>
                  <a:lnTo>
                    <a:pt x="0" y="1162050"/>
                  </a:lnTo>
                  <a:lnTo>
                    <a:pt x="0" y="1187768"/>
                  </a:lnTo>
                  <a:cubicBezTo>
                    <a:pt x="0" y="1480185"/>
                    <a:pt x="96488" y="1555528"/>
                    <a:pt x="388906" y="1555528"/>
                  </a:cubicBezTo>
                  <a:lnTo>
                    <a:pt x="1350740" y="1555528"/>
                  </a:lnTo>
                  <a:cubicBezTo>
                    <a:pt x="1643158" y="1555528"/>
                    <a:pt x="1739646" y="1480185"/>
                    <a:pt x="1739646" y="1187768"/>
                  </a:cubicBezTo>
                  <a:lnTo>
                    <a:pt x="1739646" y="973741"/>
                  </a:lnTo>
                  <a:cubicBezTo>
                    <a:pt x="1739646" y="681228"/>
                    <a:pt x="1643158" y="605885"/>
                    <a:pt x="1350740" y="605885"/>
                  </a:cubicBezTo>
                  <a:lnTo>
                    <a:pt x="379857" y="605885"/>
                  </a:lnTo>
                  <a:lnTo>
                    <a:pt x="379857" y="271367"/>
                  </a:lnTo>
                  <a:lnTo>
                    <a:pt x="1398842" y="271367"/>
                  </a:lnTo>
                  <a:close/>
                </a:path>
              </a:pathLst>
            </a:custGeom>
            <a:grpFill/>
            <a:ln w="9525" cap="flat">
              <a:noFill/>
              <a:prstDash val="solid"/>
              <a:miter/>
            </a:ln>
          </p:spPr>
          <p:txBody>
            <a:bodyPr lIns="0" tIns="0" rIns="0" bIns="0" rtlCol="0" anchor="ctr"/>
            <a:lstStyle/>
            <a:p>
              <a:endParaRPr lang="de-DE" sz="100"/>
            </a:p>
          </p:txBody>
        </p:sp>
        <p:sp>
          <p:nvSpPr>
            <p:cNvPr id="29" name="o">
              <a:extLst>
                <a:ext uri="{FF2B5EF4-FFF2-40B4-BE49-F238E27FC236}">
                  <a16:creationId xmlns:a16="http://schemas.microsoft.com/office/drawing/2014/main" id="{104D88CA-BF41-E4C5-05AB-65BE744752C4}"/>
                </a:ext>
              </a:extLst>
            </p:cNvPr>
            <p:cNvSpPr/>
            <p:nvPr/>
          </p:nvSpPr>
          <p:spPr bwMode="gray">
            <a:xfrm>
              <a:off x="2206937" y="3966587"/>
              <a:ext cx="1682019" cy="1275212"/>
            </a:xfrm>
            <a:custGeom>
              <a:avLst/>
              <a:gdLst>
                <a:gd name="connsiteX0" fmla="*/ 326041 w 1682019"/>
                <a:gd name="connsiteY0" fmla="*/ 234982 h 1275207"/>
                <a:gd name="connsiteX1" fmla="*/ 1374648 w 1682019"/>
                <a:gd name="connsiteY1" fmla="*/ 234982 h 1275207"/>
                <a:gd name="connsiteX2" fmla="*/ 1374648 w 1682019"/>
                <a:gd name="connsiteY2" fmla="*/ 1030891 h 1275207"/>
                <a:gd name="connsiteX3" fmla="*/ 326041 w 1682019"/>
                <a:gd name="connsiteY3" fmla="*/ 1030891 h 1275207"/>
                <a:gd name="connsiteX4" fmla="*/ 326041 w 1682019"/>
                <a:gd name="connsiteY4" fmla="*/ 234982 h 1275207"/>
                <a:gd name="connsiteX5" fmla="*/ 0 w 1682019"/>
                <a:gd name="connsiteY5" fmla="*/ 301371 h 1275207"/>
                <a:gd name="connsiteX6" fmla="*/ 0 w 1682019"/>
                <a:gd name="connsiteY6" fmla="*/ 973646 h 1275207"/>
                <a:gd name="connsiteX7" fmla="*/ 338233 w 1682019"/>
                <a:gd name="connsiteY7" fmla="*/ 1275207 h 1275207"/>
                <a:gd name="connsiteX8" fmla="*/ 1343787 w 1682019"/>
                <a:gd name="connsiteY8" fmla="*/ 1275207 h 1275207"/>
                <a:gd name="connsiteX9" fmla="*/ 1682020 w 1682019"/>
                <a:gd name="connsiteY9" fmla="*/ 973646 h 1275207"/>
                <a:gd name="connsiteX10" fmla="*/ 1682020 w 1682019"/>
                <a:gd name="connsiteY10" fmla="*/ 301371 h 1275207"/>
                <a:gd name="connsiteX11" fmla="*/ 1343787 w 1682019"/>
                <a:gd name="connsiteY11" fmla="*/ 0 h 1275207"/>
                <a:gd name="connsiteX12" fmla="*/ 338233 w 1682019"/>
                <a:gd name="connsiteY12" fmla="*/ 0 h 1275207"/>
                <a:gd name="connsiteX13" fmla="*/ 0 w 1682019"/>
                <a:gd name="connsiteY13" fmla="*/ 301371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2019" h="1275207">
                  <a:moveTo>
                    <a:pt x="326041" y="234982"/>
                  </a:moveTo>
                  <a:lnTo>
                    <a:pt x="1374648" y="234982"/>
                  </a:lnTo>
                  <a:lnTo>
                    <a:pt x="1374648" y="1030891"/>
                  </a:lnTo>
                  <a:lnTo>
                    <a:pt x="326041" y="1030891"/>
                  </a:lnTo>
                  <a:lnTo>
                    <a:pt x="326041" y="234982"/>
                  </a:lnTo>
                  <a:close/>
                  <a:moveTo>
                    <a:pt x="0" y="301371"/>
                  </a:moveTo>
                  <a:lnTo>
                    <a:pt x="0" y="973646"/>
                  </a:lnTo>
                  <a:cubicBezTo>
                    <a:pt x="0" y="1214819"/>
                    <a:pt x="79915" y="1275207"/>
                    <a:pt x="338233" y="1275207"/>
                  </a:cubicBezTo>
                  <a:lnTo>
                    <a:pt x="1343787" y="1275207"/>
                  </a:lnTo>
                  <a:cubicBezTo>
                    <a:pt x="1598962" y="1275207"/>
                    <a:pt x="1682020" y="1214819"/>
                    <a:pt x="1682020" y="973646"/>
                  </a:cubicBezTo>
                  <a:lnTo>
                    <a:pt x="1682020" y="301371"/>
                  </a:lnTo>
                  <a:cubicBezTo>
                    <a:pt x="1682020" y="57150"/>
                    <a:pt x="1598867" y="0"/>
                    <a:pt x="1343787" y="0"/>
                  </a:cubicBezTo>
                  <a:lnTo>
                    <a:pt x="338233" y="0"/>
                  </a:lnTo>
                  <a:cubicBezTo>
                    <a:pt x="83153" y="0"/>
                    <a:pt x="0" y="57150"/>
                    <a:pt x="0" y="301371"/>
                  </a:cubicBezTo>
                </a:path>
              </a:pathLst>
            </a:custGeom>
            <a:grpFill/>
            <a:ln w="9525" cap="flat">
              <a:noFill/>
              <a:prstDash val="solid"/>
              <a:miter/>
            </a:ln>
          </p:spPr>
          <p:txBody>
            <a:bodyPr lIns="0" tIns="0" rIns="0" bIns="0" rtlCol="0" anchor="ctr"/>
            <a:lstStyle/>
            <a:p>
              <a:endParaRPr lang="de-DE" sz="100"/>
            </a:p>
          </p:txBody>
        </p:sp>
        <p:sp>
          <p:nvSpPr>
            <p:cNvPr id="30" name="m">
              <a:extLst>
                <a:ext uri="{FF2B5EF4-FFF2-40B4-BE49-F238E27FC236}">
                  <a16:creationId xmlns:a16="http://schemas.microsoft.com/office/drawing/2014/main" id="{1242DE9F-5B8F-1149-2A64-61CC67D1E1D8}"/>
                </a:ext>
              </a:extLst>
            </p:cNvPr>
            <p:cNvSpPr/>
            <p:nvPr/>
          </p:nvSpPr>
          <p:spPr bwMode="gray">
            <a:xfrm>
              <a:off x="4290154" y="3966498"/>
              <a:ext cx="1815752" cy="1275212"/>
            </a:xfrm>
            <a:custGeom>
              <a:avLst/>
              <a:gdLst>
                <a:gd name="connsiteX0" fmla="*/ 1560576 w 1815750"/>
                <a:gd name="connsiteY0" fmla="*/ 0 h 1275207"/>
                <a:gd name="connsiteX1" fmla="*/ 927163 w 1815750"/>
                <a:gd name="connsiteY1" fmla="*/ 756571 h 1275207"/>
                <a:gd name="connsiteX2" fmla="*/ 290703 w 1815750"/>
                <a:gd name="connsiteY2" fmla="*/ 0 h 1275207"/>
                <a:gd name="connsiteX3" fmla="*/ 0 w 1815750"/>
                <a:gd name="connsiteY3" fmla="*/ 0 h 1275207"/>
                <a:gd name="connsiteX4" fmla="*/ 0 w 1815750"/>
                <a:gd name="connsiteY4" fmla="*/ 1275207 h 1275207"/>
                <a:gd name="connsiteX5" fmla="*/ 290703 w 1815750"/>
                <a:gd name="connsiteY5" fmla="*/ 1275207 h 1275207"/>
                <a:gd name="connsiteX6" fmla="*/ 290703 w 1815750"/>
                <a:gd name="connsiteY6" fmla="*/ 419100 h 1275207"/>
                <a:gd name="connsiteX7" fmla="*/ 877919 w 1815750"/>
                <a:gd name="connsiteY7" fmla="*/ 1121474 h 1275207"/>
                <a:gd name="connsiteX8" fmla="*/ 939356 w 1815750"/>
                <a:gd name="connsiteY8" fmla="*/ 1121474 h 1275207"/>
                <a:gd name="connsiteX9" fmla="*/ 1520571 w 1815750"/>
                <a:gd name="connsiteY9" fmla="*/ 397859 h 1275207"/>
                <a:gd name="connsiteX10" fmla="*/ 1520571 w 1815750"/>
                <a:gd name="connsiteY10" fmla="*/ 1275207 h 1275207"/>
                <a:gd name="connsiteX11" fmla="*/ 1815751 w 1815750"/>
                <a:gd name="connsiteY11" fmla="*/ 1275207 h 1275207"/>
                <a:gd name="connsiteX12" fmla="*/ 1815751 w 1815750"/>
                <a:gd name="connsiteY12"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5750" h="1275207">
                  <a:moveTo>
                    <a:pt x="1560576" y="0"/>
                  </a:moveTo>
                  <a:lnTo>
                    <a:pt x="927163" y="756571"/>
                  </a:lnTo>
                  <a:lnTo>
                    <a:pt x="290703" y="0"/>
                  </a:lnTo>
                  <a:lnTo>
                    <a:pt x="0" y="0"/>
                  </a:lnTo>
                  <a:lnTo>
                    <a:pt x="0" y="1275207"/>
                  </a:lnTo>
                  <a:lnTo>
                    <a:pt x="290703" y="1275207"/>
                  </a:lnTo>
                  <a:lnTo>
                    <a:pt x="290703" y="419100"/>
                  </a:lnTo>
                  <a:lnTo>
                    <a:pt x="877919" y="1121474"/>
                  </a:lnTo>
                  <a:lnTo>
                    <a:pt x="939356" y="1121474"/>
                  </a:lnTo>
                  <a:lnTo>
                    <a:pt x="1520571" y="397859"/>
                  </a:lnTo>
                  <a:lnTo>
                    <a:pt x="1520571" y="1275207"/>
                  </a:lnTo>
                  <a:lnTo>
                    <a:pt x="1815751" y="1275207"/>
                  </a:lnTo>
                  <a:lnTo>
                    <a:pt x="1815751" y="0"/>
                  </a:lnTo>
                  <a:close/>
                </a:path>
              </a:pathLst>
            </a:custGeom>
            <a:grpFill/>
            <a:ln w="9525" cap="flat">
              <a:noFill/>
              <a:prstDash val="solid"/>
              <a:miter/>
            </a:ln>
          </p:spPr>
          <p:txBody>
            <a:bodyPr lIns="0" tIns="0" rIns="0" bIns="0" rtlCol="0" anchor="ctr"/>
            <a:lstStyle/>
            <a:p>
              <a:endParaRPr lang="de-DE" sz="100"/>
            </a:p>
          </p:txBody>
        </p:sp>
        <p:sp>
          <p:nvSpPr>
            <p:cNvPr id="31" name="m">
              <a:extLst>
                <a:ext uri="{FF2B5EF4-FFF2-40B4-BE49-F238E27FC236}">
                  <a16:creationId xmlns:a16="http://schemas.microsoft.com/office/drawing/2014/main" id="{4E6F8428-28EF-BACA-56F2-D92CF0402F6B}"/>
                </a:ext>
              </a:extLst>
            </p:cNvPr>
            <p:cNvSpPr/>
            <p:nvPr/>
          </p:nvSpPr>
          <p:spPr bwMode="gray">
            <a:xfrm>
              <a:off x="6535096" y="3966498"/>
              <a:ext cx="1815752" cy="1275212"/>
            </a:xfrm>
            <a:custGeom>
              <a:avLst/>
              <a:gdLst>
                <a:gd name="connsiteX0" fmla="*/ 1560672 w 1815750"/>
                <a:gd name="connsiteY0" fmla="*/ 0 h 1275207"/>
                <a:gd name="connsiteX1" fmla="*/ 927164 w 1815750"/>
                <a:gd name="connsiteY1" fmla="*/ 756571 h 1275207"/>
                <a:gd name="connsiteX2" fmla="*/ 290799 w 1815750"/>
                <a:gd name="connsiteY2" fmla="*/ 0 h 1275207"/>
                <a:gd name="connsiteX3" fmla="*/ 0 w 1815750"/>
                <a:gd name="connsiteY3" fmla="*/ 0 h 1275207"/>
                <a:gd name="connsiteX4" fmla="*/ 0 w 1815750"/>
                <a:gd name="connsiteY4" fmla="*/ 1275207 h 1275207"/>
                <a:gd name="connsiteX5" fmla="*/ 290799 w 1815750"/>
                <a:gd name="connsiteY5" fmla="*/ 1275207 h 1275207"/>
                <a:gd name="connsiteX6" fmla="*/ 290799 w 1815750"/>
                <a:gd name="connsiteY6" fmla="*/ 419100 h 1275207"/>
                <a:gd name="connsiteX7" fmla="*/ 878015 w 1815750"/>
                <a:gd name="connsiteY7" fmla="*/ 1121474 h 1275207"/>
                <a:gd name="connsiteX8" fmla="*/ 939546 w 1815750"/>
                <a:gd name="connsiteY8" fmla="*/ 1121474 h 1275207"/>
                <a:gd name="connsiteX9" fmla="*/ 1520571 w 1815750"/>
                <a:gd name="connsiteY9" fmla="*/ 397859 h 1275207"/>
                <a:gd name="connsiteX10" fmla="*/ 1520571 w 1815750"/>
                <a:gd name="connsiteY10" fmla="*/ 1275207 h 1275207"/>
                <a:gd name="connsiteX11" fmla="*/ 1815751 w 1815750"/>
                <a:gd name="connsiteY11" fmla="*/ 1275207 h 1275207"/>
                <a:gd name="connsiteX12" fmla="*/ 1815751 w 1815750"/>
                <a:gd name="connsiteY12"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5750" h="1275207">
                  <a:moveTo>
                    <a:pt x="1560672" y="0"/>
                  </a:moveTo>
                  <a:lnTo>
                    <a:pt x="927164" y="756571"/>
                  </a:lnTo>
                  <a:lnTo>
                    <a:pt x="290799" y="0"/>
                  </a:lnTo>
                  <a:lnTo>
                    <a:pt x="0" y="0"/>
                  </a:lnTo>
                  <a:lnTo>
                    <a:pt x="0" y="1275207"/>
                  </a:lnTo>
                  <a:lnTo>
                    <a:pt x="290799" y="1275207"/>
                  </a:lnTo>
                  <a:lnTo>
                    <a:pt x="290799" y="419100"/>
                  </a:lnTo>
                  <a:lnTo>
                    <a:pt x="878015" y="1121474"/>
                  </a:lnTo>
                  <a:lnTo>
                    <a:pt x="939546" y="1121474"/>
                  </a:lnTo>
                  <a:lnTo>
                    <a:pt x="1520571" y="397859"/>
                  </a:lnTo>
                  <a:lnTo>
                    <a:pt x="1520571" y="1275207"/>
                  </a:lnTo>
                  <a:lnTo>
                    <a:pt x="1815751" y="1275207"/>
                  </a:lnTo>
                  <a:lnTo>
                    <a:pt x="1815751" y="0"/>
                  </a:lnTo>
                  <a:close/>
                </a:path>
              </a:pathLst>
            </a:custGeom>
            <a:grpFill/>
            <a:ln w="9525" cap="flat">
              <a:noFill/>
              <a:prstDash val="solid"/>
              <a:miter/>
            </a:ln>
          </p:spPr>
          <p:txBody>
            <a:bodyPr lIns="0" tIns="0" rIns="0" bIns="0" rtlCol="0" anchor="ctr"/>
            <a:lstStyle/>
            <a:p>
              <a:endParaRPr lang="de-DE" sz="100"/>
            </a:p>
          </p:txBody>
        </p:sp>
        <p:sp>
          <p:nvSpPr>
            <p:cNvPr id="32" name="e">
              <a:extLst>
                <a:ext uri="{FF2B5EF4-FFF2-40B4-BE49-F238E27FC236}">
                  <a16:creationId xmlns:a16="http://schemas.microsoft.com/office/drawing/2014/main" id="{A32A4802-2A9C-0E97-E1B2-EF5B8AC77B0E}"/>
                </a:ext>
              </a:extLst>
            </p:cNvPr>
            <p:cNvSpPr/>
            <p:nvPr/>
          </p:nvSpPr>
          <p:spPr bwMode="gray">
            <a:xfrm>
              <a:off x="8765757" y="3966498"/>
              <a:ext cx="1411313" cy="1275212"/>
            </a:xfrm>
            <a:custGeom>
              <a:avLst/>
              <a:gdLst>
                <a:gd name="connsiteX0" fmla="*/ 0 w 1411319"/>
                <a:gd name="connsiteY0" fmla="*/ 0 h 1275207"/>
                <a:gd name="connsiteX1" fmla="*/ 0 w 1411319"/>
                <a:gd name="connsiteY1" fmla="*/ 1275207 h 1275207"/>
                <a:gd name="connsiteX2" fmla="*/ 1411319 w 1411319"/>
                <a:gd name="connsiteY2" fmla="*/ 1275207 h 1275207"/>
                <a:gd name="connsiteX3" fmla="*/ 1411319 w 1411319"/>
                <a:gd name="connsiteY3" fmla="*/ 1036987 h 1275207"/>
                <a:gd name="connsiteX4" fmla="*/ 319850 w 1411319"/>
                <a:gd name="connsiteY4" fmla="*/ 1036987 h 1275207"/>
                <a:gd name="connsiteX5" fmla="*/ 319850 w 1411319"/>
                <a:gd name="connsiteY5" fmla="*/ 723424 h 1275207"/>
                <a:gd name="connsiteX6" fmla="*/ 947166 w 1411319"/>
                <a:gd name="connsiteY6" fmla="*/ 723424 h 1275207"/>
                <a:gd name="connsiteX7" fmla="*/ 947166 w 1411319"/>
                <a:gd name="connsiteY7" fmla="*/ 503396 h 1275207"/>
                <a:gd name="connsiteX8" fmla="*/ 319850 w 1411319"/>
                <a:gd name="connsiteY8" fmla="*/ 503396 h 1275207"/>
                <a:gd name="connsiteX9" fmla="*/ 319850 w 1411319"/>
                <a:gd name="connsiteY9" fmla="*/ 226219 h 1275207"/>
                <a:gd name="connsiteX10" fmla="*/ 1395984 w 1411319"/>
                <a:gd name="connsiteY10" fmla="*/ 226219 h 1275207"/>
                <a:gd name="connsiteX11" fmla="*/ 1395984 w 1411319"/>
                <a:gd name="connsiteY11"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1319" h="1275207">
                  <a:moveTo>
                    <a:pt x="0" y="0"/>
                  </a:moveTo>
                  <a:lnTo>
                    <a:pt x="0" y="1275207"/>
                  </a:lnTo>
                  <a:lnTo>
                    <a:pt x="1411319" y="1275207"/>
                  </a:lnTo>
                  <a:lnTo>
                    <a:pt x="1411319" y="1036987"/>
                  </a:lnTo>
                  <a:lnTo>
                    <a:pt x="319850" y="1036987"/>
                  </a:lnTo>
                  <a:lnTo>
                    <a:pt x="319850" y="723424"/>
                  </a:lnTo>
                  <a:lnTo>
                    <a:pt x="947166" y="723424"/>
                  </a:lnTo>
                  <a:lnTo>
                    <a:pt x="947166" y="503396"/>
                  </a:lnTo>
                  <a:lnTo>
                    <a:pt x="319850" y="503396"/>
                  </a:lnTo>
                  <a:lnTo>
                    <a:pt x="319850" y="226219"/>
                  </a:lnTo>
                  <a:lnTo>
                    <a:pt x="1395984" y="226219"/>
                  </a:lnTo>
                  <a:lnTo>
                    <a:pt x="1395984" y="0"/>
                  </a:lnTo>
                  <a:close/>
                </a:path>
              </a:pathLst>
            </a:custGeom>
            <a:grpFill/>
            <a:ln w="9525" cap="flat">
              <a:noFill/>
              <a:prstDash val="solid"/>
              <a:miter/>
            </a:ln>
          </p:spPr>
          <p:txBody>
            <a:bodyPr lIns="0" tIns="0" rIns="0" bIns="0" rtlCol="0" anchor="ctr"/>
            <a:lstStyle/>
            <a:p>
              <a:endParaRPr lang="de-DE" sz="100"/>
            </a:p>
          </p:txBody>
        </p:sp>
        <p:sp>
          <p:nvSpPr>
            <p:cNvPr id="33" name="r">
              <a:extLst>
                <a:ext uri="{FF2B5EF4-FFF2-40B4-BE49-F238E27FC236}">
                  <a16:creationId xmlns:a16="http://schemas.microsoft.com/office/drawing/2014/main" id="{50675A61-77EE-1DFC-09AF-649465E5B3A1}"/>
                </a:ext>
              </a:extLst>
            </p:cNvPr>
            <p:cNvSpPr/>
            <p:nvPr/>
          </p:nvSpPr>
          <p:spPr bwMode="gray">
            <a:xfrm>
              <a:off x="10504356" y="3966498"/>
              <a:ext cx="1579811" cy="1275212"/>
            </a:xfrm>
            <a:custGeom>
              <a:avLst/>
              <a:gdLst>
                <a:gd name="connsiteX0" fmla="*/ 1015937 w 1579817"/>
                <a:gd name="connsiteY0" fmla="*/ 220028 h 1275207"/>
                <a:gd name="connsiteX1" fmla="*/ 1157669 w 1579817"/>
                <a:gd name="connsiteY1" fmla="*/ 322517 h 1275207"/>
                <a:gd name="connsiteX2" fmla="*/ 1157669 w 1579817"/>
                <a:gd name="connsiteY2" fmla="*/ 470249 h 1275207"/>
                <a:gd name="connsiteX3" fmla="*/ 1015937 w 1579817"/>
                <a:gd name="connsiteY3" fmla="*/ 572738 h 1275207"/>
                <a:gd name="connsiteX4" fmla="*/ 307467 w 1579817"/>
                <a:gd name="connsiteY4" fmla="*/ 572738 h 1275207"/>
                <a:gd name="connsiteX5" fmla="*/ 307467 w 1579817"/>
                <a:gd name="connsiteY5" fmla="*/ 220028 h 1275207"/>
                <a:gd name="connsiteX6" fmla="*/ 1015937 w 1579817"/>
                <a:gd name="connsiteY6" fmla="*/ 220028 h 1275207"/>
                <a:gd name="connsiteX7" fmla="*/ 0 w 1579817"/>
                <a:gd name="connsiteY7" fmla="*/ 1275207 h 1275207"/>
                <a:gd name="connsiteX8" fmla="*/ 307563 w 1579817"/>
                <a:gd name="connsiteY8" fmla="*/ 1275207 h 1275207"/>
                <a:gd name="connsiteX9" fmla="*/ 307563 w 1579817"/>
                <a:gd name="connsiteY9" fmla="*/ 792766 h 1275207"/>
                <a:gd name="connsiteX10" fmla="*/ 599981 w 1579817"/>
                <a:gd name="connsiteY10" fmla="*/ 792766 h 1275207"/>
                <a:gd name="connsiteX11" fmla="*/ 1133570 w 1579817"/>
                <a:gd name="connsiteY11" fmla="*/ 1275207 h 1275207"/>
                <a:gd name="connsiteX12" fmla="*/ 1579818 w 1579817"/>
                <a:gd name="connsiteY12" fmla="*/ 1275207 h 1275207"/>
                <a:gd name="connsiteX13" fmla="*/ 973931 w 1579817"/>
                <a:gd name="connsiteY13" fmla="*/ 792766 h 1275207"/>
                <a:gd name="connsiteX14" fmla="*/ 1148811 w 1579817"/>
                <a:gd name="connsiteY14" fmla="*/ 792766 h 1275207"/>
                <a:gd name="connsiteX15" fmla="*/ 1447229 w 1579817"/>
                <a:gd name="connsiteY15" fmla="*/ 548545 h 1275207"/>
                <a:gd name="connsiteX16" fmla="*/ 1447229 w 1579817"/>
                <a:gd name="connsiteY16" fmla="*/ 247174 h 1275207"/>
                <a:gd name="connsiteX17" fmla="*/ 1148811 w 1579817"/>
                <a:gd name="connsiteY17" fmla="*/ 0 h 1275207"/>
                <a:gd name="connsiteX18" fmla="*/ 191 w 1579817"/>
                <a:gd name="connsiteY18" fmla="*/ 0 h 1275207"/>
                <a:gd name="connsiteX19" fmla="*/ 191 w 1579817"/>
                <a:gd name="connsiteY19" fmla="*/ 1275207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79817" h="1275207">
                  <a:moveTo>
                    <a:pt x="1015937" y="220028"/>
                  </a:moveTo>
                  <a:cubicBezTo>
                    <a:pt x="1109282" y="220028"/>
                    <a:pt x="1157669" y="238220"/>
                    <a:pt x="1157669" y="322517"/>
                  </a:cubicBezTo>
                  <a:lnTo>
                    <a:pt x="1157669" y="470249"/>
                  </a:lnTo>
                  <a:cubicBezTo>
                    <a:pt x="1157669" y="554736"/>
                    <a:pt x="1109282" y="572738"/>
                    <a:pt x="1015937" y="572738"/>
                  </a:cubicBezTo>
                  <a:lnTo>
                    <a:pt x="307467" y="572738"/>
                  </a:lnTo>
                  <a:lnTo>
                    <a:pt x="307467" y="220028"/>
                  </a:lnTo>
                  <a:lnTo>
                    <a:pt x="1015937" y="220028"/>
                  </a:lnTo>
                  <a:close/>
                  <a:moveTo>
                    <a:pt x="0" y="1275207"/>
                  </a:moveTo>
                  <a:lnTo>
                    <a:pt x="307563" y="1275207"/>
                  </a:lnTo>
                  <a:lnTo>
                    <a:pt x="307563" y="792766"/>
                  </a:lnTo>
                  <a:lnTo>
                    <a:pt x="599981" y="792766"/>
                  </a:lnTo>
                  <a:lnTo>
                    <a:pt x="1133570" y="1275207"/>
                  </a:lnTo>
                  <a:lnTo>
                    <a:pt x="1579818" y="1275207"/>
                  </a:lnTo>
                  <a:lnTo>
                    <a:pt x="973931" y="792766"/>
                  </a:lnTo>
                  <a:lnTo>
                    <a:pt x="1148811" y="792766"/>
                  </a:lnTo>
                  <a:cubicBezTo>
                    <a:pt x="1353693" y="792766"/>
                    <a:pt x="1447229" y="723424"/>
                    <a:pt x="1447229" y="548545"/>
                  </a:cubicBezTo>
                  <a:lnTo>
                    <a:pt x="1447229" y="247174"/>
                  </a:lnTo>
                  <a:cubicBezTo>
                    <a:pt x="1447229" y="69342"/>
                    <a:pt x="1353693" y="0"/>
                    <a:pt x="1148811" y="0"/>
                  </a:cubicBezTo>
                  <a:lnTo>
                    <a:pt x="191" y="0"/>
                  </a:lnTo>
                  <a:lnTo>
                    <a:pt x="191" y="1275207"/>
                  </a:lnTo>
                  <a:close/>
                </a:path>
              </a:pathLst>
            </a:custGeom>
            <a:grpFill/>
            <a:ln w="9525" cap="flat">
              <a:noFill/>
              <a:prstDash val="solid"/>
              <a:miter/>
            </a:ln>
          </p:spPr>
          <p:txBody>
            <a:bodyPr lIns="0" tIns="0" rIns="0" bIns="0" rtlCol="0" anchor="ctr"/>
            <a:lstStyle/>
            <a:p>
              <a:endParaRPr lang="de-DE" sz="100"/>
            </a:p>
          </p:txBody>
        </p:sp>
      </p:grpSp>
      <p:sp>
        <p:nvSpPr>
          <p:cNvPr id="59" name="title">
            <a:extLst>
              <a:ext uri="{FF2B5EF4-FFF2-40B4-BE49-F238E27FC236}">
                <a16:creationId xmlns:a16="http://schemas.microsoft.com/office/drawing/2014/main" id="{22B0E369-2508-F005-CB3C-E92E5C671B16}"/>
              </a:ext>
            </a:extLst>
          </p:cNvPr>
          <p:cNvSpPr>
            <a:spLocks noGrp="1"/>
          </p:cNvSpPr>
          <p:nvPr>
            <p:ph type="ctrTitle" hasCustomPrompt="1"/>
          </p:nvPr>
        </p:nvSpPr>
        <p:spPr bwMode="gray">
          <a:xfrm>
            <a:off x="0" y="1126045"/>
            <a:ext cx="5040000" cy="4151098"/>
          </a:xfrm>
          <a:prstGeom prst="rect">
            <a:avLst/>
          </a:prstGeom>
          <a:noFill/>
          <a:effectLst/>
          <a:extLst>
            <a:ext uri="{909E8E84-426E-40DD-AFC4-6F175D3DCCD1}">
              <a14:hiddenFill xmlns:a14="http://schemas.microsoft.com/office/drawing/2010/main">
                <a:solidFill>
                  <a:schemeClr val="bg1"/>
                </a:solidFill>
              </a14:hiddenFill>
            </a:ext>
          </a:extLst>
        </p:spPr>
        <p:txBody>
          <a:bodyPr wrap="square" lIns="316800" tIns="0" rIns="0" bIns="0" anchor="b">
            <a:normAutofit/>
          </a:bodyPr>
          <a:lstStyle>
            <a:lvl1pPr algn="l">
              <a:lnSpc>
                <a:spcPct val="75000"/>
              </a:lnSpc>
              <a:defRPr sz="4000" baseline="0">
                <a:solidFill>
                  <a:schemeClr val="tx1"/>
                </a:solidFill>
              </a:defRPr>
            </a:lvl1pPr>
          </a:lstStyle>
          <a:p>
            <a:r>
              <a:rPr lang="de-DE"/>
              <a:t>titelformat bearbeiten</a:t>
            </a:r>
            <a:endParaRPr lang="en-US"/>
          </a:p>
        </p:txBody>
      </p:sp>
      <p:sp>
        <p:nvSpPr>
          <p:cNvPr id="3" name="subtitle">
            <a:extLst>
              <a:ext uri="{FF2B5EF4-FFF2-40B4-BE49-F238E27FC236}">
                <a16:creationId xmlns:a16="http://schemas.microsoft.com/office/drawing/2014/main" id="{D3F50A68-F558-4D31-BE77-E20AB0A29926}"/>
              </a:ext>
            </a:extLst>
          </p:cNvPr>
          <p:cNvSpPr>
            <a:spLocks noGrp="1"/>
          </p:cNvSpPr>
          <p:nvPr>
            <p:ph type="subTitle" idx="1" hasCustomPrompt="1"/>
          </p:nvPr>
        </p:nvSpPr>
        <p:spPr bwMode="gray">
          <a:xfrm>
            <a:off x="0" y="5404486"/>
            <a:ext cx="5580000" cy="1453514"/>
          </a:xfrm>
        </p:spPr>
        <p:txBody>
          <a:bodyPr lIns="342000" rIns="0" bIns="0">
            <a:normAutofit/>
          </a:bodyPr>
          <a:lstStyle>
            <a:lvl1pPr marL="0" indent="0" algn="l">
              <a:lnSpc>
                <a:spcPct val="85000"/>
              </a:lnSpc>
              <a:spcBef>
                <a:spcPts val="0"/>
              </a:spcBef>
              <a:spcAft>
                <a:spcPts val="0"/>
              </a:spcAft>
              <a:buNone/>
              <a:defRPr sz="20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Title / Speaker / Date / Location</a:t>
            </a:r>
            <a:endParaRPr lang="en-US"/>
          </a:p>
        </p:txBody>
      </p:sp>
      <p:sp>
        <p:nvSpPr>
          <p:cNvPr id="19" name="copyright title">
            <a:extLst>
              <a:ext uri="{FF2B5EF4-FFF2-40B4-BE49-F238E27FC236}">
                <a16:creationId xmlns:a16="http://schemas.microsoft.com/office/drawing/2014/main" id="{BB43EE9B-BBFA-8C15-7ACF-305503DACA89}"/>
              </a:ext>
              <a:ext uri="{C183D7F6-B498-43B3-948B-1728B52AA6E4}">
                <adec:decorative xmlns:adec="http://schemas.microsoft.com/office/drawing/2017/decorative" val="1"/>
              </a:ext>
            </a:extLst>
          </p:cNvPr>
          <p:cNvSpPr>
            <a:spLocks noGrp="1"/>
          </p:cNvSpPr>
          <p:nvPr>
            <p:ph type="body" sz="quarter" idx="16" hasCustomPrompt="1"/>
          </p:nvPr>
        </p:nvSpPr>
        <p:spPr>
          <a:xfrm rot="16200000">
            <a:off x="11672798" y="6402452"/>
            <a:ext cx="580379" cy="92333"/>
          </a:xfrm>
          <a:solidFill>
            <a:schemeClr val="bg1">
              <a:alpha val="0"/>
            </a:schemeClr>
          </a:solidFill>
        </p:spPr>
        <p:txBody>
          <a:bodyPr wrap="none" anchor="t"/>
          <a:lstStyle>
            <a:lvl1pPr>
              <a:spcBef>
                <a:spcPts val="0"/>
              </a:spcBef>
              <a:spcAft>
                <a:spcPts val="0"/>
              </a:spcAft>
              <a:defRPr sz="600">
                <a:solidFill>
                  <a:schemeClr val="folHlink"/>
                </a:solidFill>
              </a:defRPr>
            </a:lvl1pPr>
          </a:lstStyle>
          <a:p>
            <a:pPr lvl="0"/>
            <a:r>
              <a:rPr lang="de-DE" noProof="0"/>
              <a:t>© Copyright</a:t>
            </a:r>
          </a:p>
        </p:txBody>
      </p:sp>
      <p:sp>
        <p:nvSpPr>
          <p:cNvPr id="6" name="slide number">
            <a:extLst>
              <a:ext uri="{FF2B5EF4-FFF2-40B4-BE49-F238E27FC236}">
                <a16:creationId xmlns:a16="http://schemas.microsoft.com/office/drawing/2014/main" id="{F1423FEB-CFD7-4376-A0C4-D91B3BE0287A}"/>
              </a:ext>
              <a:ext uri="{C183D7F6-B498-43B3-948B-1728B52AA6E4}">
                <adec:decorative xmlns:adec="http://schemas.microsoft.com/office/drawing/2017/decorative" val="1"/>
              </a:ext>
            </a:extLst>
          </p:cNvPr>
          <p:cNvSpPr>
            <a:spLocks noGrp="1"/>
          </p:cNvSpPr>
          <p:nvPr>
            <p:ph type="sldNum" sz="quarter" idx="12"/>
          </p:nvPr>
        </p:nvSpPr>
        <p:spPr bwMode="gray">
          <a:xfrm>
            <a:off x="0" y="6858000"/>
            <a:ext cx="0" cy="0"/>
          </a:xfrm>
        </p:spPr>
        <p:txBody>
          <a:bodyPr lIns="0" tIns="0" rIns="0" bIns="0"/>
          <a:lstStyle>
            <a:lvl1pPr>
              <a:defRPr sz="100">
                <a:solidFill>
                  <a:schemeClr val="bg1">
                    <a:alpha val="1000"/>
                  </a:schemeClr>
                </a:solidFill>
              </a:defRPr>
            </a:lvl1pPr>
          </a:lstStyle>
          <a:p>
            <a:fld id="{9829449A-3FF3-45CE-9F4F-09BADC0910C6}" type="slidenum">
              <a:rPr lang="de-DE"/>
              <a:pPr/>
              <a:t>‹Nr.›</a:t>
            </a:fld>
            <a:endParaRPr lang="de-DE"/>
          </a:p>
        </p:txBody>
      </p:sp>
      <p:sp>
        <p:nvSpPr>
          <p:cNvPr id="5" name="footer">
            <a:extLst>
              <a:ext uri="{FF2B5EF4-FFF2-40B4-BE49-F238E27FC236}">
                <a16:creationId xmlns:a16="http://schemas.microsoft.com/office/drawing/2014/main" id="{190677E9-326C-4EF5-ADE8-5E9E2D32D3E6}"/>
              </a:ext>
              <a:ext uri="{C183D7F6-B498-43B3-948B-1728B52AA6E4}">
                <adec:decorative xmlns:adec="http://schemas.microsoft.com/office/drawing/2017/decorative" val="1"/>
              </a:ext>
            </a:extLst>
          </p:cNvPr>
          <p:cNvSpPr>
            <a:spLocks noGrp="1"/>
          </p:cNvSpPr>
          <p:nvPr>
            <p:ph type="ftr" sz="quarter" idx="11"/>
          </p:nvPr>
        </p:nvSpPr>
        <p:spPr bwMode="gray">
          <a:xfrm>
            <a:off x="0" y="6858000"/>
            <a:ext cx="0" cy="0"/>
          </a:xfrm>
        </p:spPr>
        <p:txBody>
          <a:bodyPr lIns="0" tIns="0" rIns="0" bIns="0"/>
          <a:lstStyle>
            <a:lvl1pPr>
              <a:defRPr sz="100">
                <a:solidFill>
                  <a:schemeClr val="bg1">
                    <a:alpha val="1000"/>
                  </a:schemeClr>
                </a:solidFill>
              </a:defRPr>
            </a:lvl1pPr>
          </a:lstStyle>
          <a:p>
            <a:r>
              <a:rPr lang="de-DE"/>
              <a:t>SNB - TGA - 28.08.2026</a:t>
            </a:r>
          </a:p>
        </p:txBody>
      </p:sp>
      <p:grpSp>
        <p:nvGrpSpPr>
          <p:cNvPr id="16" name="info">
            <a:extLst>
              <a:ext uri="{FF2B5EF4-FFF2-40B4-BE49-F238E27FC236}">
                <a16:creationId xmlns:a16="http://schemas.microsoft.com/office/drawing/2014/main" id="{A373622E-7EE3-EFF8-3F32-E4812ACD14E2}"/>
              </a:ext>
              <a:ext uri="{C183D7F6-B498-43B3-948B-1728B52AA6E4}">
                <adec:decorative xmlns:adec="http://schemas.microsoft.com/office/drawing/2017/decorative" val="1"/>
              </a:ext>
            </a:extLst>
          </p:cNvPr>
          <p:cNvGrpSpPr/>
          <p:nvPr userDrawn="1"/>
        </p:nvGrpSpPr>
        <p:grpSpPr>
          <a:xfrm flipH="1">
            <a:off x="-2213357" y="5026999"/>
            <a:ext cx="2105848" cy="1362901"/>
            <a:chOff x="12399720" y="4917215"/>
            <a:chExt cx="2105848" cy="1362901"/>
          </a:xfrm>
          <a:solidFill>
            <a:srgbClr val="000000"/>
          </a:solidFill>
          <a:effectLst>
            <a:outerShdw blurRad="50800" dist="38100" dir="2700000" algn="tl" rotWithShape="0">
              <a:prstClr val="black">
                <a:alpha val="40000"/>
              </a:prstClr>
            </a:outerShdw>
          </a:effectLst>
        </p:grpSpPr>
        <p:sp>
          <p:nvSpPr>
            <p:cNvPr id="46" name="info">
              <a:extLst>
                <a:ext uri="{FF2B5EF4-FFF2-40B4-BE49-F238E27FC236}">
                  <a16:creationId xmlns:a16="http://schemas.microsoft.com/office/drawing/2014/main" id="{27DC4C88-9A39-609B-961C-4D6318AFD3ED}"/>
                </a:ext>
              </a:extLst>
            </p:cNvPr>
            <p:cNvSpPr/>
            <p:nvPr userDrawn="1"/>
          </p:nvSpPr>
          <p:spPr bwMode="gray">
            <a:xfrm flipH="1">
              <a:off x="12399720" y="4917215"/>
              <a:ext cx="1579616" cy="540000"/>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algn="l">
                <a:lnSpc>
                  <a:spcPct val="100000"/>
                </a:lnSpc>
                <a:spcBef>
                  <a:spcPts val="400"/>
                </a:spcBef>
                <a:spcAft>
                  <a:spcPts val="400"/>
                </a:spcAft>
              </a:pPr>
              <a:endParaRPr lang="en-US" sz="1050">
                <a:solidFill>
                  <a:schemeClr val="bg1"/>
                </a:solidFill>
              </a:endParaRPr>
            </a:p>
            <a:p>
              <a:pPr algn="l">
                <a:lnSpc>
                  <a:spcPct val="100000"/>
                </a:lnSpc>
                <a:spcBef>
                  <a:spcPts val="400"/>
                </a:spcBef>
                <a:spcAft>
                  <a:spcPts val="400"/>
                </a:spcAft>
              </a:pPr>
              <a:endParaRPr lang="en-US" sz="1050">
                <a:solidFill>
                  <a:schemeClr val="bg1"/>
                </a:solidFill>
              </a:endParaRPr>
            </a:p>
          </p:txBody>
        </p:sp>
        <p:sp>
          <p:nvSpPr>
            <p:cNvPr id="47" name="info">
              <a:extLst>
                <a:ext uri="{FF2B5EF4-FFF2-40B4-BE49-F238E27FC236}">
                  <a16:creationId xmlns:a16="http://schemas.microsoft.com/office/drawing/2014/main" id="{1BBAD691-930D-A16D-C6D4-7AA79C8D6EE9}"/>
                </a:ext>
              </a:extLst>
            </p:cNvPr>
            <p:cNvSpPr/>
            <p:nvPr userDrawn="1"/>
          </p:nvSpPr>
          <p:spPr bwMode="gray">
            <a:xfrm flipH="1">
              <a:off x="12668592" y="4917215"/>
              <a:ext cx="1836976" cy="136290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spAutoFit/>
            </a:bodyPr>
            <a:lstStyle/>
            <a:p>
              <a:pPr algn="l">
                <a:lnSpc>
                  <a:spcPct val="100000"/>
                </a:lnSpc>
                <a:spcBef>
                  <a:spcPts val="400"/>
                </a:spcBef>
                <a:spcAft>
                  <a:spcPts val="400"/>
                </a:spcAft>
              </a:pPr>
              <a:r>
                <a:rPr lang="en-US" sz="1050" b="1">
                  <a:solidFill>
                    <a:schemeClr val="bg1"/>
                  </a:solidFill>
                </a:rPr>
                <a:t>ADJUSTING FONT SIZE </a:t>
              </a:r>
              <a:br>
                <a:rPr lang="en-US" sz="1050" b="1">
                  <a:solidFill>
                    <a:schemeClr val="bg1"/>
                  </a:solidFill>
                </a:rPr>
              </a:br>
              <a:r>
                <a:rPr lang="en-US" sz="1050" b="1">
                  <a:solidFill>
                    <a:schemeClr val="bg1"/>
                  </a:solidFill>
                </a:rPr>
                <a:t>ON THE COVER PAGE:</a:t>
              </a:r>
            </a:p>
            <a:p>
              <a:pPr algn="l">
                <a:lnSpc>
                  <a:spcPct val="100000"/>
                </a:lnSpc>
                <a:spcBef>
                  <a:spcPts val="400"/>
                </a:spcBef>
                <a:spcAft>
                  <a:spcPts val="400"/>
                </a:spcAft>
              </a:pPr>
              <a:r>
                <a:rPr lang="en-US" sz="1050">
                  <a:solidFill>
                    <a:schemeClr val="bg1"/>
                  </a:solidFill>
                </a:rPr>
                <a:t>You can adjust the font size of the title to ensure that the text in the white area is easy to read.</a:t>
              </a:r>
            </a:p>
          </p:txBody>
        </p:sp>
      </p:grpSp>
      <p:grpSp>
        <p:nvGrpSpPr>
          <p:cNvPr id="85" name="info">
            <a:extLst>
              <a:ext uri="{FF2B5EF4-FFF2-40B4-BE49-F238E27FC236}">
                <a16:creationId xmlns:a16="http://schemas.microsoft.com/office/drawing/2014/main" id="{B1F3A4B3-93D1-01F0-46E4-676FD84F9B4D}"/>
              </a:ext>
              <a:ext uri="{C183D7F6-B498-43B3-948B-1728B52AA6E4}">
                <adec:decorative xmlns:adec="http://schemas.microsoft.com/office/drawing/2017/decorative" val="1"/>
              </a:ext>
            </a:extLst>
          </p:cNvPr>
          <p:cNvGrpSpPr/>
          <p:nvPr userDrawn="1"/>
        </p:nvGrpSpPr>
        <p:grpSpPr>
          <a:xfrm>
            <a:off x="12327530" y="64632"/>
            <a:ext cx="2500337" cy="1788658"/>
            <a:chOff x="12327530" y="64632"/>
            <a:chExt cx="2500337" cy="1788658"/>
          </a:xfrm>
          <a:effectLst>
            <a:outerShdw blurRad="50800" dist="38100" dir="8100000" algn="tr" rotWithShape="0">
              <a:prstClr val="black">
                <a:alpha val="40000"/>
              </a:prstClr>
            </a:outerShdw>
          </a:effectLst>
        </p:grpSpPr>
        <p:sp>
          <p:nvSpPr>
            <p:cNvPr id="2" name="info">
              <a:extLst>
                <a:ext uri="{FF2B5EF4-FFF2-40B4-BE49-F238E27FC236}">
                  <a16:creationId xmlns:a16="http://schemas.microsoft.com/office/drawing/2014/main" id="{C31C98BC-7627-A8BC-CE8C-3444BA4924A5}"/>
                </a:ext>
              </a:extLst>
            </p:cNvPr>
            <p:cNvSpPr/>
            <p:nvPr/>
          </p:nvSpPr>
          <p:spPr bwMode="gray">
            <a:xfrm flipH="1">
              <a:off x="12327530" y="64632"/>
              <a:ext cx="2500337"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16000" tIns="144000" rIns="144000" bIns="144000" rtlCol="0" anchor="ctr">
              <a:noAutofit/>
            </a:bodyPr>
            <a:lstStyle/>
            <a:p>
              <a:pPr indent="0" algn="l">
                <a:lnSpc>
                  <a:spcPct val="100000"/>
                </a:lnSpc>
                <a:spcBef>
                  <a:spcPts val="400"/>
                </a:spcBef>
                <a:spcAft>
                  <a:spcPts val="400"/>
                </a:spcAft>
              </a:pPr>
              <a:endParaRPr lang="de-DE" sz="1050" b="1">
                <a:solidFill>
                  <a:schemeClr val="bg1"/>
                </a:solidFill>
              </a:endParaRPr>
            </a:p>
          </p:txBody>
        </p:sp>
        <p:sp>
          <p:nvSpPr>
            <p:cNvPr id="58" name="info">
              <a:extLst>
                <a:ext uri="{FF2B5EF4-FFF2-40B4-BE49-F238E27FC236}">
                  <a16:creationId xmlns:a16="http://schemas.microsoft.com/office/drawing/2014/main" id="{B1BDDFB8-A911-8E2B-FD76-C24B53B643B4}"/>
                </a:ext>
              </a:extLst>
            </p:cNvPr>
            <p:cNvSpPr/>
            <p:nvPr userDrawn="1"/>
          </p:nvSpPr>
          <p:spPr bwMode="gray">
            <a:xfrm flipH="1">
              <a:off x="12596337" y="64632"/>
              <a:ext cx="2231530" cy="178865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spAutoFit/>
            </a:bodyPr>
            <a:lstStyle/>
            <a:p>
              <a:pPr indent="0" algn="l">
                <a:lnSpc>
                  <a:spcPct val="100000"/>
                </a:lnSpc>
                <a:spcBef>
                  <a:spcPts val="400"/>
                </a:spcBef>
                <a:spcAft>
                  <a:spcPts val="400"/>
                </a:spcAft>
              </a:pPr>
              <a:r>
                <a:rPr lang="en-US" sz="1050" b="1" kern="1200" cap="all">
                  <a:solidFill>
                    <a:schemeClr val="bg1"/>
                  </a:solidFill>
                  <a:latin typeface="+mn-lt"/>
                  <a:ea typeface="+mn-ea"/>
                  <a:cs typeface="+mn-cs"/>
                </a:rPr>
                <a:t>themes image, Key Visual </a:t>
              </a:r>
              <a:br>
                <a:rPr lang="en-US" sz="1050" b="1" kern="1200" cap="all">
                  <a:solidFill>
                    <a:schemeClr val="bg1"/>
                  </a:solidFill>
                  <a:latin typeface="+mn-lt"/>
                  <a:ea typeface="+mn-ea"/>
                  <a:cs typeface="+mn-cs"/>
                </a:rPr>
              </a:br>
              <a:r>
                <a:rPr lang="en-US" sz="1050" b="1" kern="1200" cap="all">
                  <a:solidFill>
                    <a:schemeClr val="bg1"/>
                  </a:solidFill>
                  <a:latin typeface="+mn-lt"/>
                  <a:ea typeface="+mn-ea"/>
                  <a:cs typeface="+mn-cs"/>
                </a:rPr>
                <a:t>or gradient</a:t>
              </a:r>
            </a:p>
            <a:p>
              <a:pPr indent="0" algn="l">
                <a:lnSpc>
                  <a:spcPct val="100000"/>
                </a:lnSpc>
                <a:spcBef>
                  <a:spcPts val="400"/>
                </a:spcBef>
                <a:spcAft>
                  <a:spcPts val="400"/>
                </a:spcAft>
              </a:pPr>
              <a:r>
                <a:rPr lang="en-US" sz="1050" b="0" kern="1200">
                  <a:solidFill>
                    <a:schemeClr val="bg1"/>
                  </a:solidFill>
                  <a:latin typeface="+mn-lt"/>
                  <a:ea typeface="+mn-ea"/>
                  <a:cs typeface="+mn-cs"/>
                </a:rPr>
                <a:t>Select an image that fits your theme or the appropriate key visual for your overall service, market, </a:t>
              </a:r>
              <a:br>
                <a:rPr lang="en-US" sz="1050" b="0" kern="1200">
                  <a:solidFill>
                    <a:schemeClr val="bg1"/>
                  </a:solidFill>
                  <a:latin typeface="+mn-lt"/>
                  <a:ea typeface="+mn-ea"/>
                  <a:cs typeface="+mn-cs"/>
                </a:rPr>
              </a:br>
              <a:r>
                <a:rPr lang="en-US" sz="1050" b="0" kern="1200">
                  <a:solidFill>
                    <a:schemeClr val="bg1"/>
                  </a:solidFill>
                  <a:latin typeface="+mn-lt"/>
                  <a:ea typeface="+mn-ea"/>
                  <a:cs typeface="+mn-cs"/>
                </a:rPr>
                <a:t>or sector. Alternatively, just use the already integrated gradient.</a:t>
              </a:r>
            </a:p>
            <a:p>
              <a:pPr indent="0" algn="l">
                <a:lnSpc>
                  <a:spcPct val="100000"/>
                </a:lnSpc>
                <a:spcBef>
                  <a:spcPts val="400"/>
                </a:spcBef>
                <a:spcAft>
                  <a:spcPts val="400"/>
                </a:spcAft>
              </a:pPr>
              <a:r>
                <a:rPr lang="en-US" sz="1050" b="1">
                  <a:solidFill>
                    <a:schemeClr val="bg1"/>
                  </a:solidFill>
                </a:rPr>
                <a:t>Place image to the background</a:t>
              </a:r>
              <a:endParaRPr lang="de-DE" sz="1050" b="1">
                <a:solidFill>
                  <a:schemeClr val="bg1"/>
                </a:solidFill>
              </a:endParaRPr>
            </a:p>
          </p:txBody>
        </p:sp>
      </p:grpSp>
      <p:grpSp>
        <p:nvGrpSpPr>
          <p:cNvPr id="39" name="info">
            <a:extLst>
              <a:ext uri="{FF2B5EF4-FFF2-40B4-BE49-F238E27FC236}">
                <a16:creationId xmlns:a16="http://schemas.microsoft.com/office/drawing/2014/main" id="{3E8D23A1-5D42-3F68-5DD2-1BDAD4E208C6}"/>
              </a:ext>
            </a:extLst>
          </p:cNvPr>
          <p:cNvGrpSpPr/>
          <p:nvPr userDrawn="1"/>
        </p:nvGrpSpPr>
        <p:grpSpPr>
          <a:xfrm>
            <a:off x="12327529" y="2995784"/>
            <a:ext cx="2500808" cy="3640432"/>
            <a:chOff x="12327529" y="2995784"/>
            <a:chExt cx="2500808" cy="3640432"/>
          </a:xfrm>
          <a:effectLst>
            <a:outerShdw blurRad="50800" dist="38100" dir="8100000" algn="tr" rotWithShape="0">
              <a:prstClr val="black">
                <a:alpha val="40000"/>
              </a:prstClr>
            </a:outerShdw>
          </a:effectLst>
        </p:grpSpPr>
        <p:grpSp>
          <p:nvGrpSpPr>
            <p:cNvPr id="11" name="info">
              <a:extLst>
                <a:ext uri="{FF2B5EF4-FFF2-40B4-BE49-F238E27FC236}">
                  <a16:creationId xmlns:a16="http://schemas.microsoft.com/office/drawing/2014/main" id="{97885C08-E7F5-9699-5220-41F52AB9CA5D}"/>
                </a:ext>
              </a:extLst>
            </p:cNvPr>
            <p:cNvGrpSpPr/>
            <p:nvPr userDrawn="1"/>
          </p:nvGrpSpPr>
          <p:grpSpPr>
            <a:xfrm>
              <a:off x="12596337" y="2995784"/>
              <a:ext cx="2232000" cy="1408806"/>
              <a:chOff x="12565380" y="2356671"/>
              <a:chExt cx="2232000" cy="1408806"/>
            </a:xfrm>
          </p:grpSpPr>
          <p:sp>
            <p:nvSpPr>
              <p:cNvPr id="37" name="info">
                <a:extLst>
                  <a:ext uri="{FF2B5EF4-FFF2-40B4-BE49-F238E27FC236}">
                    <a16:creationId xmlns:a16="http://schemas.microsoft.com/office/drawing/2014/main" id="{B40F1984-C59F-CAE8-142C-AA0DEAE7E072}"/>
                  </a:ext>
                </a:extLst>
              </p:cNvPr>
              <p:cNvSpPr/>
              <p:nvPr userDrawn="1"/>
            </p:nvSpPr>
            <p:spPr bwMode="gray">
              <a:xfrm rot="16200000" flipH="1">
                <a:off x="12153929" y="2814026"/>
                <a:ext cx="1362902"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tx2"/>
                  </a:solidFill>
                </a:endParaRPr>
              </a:p>
              <a:p>
                <a:pPr indent="0" algn="l">
                  <a:lnSpc>
                    <a:spcPct val="100000"/>
                  </a:lnSpc>
                  <a:spcBef>
                    <a:spcPts val="400"/>
                  </a:spcBef>
                  <a:spcAft>
                    <a:spcPts val="400"/>
                  </a:spcAft>
                </a:pPr>
                <a:endParaRPr lang="en-US" sz="1050">
                  <a:solidFill>
                    <a:schemeClr val="tx2"/>
                  </a:solidFill>
                </a:endParaRPr>
              </a:p>
            </p:txBody>
          </p:sp>
          <p:sp>
            <p:nvSpPr>
              <p:cNvPr id="38" name="info">
                <a:extLst>
                  <a:ext uri="{FF2B5EF4-FFF2-40B4-BE49-F238E27FC236}">
                    <a16:creationId xmlns:a16="http://schemas.microsoft.com/office/drawing/2014/main" id="{B203D0BE-58D4-A53F-13BB-DB1BCA7B3D35}"/>
                  </a:ext>
                </a:extLst>
              </p:cNvPr>
              <p:cNvSpPr/>
              <p:nvPr userDrawn="1"/>
            </p:nvSpPr>
            <p:spPr bwMode="gray">
              <a:xfrm flipH="1">
                <a:off x="12565380" y="2356671"/>
                <a:ext cx="2232000" cy="114232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kern="1200" cap="all">
                    <a:solidFill>
                      <a:schemeClr val="bg1"/>
                    </a:solidFill>
                    <a:latin typeface="+mn-lt"/>
                    <a:ea typeface="+mn-ea"/>
                    <a:cs typeface="+mn-cs"/>
                  </a:rPr>
                  <a:t>IMAGE Credit Formatting</a:t>
                </a:r>
              </a:p>
              <a:p>
                <a:pPr indent="0" algn="l">
                  <a:lnSpc>
                    <a:spcPct val="100000"/>
                  </a:lnSpc>
                  <a:spcBef>
                    <a:spcPts val="400"/>
                  </a:spcBef>
                  <a:spcAft>
                    <a:spcPts val="400"/>
                  </a:spcAft>
                </a:pPr>
                <a:r>
                  <a:rPr lang="en-US" sz="1050" b="0" kern="1200" cap="none">
                    <a:solidFill>
                      <a:schemeClr val="bg1"/>
                    </a:solidFill>
                    <a:latin typeface="+mn-lt"/>
                    <a:ea typeface="+mn-ea"/>
                    <a:cs typeface="+mn-cs"/>
                  </a:rPr>
                  <a:t>Examples!</a:t>
                </a:r>
              </a:p>
              <a:p>
                <a:pPr indent="0" algn="l">
                  <a:lnSpc>
                    <a:spcPct val="100000"/>
                  </a:lnSpc>
                  <a:spcBef>
                    <a:spcPts val="400"/>
                  </a:spcBef>
                  <a:spcAft>
                    <a:spcPts val="400"/>
                  </a:spcAft>
                </a:pPr>
                <a:r>
                  <a:rPr lang="en-US" sz="1050" b="0" kern="1200" cap="none">
                    <a:solidFill>
                      <a:schemeClr val="bg1"/>
                    </a:solidFill>
                    <a:latin typeface="+mn-lt"/>
                    <a:ea typeface="+mn-ea"/>
                    <a:cs typeface="+mn-cs"/>
                  </a:rPr>
                  <a:t>© Westend66 – gettyimages.com</a:t>
                </a:r>
                <a:br>
                  <a:rPr lang="en-US" sz="1050" b="0" kern="1200" cap="none">
                    <a:solidFill>
                      <a:schemeClr val="bg1"/>
                    </a:solidFill>
                    <a:latin typeface="+mn-lt"/>
                    <a:ea typeface="+mn-ea"/>
                    <a:cs typeface="+mn-cs"/>
                  </a:rPr>
                </a:br>
                <a:r>
                  <a:rPr lang="en-US" sz="1050" b="0" kern="1200" cap="none">
                    <a:solidFill>
                      <a:schemeClr val="bg1"/>
                    </a:solidFill>
                    <a:latin typeface="+mn-lt"/>
                    <a:ea typeface="+mn-ea"/>
                    <a:cs typeface="+mn-cs"/>
                  </a:rPr>
                  <a:t>© AI generated – Drees &amp; Sommer</a:t>
                </a:r>
              </a:p>
            </p:txBody>
          </p:sp>
        </p:grpSp>
        <p:grpSp>
          <p:nvGrpSpPr>
            <p:cNvPr id="9" name="info">
              <a:extLst>
                <a:ext uri="{FF2B5EF4-FFF2-40B4-BE49-F238E27FC236}">
                  <a16:creationId xmlns:a16="http://schemas.microsoft.com/office/drawing/2014/main" id="{6550502D-07E0-90F4-424D-586C70154610}"/>
                </a:ext>
              </a:extLst>
            </p:cNvPr>
            <p:cNvGrpSpPr>
              <a:grpSpLocks/>
            </p:cNvGrpSpPr>
            <p:nvPr userDrawn="1"/>
          </p:nvGrpSpPr>
          <p:grpSpPr>
            <a:xfrm>
              <a:off x="12327529" y="4480790"/>
              <a:ext cx="2500807" cy="2155426"/>
              <a:chOff x="12327530" y="4187428"/>
              <a:chExt cx="2500807" cy="2155426"/>
            </a:xfrm>
          </p:grpSpPr>
          <p:sp>
            <p:nvSpPr>
              <p:cNvPr id="10" name="info">
                <a:extLst>
                  <a:ext uri="{FF2B5EF4-FFF2-40B4-BE49-F238E27FC236}">
                    <a16:creationId xmlns:a16="http://schemas.microsoft.com/office/drawing/2014/main" id="{05430BEE-3868-1A00-B9FA-27AD87DA1D9E}"/>
                  </a:ext>
                </a:extLst>
              </p:cNvPr>
              <p:cNvSpPr/>
              <p:nvPr userDrawn="1"/>
            </p:nvSpPr>
            <p:spPr bwMode="gray">
              <a:xfrm flipH="1">
                <a:off x="12327530" y="5802854"/>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indent="0" algn="l">
                  <a:lnSpc>
                    <a:spcPct val="100000"/>
                  </a:lnSpc>
                  <a:spcBef>
                    <a:spcPts val="400"/>
                  </a:spcBef>
                  <a:spcAft>
                    <a:spcPts val="400"/>
                  </a:spcAft>
                </a:pPr>
                <a:endParaRPr lang="en-US" sz="1050">
                  <a:solidFill>
                    <a:schemeClr val="tx2"/>
                  </a:solidFill>
                </a:endParaRPr>
              </a:p>
              <a:p>
                <a:pPr indent="0" algn="l">
                  <a:lnSpc>
                    <a:spcPct val="100000"/>
                  </a:lnSpc>
                  <a:spcBef>
                    <a:spcPts val="400"/>
                  </a:spcBef>
                  <a:spcAft>
                    <a:spcPts val="400"/>
                  </a:spcAft>
                </a:pPr>
                <a:endParaRPr lang="en-US" sz="1050">
                  <a:solidFill>
                    <a:schemeClr val="tx2"/>
                  </a:solidFill>
                </a:endParaRPr>
              </a:p>
            </p:txBody>
          </p:sp>
          <p:sp>
            <p:nvSpPr>
              <p:cNvPr id="13" name="info">
                <a:extLst>
                  <a:ext uri="{FF2B5EF4-FFF2-40B4-BE49-F238E27FC236}">
                    <a16:creationId xmlns:a16="http://schemas.microsoft.com/office/drawing/2014/main" id="{8D56C2EC-08F7-ACB3-B500-CA73CBEAB4BC}"/>
                  </a:ext>
                </a:extLst>
              </p:cNvPr>
              <p:cNvSpPr/>
              <p:nvPr userDrawn="1"/>
            </p:nvSpPr>
            <p:spPr bwMode="gray">
              <a:xfrm flipH="1">
                <a:off x="12596337" y="4187428"/>
                <a:ext cx="2232000" cy="215542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cap="all">
                    <a:solidFill>
                      <a:schemeClr val="bg1"/>
                    </a:solidFill>
                  </a:rPr>
                  <a:t>image credit</a:t>
                </a:r>
              </a:p>
              <a:p>
                <a:pPr indent="0" algn="l">
                  <a:lnSpc>
                    <a:spcPct val="100000"/>
                  </a:lnSpc>
                  <a:spcBef>
                    <a:spcPts val="400"/>
                  </a:spcBef>
                  <a:spcAft>
                    <a:spcPts val="400"/>
                  </a:spcAft>
                </a:pPr>
                <a:r>
                  <a:rPr lang="en-US" sz="1050" b="1">
                    <a:solidFill>
                      <a:schemeClr val="bg1"/>
                    </a:solidFill>
                  </a:rPr>
                  <a:t>Always include </a:t>
                </a:r>
                <a:r>
                  <a:rPr lang="en-US" sz="1050">
                    <a:solidFill>
                      <a:schemeClr val="bg1"/>
                    </a:solidFill>
                  </a:rPr>
                  <a:t>the image credit!</a:t>
                </a:r>
              </a:p>
              <a:p>
                <a:pPr indent="0" algn="l">
                  <a:lnSpc>
                    <a:spcPct val="100000"/>
                  </a:lnSpc>
                  <a:spcBef>
                    <a:spcPts val="400"/>
                  </a:spcBef>
                  <a:spcAft>
                    <a:spcPts val="400"/>
                  </a:spcAft>
                </a:pPr>
                <a:r>
                  <a:rPr lang="en-US" sz="1050">
                    <a:solidFill>
                      <a:schemeClr val="bg1"/>
                    </a:solidFill>
                  </a:rPr>
                  <a:t>How to get the image credit </a:t>
                </a:r>
                <a:r>
                  <a:rPr lang="en-US" sz="1050" b="1">
                    <a:solidFill>
                      <a:schemeClr val="bg1"/>
                    </a:solidFill>
                  </a:rPr>
                  <a:t>placeholder</a:t>
                </a:r>
                <a:r>
                  <a:rPr lang="en-US" sz="1050">
                    <a:solidFill>
                      <a:schemeClr val="bg1"/>
                    </a:solidFill>
                  </a:rPr>
                  <a:t> if it is no longer available on your slide by default: </a:t>
                </a:r>
              </a:p>
              <a:p>
                <a:pPr indent="0" algn="l">
                  <a:lnSpc>
                    <a:spcPct val="100000"/>
                  </a:lnSpc>
                  <a:spcBef>
                    <a:spcPts val="400"/>
                  </a:spcBef>
                  <a:spcAft>
                    <a:spcPts val="400"/>
                  </a:spcAft>
                </a:pPr>
                <a:r>
                  <a:rPr lang="en-US" sz="1050">
                    <a:solidFill>
                      <a:schemeClr val="bg1"/>
                    </a:solidFill>
                  </a:rPr>
                  <a:t>&gt; </a:t>
                </a:r>
                <a:r>
                  <a:rPr lang="en-US" sz="1050" b="0">
                    <a:solidFill>
                      <a:schemeClr val="bg1"/>
                    </a:solidFill>
                  </a:rPr>
                  <a:t>right-click on a free area</a:t>
                </a:r>
                <a:br>
                  <a:rPr lang="en-US" sz="1050" b="0">
                    <a:solidFill>
                      <a:schemeClr val="bg1"/>
                    </a:solidFill>
                  </a:rPr>
                </a:br>
                <a:r>
                  <a:rPr lang="en-US" sz="1050" b="0">
                    <a:solidFill>
                      <a:schemeClr val="bg1"/>
                    </a:solidFill>
                  </a:rPr>
                  <a:t>   on the slide</a:t>
                </a:r>
                <a:br>
                  <a:rPr lang="en-US" sz="1050" b="0">
                    <a:solidFill>
                      <a:schemeClr val="bg1"/>
                    </a:solidFill>
                  </a:rPr>
                </a:br>
                <a:r>
                  <a:rPr lang="en-US" sz="1050" b="0">
                    <a:solidFill>
                      <a:schemeClr val="bg1"/>
                    </a:solidFill>
                  </a:rPr>
                  <a:t>&gt; insert text element</a:t>
                </a:r>
                <a:endParaRPr lang="en-US" sz="1050">
                  <a:solidFill>
                    <a:schemeClr val="bg1"/>
                  </a:solidFill>
                </a:endParaRPr>
              </a:p>
              <a:p>
                <a:pPr indent="0" algn="l">
                  <a:lnSpc>
                    <a:spcPct val="100000"/>
                  </a:lnSpc>
                  <a:spcBef>
                    <a:spcPts val="400"/>
                  </a:spcBef>
                  <a:spcAft>
                    <a:spcPts val="400"/>
                  </a:spcAft>
                </a:pPr>
                <a:r>
                  <a:rPr lang="en-US" sz="1050">
                    <a:solidFill>
                      <a:schemeClr val="bg1"/>
                    </a:solidFill>
                  </a:rPr>
                  <a:t>“</a:t>
                </a:r>
                <a:r>
                  <a:rPr lang="en-US" sz="1050" b="1">
                    <a:solidFill>
                      <a:schemeClr val="bg1"/>
                    </a:solidFill>
                  </a:rPr>
                  <a:t>Copyright Title Slide</a:t>
                </a:r>
                <a:r>
                  <a:rPr lang="en-US" sz="1050">
                    <a:solidFill>
                      <a:schemeClr val="bg1"/>
                    </a:solidFill>
                  </a:rPr>
                  <a:t>”</a:t>
                </a:r>
              </a:p>
            </p:txBody>
          </p:sp>
        </p:grpSp>
      </p:grpSp>
      <p:sp>
        <p:nvSpPr>
          <p:cNvPr id="4" name="MIO_Placeholder_Mapping" hidden="1">
            <a:extLst>
              <a:ext uri="{FF2B5EF4-FFF2-40B4-BE49-F238E27FC236}">
                <a16:creationId xmlns:a16="http://schemas.microsoft.com/office/drawing/2014/main" id="{F0B7ABA2-8F81-8FF7-1A61-4BCE58280E4A}"/>
              </a:ext>
            </a:extLst>
          </p:cNvPr>
          <p:cNvSpPr/>
          <p:nvPr userDrawn="1">
            <p:custDataLst>
              <p:tags r:id="rId1"/>
            </p:custDataLst>
          </p:nvPr>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2121092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ARK Title Slide">
    <p:bg bwMode="gray">
      <p:bgRef idx="1001">
        <a:schemeClr val="bg1"/>
      </p:bgRef>
    </p:bg>
    <p:spTree>
      <p:nvGrpSpPr>
        <p:cNvPr id="1" name=""/>
        <p:cNvGrpSpPr/>
        <p:nvPr/>
      </p:nvGrpSpPr>
      <p:grpSpPr>
        <a:xfrm>
          <a:off x="0" y="0"/>
          <a:ext cx="0" cy="0"/>
          <a:chOff x="0" y="0"/>
          <a:chExt cx="0" cy="0"/>
        </a:xfrm>
      </p:grpSpPr>
      <p:pic>
        <p:nvPicPr>
          <p:cNvPr id="12" name="background dreso">
            <a:extLst>
              <a:ext uri="{FF2B5EF4-FFF2-40B4-BE49-F238E27FC236}">
                <a16:creationId xmlns:a16="http://schemas.microsoft.com/office/drawing/2014/main" id="{E28F526C-7855-0BE6-D622-EF12D58984B8}"/>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white">
          <a:xfrm>
            <a:off x="0" y="0"/>
            <a:ext cx="12191999" cy="6858000"/>
          </a:xfrm>
          <a:prstGeom prst="rect">
            <a:avLst/>
          </a:prstGeom>
        </p:spPr>
      </p:pic>
      <p:sp>
        <p:nvSpPr>
          <p:cNvPr id="9" name="background white">
            <a:extLst>
              <a:ext uri="{FF2B5EF4-FFF2-40B4-BE49-F238E27FC236}">
                <a16:creationId xmlns:a16="http://schemas.microsoft.com/office/drawing/2014/main" id="{7A366AE2-0547-B72F-8440-E3181652B791}"/>
              </a:ext>
              <a:ext uri="{C183D7F6-B498-43B3-948B-1728B52AA6E4}">
                <adec:decorative xmlns:adec="http://schemas.microsoft.com/office/drawing/2017/decorative" val="1"/>
              </a:ext>
            </a:extLst>
          </p:cNvPr>
          <p:cNvSpPr/>
          <p:nvPr userDrawn="1"/>
        </p:nvSpPr>
        <p:spPr bwMode="white">
          <a:xfrm rot="10800000" flipH="1">
            <a:off x="2184824" y="-2"/>
            <a:ext cx="10007176" cy="6858001"/>
          </a:xfrm>
          <a:custGeom>
            <a:avLst/>
            <a:gdLst>
              <a:gd name="connsiteX0" fmla="*/ 0 w 10007176"/>
              <a:gd name="connsiteY0" fmla="*/ 6858001 h 6858001"/>
              <a:gd name="connsiteX1" fmla="*/ 10007176 w 10007176"/>
              <a:gd name="connsiteY1" fmla="*/ 6858001 h 6858001"/>
              <a:gd name="connsiteX2" fmla="*/ 10007176 w 10007176"/>
              <a:gd name="connsiteY2" fmla="*/ 0 h 6858001"/>
              <a:gd name="connsiteX3" fmla="*/ 4510096 w 10007176"/>
              <a:gd name="connsiteY3" fmla="*/ 0 h 6858001"/>
            </a:gdLst>
            <a:ahLst/>
            <a:cxnLst>
              <a:cxn ang="0">
                <a:pos x="connsiteX0" y="connsiteY0"/>
              </a:cxn>
              <a:cxn ang="0">
                <a:pos x="connsiteX1" y="connsiteY1"/>
              </a:cxn>
              <a:cxn ang="0">
                <a:pos x="connsiteX2" y="connsiteY2"/>
              </a:cxn>
              <a:cxn ang="0">
                <a:pos x="connsiteX3" y="connsiteY3"/>
              </a:cxn>
            </a:cxnLst>
            <a:rect l="l" t="t" r="r" b="b"/>
            <a:pathLst>
              <a:path w="10007176" h="6858001">
                <a:moveTo>
                  <a:pt x="0" y="6858001"/>
                </a:moveTo>
                <a:lnTo>
                  <a:pt x="10007176" y="6858001"/>
                </a:lnTo>
                <a:lnTo>
                  <a:pt x="10007176" y="0"/>
                </a:lnTo>
                <a:lnTo>
                  <a:pt x="4510096"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ctr">
            <a:noAutofit/>
          </a:bodyPr>
          <a:lstStyle/>
          <a:p>
            <a:pPr algn="ctr">
              <a:spcBef>
                <a:spcPts val="400"/>
              </a:spcBef>
              <a:spcAft>
                <a:spcPts val="400"/>
              </a:spcAft>
            </a:pPr>
            <a:endParaRPr lang="de-DE" sz="1400" err="1"/>
          </a:p>
        </p:txBody>
      </p:sp>
      <p:grpSp>
        <p:nvGrpSpPr>
          <p:cNvPr id="53" name="design element">
            <a:extLst>
              <a:ext uri="{FF2B5EF4-FFF2-40B4-BE49-F238E27FC236}">
                <a16:creationId xmlns:a16="http://schemas.microsoft.com/office/drawing/2014/main" id="{2EA8DBF0-C446-47C3-33FA-9195DA614AF0}"/>
              </a:ext>
              <a:ext uri="{C183D7F6-B498-43B3-948B-1728B52AA6E4}">
                <adec:decorative xmlns:adec="http://schemas.microsoft.com/office/drawing/2017/decorative" val="1"/>
              </a:ext>
            </a:extLst>
          </p:cNvPr>
          <p:cNvGrpSpPr/>
          <p:nvPr userDrawn="1"/>
        </p:nvGrpSpPr>
        <p:grpSpPr bwMode="invGray">
          <a:xfrm>
            <a:off x="2635867" y="0"/>
            <a:ext cx="5198927" cy="6858002"/>
            <a:chOff x="2635867" y="0"/>
            <a:chExt cx="5198927" cy="6858002"/>
          </a:xfrm>
        </p:grpSpPr>
        <p:sp>
          <p:nvSpPr>
            <p:cNvPr id="17" name="grey">
              <a:extLst>
                <a:ext uri="{FF2B5EF4-FFF2-40B4-BE49-F238E27FC236}">
                  <a16:creationId xmlns:a16="http://schemas.microsoft.com/office/drawing/2014/main" id="{0A0B5A01-CEA4-C7D9-CBFF-296EEE06A8B3}"/>
                </a:ext>
              </a:extLst>
            </p:cNvPr>
            <p:cNvSpPr>
              <a:spLocks noChangeAspect="1"/>
            </p:cNvSpPr>
            <p:nvPr userDrawn="1"/>
          </p:nvSpPr>
          <p:spPr bwMode="invGray">
            <a:xfrm>
              <a:off x="2635867" y="1474837"/>
              <a:ext cx="3560683" cy="5383165"/>
            </a:xfrm>
            <a:custGeom>
              <a:avLst/>
              <a:gdLst>
                <a:gd name="connsiteX0" fmla="*/ 1943233 w 3560683"/>
                <a:gd name="connsiteY0" fmla="*/ 2982842 h 5383165"/>
                <a:gd name="connsiteX1" fmla="*/ 119290 w 3560683"/>
                <a:gd name="connsiteY1" fmla="*/ 4283080 h 5383165"/>
                <a:gd name="connsiteX2" fmla="*/ 26950 w 3560683"/>
                <a:gd name="connsiteY2" fmla="*/ 4410128 h 5383165"/>
                <a:gd name="connsiteX3" fmla="*/ 175658 w 3560683"/>
                <a:gd name="connsiteY3" fmla="*/ 4460542 h 5383165"/>
                <a:gd name="connsiteX4" fmla="*/ 1118951 w 3560683"/>
                <a:gd name="connsiteY4" fmla="*/ 4464341 h 5383165"/>
                <a:gd name="connsiteX5" fmla="*/ 1732021 w 3560683"/>
                <a:gd name="connsiteY5" fmla="*/ 4266740 h 5383165"/>
                <a:gd name="connsiteX6" fmla="*/ 2448403 w 3560683"/>
                <a:gd name="connsiteY6" fmla="*/ 3746768 h 5383165"/>
                <a:gd name="connsiteX7" fmla="*/ 514290 w 3560683"/>
                <a:gd name="connsiteY7" fmla="*/ 0 h 5383165"/>
                <a:gd name="connsiteX8" fmla="*/ 528208 w 3560683"/>
                <a:gd name="connsiteY8" fmla="*/ 21171 h 5383165"/>
                <a:gd name="connsiteX9" fmla="*/ 449259 w 3560683"/>
                <a:gd name="connsiteY9" fmla="*/ 78478 h 5383165"/>
                <a:gd name="connsiteX10" fmla="*/ 364012 w 3560683"/>
                <a:gd name="connsiteY10" fmla="*/ 548795 h 5383165"/>
                <a:gd name="connsiteX11" fmla="*/ 1949830 w 3560683"/>
                <a:gd name="connsiteY11" fmla="*/ 2947049 h 5383165"/>
                <a:gd name="connsiteX12" fmla="*/ 2291557 w 3560683"/>
                <a:gd name="connsiteY12" fmla="*/ 2703447 h 5383165"/>
                <a:gd name="connsiteX13" fmla="*/ 2305471 w 3560683"/>
                <a:gd name="connsiteY13" fmla="*/ 2724612 h 5383165"/>
                <a:gd name="connsiteX14" fmla="*/ 1963802 w 3560683"/>
                <a:gd name="connsiteY14" fmla="*/ 2968179 h 5383165"/>
                <a:gd name="connsiteX15" fmla="*/ 2468830 w 3560683"/>
                <a:gd name="connsiteY15" fmla="*/ 3731941 h 5383165"/>
                <a:gd name="connsiteX16" fmla="*/ 2806549 w 3560683"/>
                <a:gd name="connsiteY16" fmla="*/ 3486814 h 5383165"/>
                <a:gd name="connsiteX17" fmla="*/ 2820469 w 3560683"/>
                <a:gd name="connsiteY17" fmla="*/ 3507988 h 5383165"/>
                <a:gd name="connsiteX18" fmla="*/ 2482805 w 3560683"/>
                <a:gd name="connsiteY18" fmla="*/ 3753075 h 5383165"/>
                <a:gd name="connsiteX19" fmla="*/ 3560683 w 3560683"/>
                <a:gd name="connsiteY19" fmla="*/ 5383165 h 5383165"/>
                <a:gd name="connsiteX20" fmla="*/ 3530520 w 3560683"/>
                <a:gd name="connsiteY20" fmla="*/ 5383165 h 5383165"/>
                <a:gd name="connsiteX21" fmla="*/ 2462378 w 3560683"/>
                <a:gd name="connsiteY21" fmla="*/ 3767902 h 5383165"/>
                <a:gd name="connsiteX22" fmla="*/ 1746842 w 3560683"/>
                <a:gd name="connsiteY22" fmla="*/ 4287260 h 5383165"/>
                <a:gd name="connsiteX23" fmla="*/ 1121104 w 3560683"/>
                <a:gd name="connsiteY23" fmla="*/ 4489802 h 5383165"/>
                <a:gd name="connsiteX24" fmla="*/ 1118951 w 3560683"/>
                <a:gd name="connsiteY24" fmla="*/ 4489802 h 5383165"/>
                <a:gd name="connsiteX25" fmla="*/ 175658 w 3560683"/>
                <a:gd name="connsiteY25" fmla="*/ 4486002 h 5383165"/>
                <a:gd name="connsiteX26" fmla="*/ 2883 w 3560683"/>
                <a:gd name="connsiteY26" fmla="*/ 4417855 h 5383165"/>
                <a:gd name="connsiteX27" fmla="*/ 104597 w 3560683"/>
                <a:gd name="connsiteY27" fmla="*/ 4262433 h 5383165"/>
                <a:gd name="connsiteX28" fmla="*/ 1929261 w 3560683"/>
                <a:gd name="connsiteY28" fmla="*/ 2961712 h 5383165"/>
                <a:gd name="connsiteX29" fmla="*/ 342859 w 3560683"/>
                <a:gd name="connsiteY29" fmla="*/ 562728 h 5383165"/>
                <a:gd name="connsiteX30" fmla="*/ 434439 w 3560683"/>
                <a:gd name="connsiteY30" fmla="*/ 57958 h 5383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560683" h="5383165">
                  <a:moveTo>
                    <a:pt x="1943233" y="2982842"/>
                  </a:moveTo>
                  <a:lnTo>
                    <a:pt x="119290" y="4283080"/>
                  </a:lnTo>
                  <a:cubicBezTo>
                    <a:pt x="50510" y="4332101"/>
                    <a:pt x="16943" y="4378461"/>
                    <a:pt x="26950" y="4410128"/>
                  </a:cubicBezTo>
                  <a:cubicBezTo>
                    <a:pt x="36957" y="4441795"/>
                    <a:pt x="91170" y="4460288"/>
                    <a:pt x="175658" y="4460542"/>
                  </a:cubicBezTo>
                  <a:lnTo>
                    <a:pt x="1118951" y="4464341"/>
                  </a:lnTo>
                  <a:cubicBezTo>
                    <a:pt x="1305659" y="4464848"/>
                    <a:pt x="1580907" y="4376434"/>
                    <a:pt x="1732021" y="4266740"/>
                  </a:cubicBezTo>
                  <a:lnTo>
                    <a:pt x="2448403" y="3746768"/>
                  </a:lnTo>
                  <a:close/>
                  <a:moveTo>
                    <a:pt x="514290" y="0"/>
                  </a:moveTo>
                  <a:lnTo>
                    <a:pt x="528208" y="21171"/>
                  </a:lnTo>
                  <a:lnTo>
                    <a:pt x="449259" y="78478"/>
                  </a:lnTo>
                  <a:cubicBezTo>
                    <a:pt x="301565" y="185639"/>
                    <a:pt x="263311" y="396667"/>
                    <a:pt x="364012" y="548795"/>
                  </a:cubicBezTo>
                  <a:lnTo>
                    <a:pt x="1949830" y="2947049"/>
                  </a:lnTo>
                  <a:lnTo>
                    <a:pt x="2291557" y="2703447"/>
                  </a:lnTo>
                  <a:lnTo>
                    <a:pt x="2305471" y="2724612"/>
                  </a:lnTo>
                  <a:lnTo>
                    <a:pt x="1963802" y="2968179"/>
                  </a:lnTo>
                  <a:lnTo>
                    <a:pt x="2468830" y="3731941"/>
                  </a:lnTo>
                  <a:lnTo>
                    <a:pt x="2806549" y="3486814"/>
                  </a:lnTo>
                  <a:lnTo>
                    <a:pt x="2820469" y="3507988"/>
                  </a:lnTo>
                  <a:lnTo>
                    <a:pt x="2482805" y="3753075"/>
                  </a:lnTo>
                  <a:lnTo>
                    <a:pt x="3560683" y="5383165"/>
                  </a:lnTo>
                  <a:lnTo>
                    <a:pt x="3530520" y="5383165"/>
                  </a:lnTo>
                  <a:lnTo>
                    <a:pt x="2462378" y="3767902"/>
                  </a:lnTo>
                  <a:lnTo>
                    <a:pt x="1746842" y="4287260"/>
                  </a:lnTo>
                  <a:cubicBezTo>
                    <a:pt x="1592687" y="4399234"/>
                    <a:pt x="1312499" y="4489802"/>
                    <a:pt x="1121104" y="4489802"/>
                  </a:cubicBezTo>
                  <a:lnTo>
                    <a:pt x="1118951" y="4489802"/>
                  </a:lnTo>
                  <a:lnTo>
                    <a:pt x="175658" y="4486002"/>
                  </a:lnTo>
                  <a:cubicBezTo>
                    <a:pt x="78124" y="4485622"/>
                    <a:pt x="16816" y="4461428"/>
                    <a:pt x="2883" y="4417855"/>
                  </a:cubicBezTo>
                  <a:cubicBezTo>
                    <a:pt x="-10924" y="4374281"/>
                    <a:pt x="25177" y="4319180"/>
                    <a:pt x="104597" y="4262433"/>
                  </a:cubicBezTo>
                  <a:lnTo>
                    <a:pt x="1929261" y="2961712"/>
                  </a:lnTo>
                  <a:lnTo>
                    <a:pt x="342859" y="562728"/>
                  </a:lnTo>
                  <a:cubicBezTo>
                    <a:pt x="234811" y="399454"/>
                    <a:pt x="275852" y="173099"/>
                    <a:pt x="434439" y="57958"/>
                  </a:cubicBezTo>
                  <a:close/>
                </a:path>
              </a:pathLst>
            </a:custGeom>
            <a:solidFill>
              <a:srgbClr val="F2F2F2">
                <a:alpha val="10000"/>
              </a:srgbClr>
            </a:solidFill>
            <a:ln w="0" cap="flat">
              <a:noFill/>
              <a:prstDash val="solid"/>
              <a:miter/>
            </a:ln>
          </p:spPr>
          <p:txBody>
            <a:bodyPr wrap="square" rtlCol="0" anchor="ctr">
              <a:noAutofit/>
            </a:bodyPr>
            <a:lstStyle/>
            <a:p>
              <a:endParaRPr lang="de-DE"/>
            </a:p>
          </p:txBody>
        </p:sp>
        <p:sp>
          <p:nvSpPr>
            <p:cNvPr id="52" name="white">
              <a:extLst>
                <a:ext uri="{FF2B5EF4-FFF2-40B4-BE49-F238E27FC236}">
                  <a16:creationId xmlns:a16="http://schemas.microsoft.com/office/drawing/2014/main" id="{D216F345-B6CC-7826-C75E-142230EC9E22}"/>
                </a:ext>
              </a:extLst>
            </p:cNvPr>
            <p:cNvSpPr>
              <a:spLocks noChangeAspect="1"/>
            </p:cNvSpPr>
            <p:nvPr userDrawn="1"/>
          </p:nvSpPr>
          <p:spPr bwMode="invGray">
            <a:xfrm>
              <a:off x="3150157" y="0"/>
              <a:ext cx="4684637" cy="6858000"/>
            </a:xfrm>
            <a:custGeom>
              <a:avLst/>
              <a:gdLst>
                <a:gd name="connsiteX0" fmla="*/ 1736716 w 4684637"/>
                <a:gd name="connsiteY0" fmla="*/ 1392684 h 6858000"/>
                <a:gd name="connsiteX1" fmla="*/ 1565941 w 4684637"/>
                <a:gd name="connsiteY1" fmla="*/ 1514426 h 6858000"/>
                <a:gd name="connsiteX2" fmla="*/ 1478287 w 4684637"/>
                <a:gd name="connsiteY2" fmla="*/ 1982843 h 6858000"/>
                <a:gd name="connsiteX3" fmla="*/ 2556756 w 4684637"/>
                <a:gd name="connsiteY3" fmla="*/ 3622622 h 6858000"/>
                <a:gd name="connsiteX4" fmla="*/ 2727608 w 4684637"/>
                <a:gd name="connsiteY4" fmla="*/ 3500829 h 6858000"/>
                <a:gd name="connsiteX5" fmla="*/ 2815261 w 4684637"/>
                <a:gd name="connsiteY5" fmla="*/ 3032413 h 6858000"/>
                <a:gd name="connsiteX6" fmla="*/ 2857918 w 4684637"/>
                <a:gd name="connsiteY6" fmla="*/ 593397 h 6858000"/>
                <a:gd name="connsiteX7" fmla="*/ 1757173 w 4684637"/>
                <a:gd name="connsiteY7" fmla="*/ 1378100 h 6858000"/>
                <a:gd name="connsiteX8" fmla="*/ 2836161 w 4684637"/>
                <a:gd name="connsiteY8" fmla="*/ 3018606 h 6858000"/>
                <a:gd name="connsiteX9" fmla="*/ 2742047 w 4684637"/>
                <a:gd name="connsiteY9" fmla="*/ 3521603 h 6858000"/>
                <a:gd name="connsiteX10" fmla="*/ 2570668 w 4684637"/>
                <a:gd name="connsiteY10" fmla="*/ 3643775 h 6858000"/>
                <a:gd name="connsiteX11" fmla="*/ 3067395 w 4684637"/>
                <a:gd name="connsiteY11" fmla="*/ 4399033 h 6858000"/>
                <a:gd name="connsiteX12" fmla="*/ 4358452 w 4684637"/>
                <a:gd name="connsiteY12" fmla="*/ 3461942 h 6858000"/>
                <a:gd name="connsiteX13" fmla="*/ 4443699 w 4684637"/>
                <a:gd name="connsiteY13" fmla="*/ 2991626 h 6858000"/>
                <a:gd name="connsiteX14" fmla="*/ 820667 w 4684637"/>
                <a:gd name="connsiteY14" fmla="*/ 0 h 6858000"/>
                <a:gd name="connsiteX15" fmla="*/ 850774 w 4684637"/>
                <a:gd name="connsiteY15" fmla="*/ 0 h 6858000"/>
                <a:gd name="connsiteX16" fmla="*/ 1232441 w 4684637"/>
                <a:gd name="connsiteY16" fmla="*/ 580291 h 6858000"/>
                <a:gd name="connsiteX17" fmla="*/ 2031924 w 4684637"/>
                <a:gd name="connsiteY17" fmla="*/ 0 h 6858000"/>
                <a:gd name="connsiteX18" fmla="*/ 2074896 w 4684637"/>
                <a:gd name="connsiteY18" fmla="*/ 0 h 6858000"/>
                <a:gd name="connsiteX19" fmla="*/ 1246341 w 4684637"/>
                <a:gd name="connsiteY19" fmla="*/ 601425 h 6858000"/>
                <a:gd name="connsiteX20" fmla="*/ 1743222 w 4684637"/>
                <a:gd name="connsiteY20" fmla="*/ 1356888 h 6858000"/>
                <a:gd name="connsiteX21" fmla="*/ 2843916 w 4684637"/>
                <a:gd name="connsiteY21" fmla="*/ 572221 h 6858000"/>
                <a:gd name="connsiteX22" fmla="*/ 2465546 w 4684637"/>
                <a:gd name="connsiteY22" fmla="*/ 0 h 6858000"/>
                <a:gd name="connsiteX23" fmla="*/ 2495914 w 4684637"/>
                <a:gd name="connsiteY23" fmla="*/ 0 h 6858000"/>
                <a:gd name="connsiteX24" fmla="*/ 2864555 w 4684637"/>
                <a:gd name="connsiteY24" fmla="*/ 557508 h 6858000"/>
                <a:gd name="connsiteX25" fmla="*/ 3646600 w 4684637"/>
                <a:gd name="connsiteY25" fmla="*/ 0 h 6858000"/>
                <a:gd name="connsiteX26" fmla="*/ 3690306 w 4684637"/>
                <a:gd name="connsiteY26" fmla="*/ 0 h 6858000"/>
                <a:gd name="connsiteX27" fmla="*/ 2878557 w 4684637"/>
                <a:gd name="connsiteY27" fmla="*/ 578683 h 6858000"/>
                <a:gd name="connsiteX28" fmla="*/ 4464853 w 4684637"/>
                <a:gd name="connsiteY28" fmla="*/ 2977693 h 6858000"/>
                <a:gd name="connsiteX29" fmla="*/ 4373272 w 4684637"/>
                <a:gd name="connsiteY29" fmla="*/ 3482463 h 6858000"/>
                <a:gd name="connsiteX30" fmla="*/ 3081319 w 4684637"/>
                <a:gd name="connsiteY30" fmla="*/ 4420204 h 6858000"/>
                <a:gd name="connsiteX31" fmla="*/ 4684637 w 4684637"/>
                <a:gd name="connsiteY31" fmla="*/ 6858000 h 6858000"/>
                <a:gd name="connsiteX32" fmla="*/ 4654369 w 4684637"/>
                <a:gd name="connsiteY32" fmla="*/ 6858000 h 6858000"/>
                <a:gd name="connsiteX33" fmla="*/ 3060886 w 4684637"/>
                <a:gd name="connsiteY33" fmla="*/ 4435036 h 6858000"/>
                <a:gd name="connsiteX34" fmla="*/ 2306178 w 4684637"/>
                <a:gd name="connsiteY34" fmla="*/ 4982826 h 6858000"/>
                <a:gd name="connsiteX35" fmla="*/ 2292258 w 4684637"/>
                <a:gd name="connsiteY35" fmla="*/ 4961652 h 6858000"/>
                <a:gd name="connsiteX36" fmla="*/ 3046962 w 4684637"/>
                <a:gd name="connsiteY36" fmla="*/ 4413864 h 6858000"/>
                <a:gd name="connsiteX37" fmla="*/ 2550133 w 4684637"/>
                <a:gd name="connsiteY37" fmla="*/ 3658413 h 6858000"/>
                <a:gd name="connsiteX38" fmla="*/ 1791180 w 4684637"/>
                <a:gd name="connsiteY38" fmla="*/ 4199450 h 6858000"/>
                <a:gd name="connsiteX39" fmla="*/ 1777266 w 4684637"/>
                <a:gd name="connsiteY39" fmla="*/ 4178285 h 6858000"/>
                <a:gd name="connsiteX40" fmla="*/ 2536222 w 4684637"/>
                <a:gd name="connsiteY40" fmla="*/ 3637260 h 6858000"/>
                <a:gd name="connsiteX41" fmla="*/ 1457260 w 4684637"/>
                <a:gd name="connsiteY41" fmla="*/ 1996650 h 6858000"/>
                <a:gd name="connsiteX42" fmla="*/ 1551374 w 4684637"/>
                <a:gd name="connsiteY42" fmla="*/ 1493653 h 6858000"/>
                <a:gd name="connsiteX43" fmla="*/ 1722764 w 4684637"/>
                <a:gd name="connsiteY43" fmla="*/ 1371472 h 6858000"/>
                <a:gd name="connsiteX44" fmla="*/ 1225981 w 4684637"/>
                <a:gd name="connsiteY44" fmla="*/ 616204 h 6858000"/>
                <a:gd name="connsiteX45" fmla="*/ 13918 w 4684637"/>
                <a:gd name="connsiteY45" fmla="*/ 1496006 h 6858000"/>
                <a:gd name="connsiteX46" fmla="*/ 0 w 4684637"/>
                <a:gd name="connsiteY46" fmla="*/ 1474835 h 6858000"/>
                <a:gd name="connsiteX47" fmla="*/ 1212079 w 4684637"/>
                <a:gd name="connsiteY47" fmla="*/ 5950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684637" h="6858000">
                  <a:moveTo>
                    <a:pt x="1736716" y="1392684"/>
                  </a:moveTo>
                  <a:lnTo>
                    <a:pt x="1565941" y="1514426"/>
                  </a:lnTo>
                  <a:cubicBezTo>
                    <a:pt x="1417359" y="1620321"/>
                    <a:pt x="1378093" y="1830462"/>
                    <a:pt x="1478287" y="1982843"/>
                  </a:cubicBezTo>
                  <a:lnTo>
                    <a:pt x="2556756" y="3622622"/>
                  </a:lnTo>
                  <a:lnTo>
                    <a:pt x="2727608" y="3500829"/>
                  </a:lnTo>
                  <a:cubicBezTo>
                    <a:pt x="2876188" y="3394935"/>
                    <a:pt x="2915455" y="3184794"/>
                    <a:pt x="2815261" y="3032413"/>
                  </a:cubicBezTo>
                  <a:close/>
                  <a:moveTo>
                    <a:pt x="2857918" y="593397"/>
                  </a:moveTo>
                  <a:lnTo>
                    <a:pt x="1757173" y="1378100"/>
                  </a:lnTo>
                  <a:lnTo>
                    <a:pt x="2836161" y="3018606"/>
                  </a:lnTo>
                  <a:cubicBezTo>
                    <a:pt x="2943829" y="3182261"/>
                    <a:pt x="2901649" y="3407855"/>
                    <a:pt x="2742047" y="3521603"/>
                  </a:cubicBezTo>
                  <a:lnTo>
                    <a:pt x="2570668" y="3643775"/>
                  </a:lnTo>
                  <a:lnTo>
                    <a:pt x="3067395" y="4399033"/>
                  </a:lnTo>
                  <a:lnTo>
                    <a:pt x="4358452" y="3461942"/>
                  </a:lnTo>
                  <a:cubicBezTo>
                    <a:pt x="4506020" y="3354782"/>
                    <a:pt x="4544273" y="3143754"/>
                    <a:pt x="4443699" y="2991626"/>
                  </a:cubicBezTo>
                  <a:close/>
                  <a:moveTo>
                    <a:pt x="820667" y="0"/>
                  </a:moveTo>
                  <a:lnTo>
                    <a:pt x="850774" y="0"/>
                  </a:lnTo>
                  <a:lnTo>
                    <a:pt x="1232441" y="580291"/>
                  </a:lnTo>
                  <a:lnTo>
                    <a:pt x="2031924" y="0"/>
                  </a:lnTo>
                  <a:lnTo>
                    <a:pt x="2074896" y="0"/>
                  </a:lnTo>
                  <a:lnTo>
                    <a:pt x="1246341" y="601425"/>
                  </a:lnTo>
                  <a:lnTo>
                    <a:pt x="1743222" y="1356888"/>
                  </a:lnTo>
                  <a:lnTo>
                    <a:pt x="2843916" y="572221"/>
                  </a:lnTo>
                  <a:lnTo>
                    <a:pt x="2465546" y="0"/>
                  </a:lnTo>
                  <a:lnTo>
                    <a:pt x="2495914" y="0"/>
                  </a:lnTo>
                  <a:lnTo>
                    <a:pt x="2864555" y="557508"/>
                  </a:lnTo>
                  <a:lnTo>
                    <a:pt x="3646600" y="0"/>
                  </a:lnTo>
                  <a:lnTo>
                    <a:pt x="3690306" y="0"/>
                  </a:lnTo>
                  <a:lnTo>
                    <a:pt x="2878557" y="578683"/>
                  </a:lnTo>
                  <a:lnTo>
                    <a:pt x="4464853" y="2977693"/>
                  </a:lnTo>
                  <a:cubicBezTo>
                    <a:pt x="4572773" y="3140967"/>
                    <a:pt x="4531733" y="3367448"/>
                    <a:pt x="4373272" y="3482463"/>
                  </a:cubicBezTo>
                  <a:lnTo>
                    <a:pt x="3081319" y="4420204"/>
                  </a:lnTo>
                  <a:lnTo>
                    <a:pt x="4684637" y="6858000"/>
                  </a:lnTo>
                  <a:lnTo>
                    <a:pt x="4654369" y="6858000"/>
                  </a:lnTo>
                  <a:lnTo>
                    <a:pt x="3060886" y="4435036"/>
                  </a:lnTo>
                  <a:lnTo>
                    <a:pt x="2306178" y="4982826"/>
                  </a:lnTo>
                  <a:lnTo>
                    <a:pt x="2292258" y="4961652"/>
                  </a:lnTo>
                  <a:lnTo>
                    <a:pt x="3046962" y="4413864"/>
                  </a:lnTo>
                  <a:lnTo>
                    <a:pt x="2550133" y="3658413"/>
                  </a:lnTo>
                  <a:lnTo>
                    <a:pt x="1791180" y="4199450"/>
                  </a:lnTo>
                  <a:lnTo>
                    <a:pt x="1777266" y="4178285"/>
                  </a:lnTo>
                  <a:lnTo>
                    <a:pt x="2536222" y="3637260"/>
                  </a:lnTo>
                  <a:lnTo>
                    <a:pt x="1457260" y="1996650"/>
                  </a:lnTo>
                  <a:cubicBezTo>
                    <a:pt x="1349592" y="1832995"/>
                    <a:pt x="1391773" y="1607401"/>
                    <a:pt x="1551374" y="1493653"/>
                  </a:cubicBezTo>
                  <a:lnTo>
                    <a:pt x="1722764" y="1371472"/>
                  </a:lnTo>
                  <a:lnTo>
                    <a:pt x="1225981" y="616204"/>
                  </a:lnTo>
                  <a:lnTo>
                    <a:pt x="13918" y="1496006"/>
                  </a:lnTo>
                  <a:lnTo>
                    <a:pt x="0" y="1474835"/>
                  </a:lnTo>
                  <a:lnTo>
                    <a:pt x="1212079" y="595070"/>
                  </a:lnTo>
                  <a:close/>
                </a:path>
              </a:pathLst>
            </a:custGeom>
            <a:solidFill>
              <a:schemeClr val="tx1"/>
            </a:solidFill>
            <a:ln w="0" cap="flat">
              <a:noFill/>
              <a:prstDash val="solid"/>
              <a:miter/>
            </a:ln>
          </p:spPr>
          <p:txBody>
            <a:bodyPr wrap="square" rtlCol="0" anchor="ctr">
              <a:noAutofit/>
            </a:bodyPr>
            <a:lstStyle/>
            <a:p>
              <a:endParaRPr lang="de-DE">
                <a:solidFill>
                  <a:schemeClr val="tx1"/>
                </a:solidFill>
              </a:endParaRPr>
            </a:p>
          </p:txBody>
        </p:sp>
      </p:grpSp>
      <p:grpSp>
        <p:nvGrpSpPr>
          <p:cNvPr id="20" name="logo drees&amp;sommer white">
            <a:extLst>
              <a:ext uri="{FF2B5EF4-FFF2-40B4-BE49-F238E27FC236}">
                <a16:creationId xmlns:a16="http://schemas.microsoft.com/office/drawing/2014/main" id="{1959C79B-0EC4-F061-AA52-335F8BA7A1E9}"/>
              </a:ext>
              <a:ext uri="{C183D7F6-B498-43B3-948B-1728B52AA6E4}">
                <adec:decorative xmlns:adec="http://schemas.microsoft.com/office/drawing/2017/decorative" val="1"/>
              </a:ext>
            </a:extLst>
          </p:cNvPr>
          <p:cNvGrpSpPr>
            <a:grpSpLocks noChangeAspect="1"/>
          </p:cNvGrpSpPr>
          <p:nvPr userDrawn="1"/>
        </p:nvGrpSpPr>
        <p:grpSpPr bwMode="black">
          <a:xfrm>
            <a:off x="360000" y="360000"/>
            <a:ext cx="1346399" cy="406312"/>
            <a:chOff x="95247" y="1619247"/>
            <a:chExt cx="12004075" cy="3622552"/>
          </a:xfrm>
          <a:solidFill>
            <a:srgbClr val="F2F2F2"/>
          </a:solidFill>
        </p:grpSpPr>
        <p:sp>
          <p:nvSpPr>
            <p:cNvPr id="21" name="d">
              <a:extLst>
                <a:ext uri="{FF2B5EF4-FFF2-40B4-BE49-F238E27FC236}">
                  <a16:creationId xmlns:a16="http://schemas.microsoft.com/office/drawing/2014/main" id="{94760A3E-56D1-0A43-6357-4972BEEE3B88}"/>
                </a:ext>
              </a:extLst>
            </p:cNvPr>
            <p:cNvSpPr/>
            <p:nvPr/>
          </p:nvSpPr>
          <p:spPr bwMode="black">
            <a:xfrm>
              <a:off x="146585" y="1619247"/>
              <a:ext cx="1890145" cy="1555528"/>
            </a:xfrm>
            <a:custGeom>
              <a:avLst/>
              <a:gdLst>
                <a:gd name="connsiteX0" fmla="*/ 361760 w 1890141"/>
                <a:gd name="connsiteY0" fmla="*/ 1263206 h 1555527"/>
                <a:gd name="connsiteX1" fmla="*/ 361760 w 1890141"/>
                <a:gd name="connsiteY1" fmla="*/ 277368 h 1555527"/>
                <a:gd name="connsiteX2" fmla="*/ 1003840 w 1890141"/>
                <a:gd name="connsiteY2" fmla="*/ 277368 h 1555527"/>
                <a:gd name="connsiteX3" fmla="*/ 1516380 w 1890141"/>
                <a:gd name="connsiteY3" fmla="*/ 762762 h 1555527"/>
                <a:gd name="connsiteX4" fmla="*/ 828961 w 1890141"/>
                <a:gd name="connsiteY4" fmla="*/ 1263206 h 1555527"/>
                <a:gd name="connsiteX5" fmla="*/ 361760 w 1890141"/>
                <a:gd name="connsiteY5" fmla="*/ 1263206 h 1555527"/>
                <a:gd name="connsiteX6" fmla="*/ 0 w 1890141"/>
                <a:gd name="connsiteY6" fmla="*/ 1555528 h 1555527"/>
                <a:gd name="connsiteX7" fmla="*/ 907447 w 1890141"/>
                <a:gd name="connsiteY7" fmla="*/ 1555528 h 1555527"/>
                <a:gd name="connsiteX8" fmla="*/ 1546574 w 1890141"/>
                <a:gd name="connsiteY8" fmla="*/ 1435037 h 1555527"/>
                <a:gd name="connsiteX9" fmla="*/ 1890141 w 1890141"/>
                <a:gd name="connsiteY9" fmla="*/ 768763 h 1555527"/>
                <a:gd name="connsiteX10" fmla="*/ 1000792 w 1890141"/>
                <a:gd name="connsiteY10" fmla="*/ 0 h 1555527"/>
                <a:gd name="connsiteX11" fmla="*/ 0 w 1890141"/>
                <a:gd name="connsiteY11" fmla="*/ 0 h 1555527"/>
                <a:gd name="connsiteX12" fmla="*/ 0 w 1890141"/>
                <a:gd name="connsiteY12" fmla="*/ 1555528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0141" h="1555527">
                  <a:moveTo>
                    <a:pt x="361760" y="1263206"/>
                  </a:moveTo>
                  <a:lnTo>
                    <a:pt x="361760" y="277368"/>
                  </a:lnTo>
                  <a:lnTo>
                    <a:pt x="1003840" y="277368"/>
                  </a:lnTo>
                  <a:cubicBezTo>
                    <a:pt x="1344549" y="277368"/>
                    <a:pt x="1516380" y="446246"/>
                    <a:pt x="1516380" y="762762"/>
                  </a:cubicBezTo>
                  <a:cubicBezTo>
                    <a:pt x="1516380" y="1148620"/>
                    <a:pt x="1287209" y="1263206"/>
                    <a:pt x="828961" y="1263206"/>
                  </a:cubicBezTo>
                  <a:lnTo>
                    <a:pt x="361760" y="1263206"/>
                  </a:lnTo>
                  <a:close/>
                  <a:moveTo>
                    <a:pt x="0" y="1555528"/>
                  </a:moveTo>
                  <a:lnTo>
                    <a:pt x="907447" y="1555528"/>
                  </a:lnTo>
                  <a:cubicBezTo>
                    <a:pt x="1184624" y="1555528"/>
                    <a:pt x="1395698" y="1528382"/>
                    <a:pt x="1546574" y="1435037"/>
                  </a:cubicBezTo>
                  <a:cubicBezTo>
                    <a:pt x="1763649" y="1302353"/>
                    <a:pt x="1890141" y="1061180"/>
                    <a:pt x="1890141" y="768763"/>
                  </a:cubicBezTo>
                  <a:cubicBezTo>
                    <a:pt x="1890141" y="286417"/>
                    <a:pt x="1582769" y="0"/>
                    <a:pt x="1000792" y="0"/>
                  </a:cubicBezTo>
                  <a:lnTo>
                    <a:pt x="0" y="0"/>
                  </a:lnTo>
                  <a:lnTo>
                    <a:pt x="0" y="1555528"/>
                  </a:lnTo>
                  <a:close/>
                </a:path>
              </a:pathLst>
            </a:custGeom>
            <a:grpFill/>
            <a:ln w="9525" cap="flat">
              <a:noFill/>
              <a:prstDash val="solid"/>
              <a:miter/>
            </a:ln>
          </p:spPr>
          <p:txBody>
            <a:bodyPr lIns="0" tIns="0" rIns="0" bIns="0" rtlCol="0" anchor="ctr"/>
            <a:lstStyle/>
            <a:p>
              <a:endParaRPr lang="de-DE" sz="100"/>
            </a:p>
          </p:txBody>
        </p:sp>
        <p:sp>
          <p:nvSpPr>
            <p:cNvPr id="23" name="r">
              <a:extLst>
                <a:ext uri="{FF2B5EF4-FFF2-40B4-BE49-F238E27FC236}">
                  <a16:creationId xmlns:a16="http://schemas.microsoft.com/office/drawing/2014/main" id="{53DD54E1-E232-02AA-71B0-8AB9E05D7722}"/>
                </a:ext>
              </a:extLst>
            </p:cNvPr>
            <p:cNvSpPr/>
            <p:nvPr/>
          </p:nvSpPr>
          <p:spPr bwMode="black">
            <a:xfrm>
              <a:off x="2405150" y="1899664"/>
              <a:ext cx="1579811" cy="1275112"/>
            </a:xfrm>
            <a:custGeom>
              <a:avLst/>
              <a:gdLst>
                <a:gd name="connsiteX0" fmla="*/ 1015937 w 1579816"/>
                <a:gd name="connsiteY0" fmla="*/ 220028 h 1275111"/>
                <a:gd name="connsiteX1" fmla="*/ 1157668 w 1579816"/>
                <a:gd name="connsiteY1" fmla="*/ 322517 h 1275111"/>
                <a:gd name="connsiteX2" fmla="*/ 1157668 w 1579816"/>
                <a:gd name="connsiteY2" fmla="*/ 470249 h 1275111"/>
                <a:gd name="connsiteX3" fmla="*/ 1015937 w 1579816"/>
                <a:gd name="connsiteY3" fmla="*/ 572738 h 1275111"/>
                <a:gd name="connsiteX4" fmla="*/ 307467 w 1579816"/>
                <a:gd name="connsiteY4" fmla="*/ 572738 h 1275111"/>
                <a:gd name="connsiteX5" fmla="*/ 307467 w 1579816"/>
                <a:gd name="connsiteY5" fmla="*/ 220028 h 1275111"/>
                <a:gd name="connsiteX6" fmla="*/ 1015937 w 1579816"/>
                <a:gd name="connsiteY6" fmla="*/ 220028 h 1275111"/>
                <a:gd name="connsiteX7" fmla="*/ 0 w 1579816"/>
                <a:gd name="connsiteY7" fmla="*/ 1275112 h 1275111"/>
                <a:gd name="connsiteX8" fmla="*/ 307562 w 1579816"/>
                <a:gd name="connsiteY8" fmla="*/ 1275112 h 1275111"/>
                <a:gd name="connsiteX9" fmla="*/ 307562 w 1579816"/>
                <a:gd name="connsiteY9" fmla="*/ 792671 h 1275111"/>
                <a:gd name="connsiteX10" fmla="*/ 599980 w 1579816"/>
                <a:gd name="connsiteY10" fmla="*/ 792671 h 1275111"/>
                <a:gd name="connsiteX11" fmla="*/ 1133570 w 1579816"/>
                <a:gd name="connsiteY11" fmla="*/ 1275112 h 1275111"/>
                <a:gd name="connsiteX12" fmla="*/ 1579817 w 1579816"/>
                <a:gd name="connsiteY12" fmla="*/ 1275112 h 1275111"/>
                <a:gd name="connsiteX13" fmla="*/ 973741 w 1579816"/>
                <a:gd name="connsiteY13" fmla="*/ 792671 h 1275111"/>
                <a:gd name="connsiteX14" fmla="*/ 1148620 w 1579816"/>
                <a:gd name="connsiteY14" fmla="*/ 792671 h 1275111"/>
                <a:gd name="connsiteX15" fmla="*/ 1447133 w 1579816"/>
                <a:gd name="connsiteY15" fmla="*/ 548640 h 1275111"/>
                <a:gd name="connsiteX16" fmla="*/ 1447133 w 1579816"/>
                <a:gd name="connsiteY16" fmla="*/ 247174 h 1275111"/>
                <a:gd name="connsiteX17" fmla="*/ 1148620 w 1579816"/>
                <a:gd name="connsiteY17" fmla="*/ 0 h 1275111"/>
                <a:gd name="connsiteX18" fmla="*/ 0 w 1579816"/>
                <a:gd name="connsiteY18" fmla="*/ 0 h 1275111"/>
                <a:gd name="connsiteX19" fmla="*/ 0 w 1579816"/>
                <a:gd name="connsiteY19" fmla="*/ 1275112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79816" h="1275111">
                  <a:moveTo>
                    <a:pt x="1015937" y="220028"/>
                  </a:moveTo>
                  <a:cubicBezTo>
                    <a:pt x="1109282" y="220028"/>
                    <a:pt x="1157668" y="238220"/>
                    <a:pt x="1157668" y="322517"/>
                  </a:cubicBezTo>
                  <a:lnTo>
                    <a:pt x="1157668" y="470249"/>
                  </a:lnTo>
                  <a:cubicBezTo>
                    <a:pt x="1157668" y="554736"/>
                    <a:pt x="1109282" y="572738"/>
                    <a:pt x="1015937" y="572738"/>
                  </a:cubicBezTo>
                  <a:lnTo>
                    <a:pt x="307467" y="572738"/>
                  </a:lnTo>
                  <a:lnTo>
                    <a:pt x="307467" y="220028"/>
                  </a:lnTo>
                  <a:lnTo>
                    <a:pt x="1015937" y="220028"/>
                  </a:lnTo>
                  <a:close/>
                  <a:moveTo>
                    <a:pt x="0" y="1275112"/>
                  </a:moveTo>
                  <a:lnTo>
                    <a:pt x="307562" y="1275112"/>
                  </a:lnTo>
                  <a:lnTo>
                    <a:pt x="307562" y="792671"/>
                  </a:lnTo>
                  <a:lnTo>
                    <a:pt x="599980" y="792671"/>
                  </a:lnTo>
                  <a:lnTo>
                    <a:pt x="1133570" y="1275112"/>
                  </a:lnTo>
                  <a:lnTo>
                    <a:pt x="1579817" y="1275112"/>
                  </a:lnTo>
                  <a:lnTo>
                    <a:pt x="973741" y="792671"/>
                  </a:lnTo>
                  <a:lnTo>
                    <a:pt x="1148620" y="792671"/>
                  </a:lnTo>
                  <a:cubicBezTo>
                    <a:pt x="1353693" y="792671"/>
                    <a:pt x="1447133" y="723329"/>
                    <a:pt x="1447133" y="548640"/>
                  </a:cubicBezTo>
                  <a:lnTo>
                    <a:pt x="1447133" y="247174"/>
                  </a:lnTo>
                  <a:cubicBezTo>
                    <a:pt x="1447133" y="69342"/>
                    <a:pt x="1353598" y="0"/>
                    <a:pt x="1148620" y="0"/>
                  </a:cubicBezTo>
                  <a:lnTo>
                    <a:pt x="0" y="0"/>
                  </a:lnTo>
                  <a:lnTo>
                    <a:pt x="0" y="1275112"/>
                  </a:lnTo>
                  <a:close/>
                </a:path>
              </a:pathLst>
            </a:custGeom>
            <a:grpFill/>
            <a:ln w="9525" cap="flat">
              <a:noFill/>
              <a:prstDash val="solid"/>
              <a:miter/>
            </a:ln>
          </p:spPr>
          <p:txBody>
            <a:bodyPr lIns="0" tIns="0" rIns="0" bIns="0" rtlCol="0" anchor="ctr"/>
            <a:lstStyle/>
            <a:p>
              <a:endParaRPr lang="de-DE" sz="100"/>
            </a:p>
          </p:txBody>
        </p:sp>
        <p:sp>
          <p:nvSpPr>
            <p:cNvPr id="24" name="e">
              <a:extLst>
                <a:ext uri="{FF2B5EF4-FFF2-40B4-BE49-F238E27FC236}">
                  <a16:creationId xmlns:a16="http://schemas.microsoft.com/office/drawing/2014/main" id="{DD0014E8-D9F0-E255-FE83-DBBF069948BE}"/>
                </a:ext>
              </a:extLst>
            </p:cNvPr>
            <p:cNvSpPr/>
            <p:nvPr/>
          </p:nvSpPr>
          <p:spPr bwMode="black">
            <a:xfrm>
              <a:off x="4279102" y="1899664"/>
              <a:ext cx="1383701" cy="1275112"/>
            </a:xfrm>
            <a:custGeom>
              <a:avLst/>
              <a:gdLst>
                <a:gd name="connsiteX0" fmla="*/ 0 w 1383696"/>
                <a:gd name="connsiteY0" fmla="*/ 1275112 h 1275111"/>
                <a:gd name="connsiteX1" fmla="*/ 1383697 w 1383696"/>
                <a:gd name="connsiteY1" fmla="*/ 1275112 h 1275111"/>
                <a:gd name="connsiteX2" fmla="*/ 1383697 w 1383696"/>
                <a:gd name="connsiteY2" fmla="*/ 1036987 h 1275111"/>
                <a:gd name="connsiteX3" fmla="*/ 313563 w 1383696"/>
                <a:gd name="connsiteY3" fmla="*/ 1036987 h 1275111"/>
                <a:gd name="connsiteX4" fmla="*/ 313563 w 1383696"/>
                <a:gd name="connsiteY4" fmla="*/ 723424 h 1275111"/>
                <a:gd name="connsiteX5" fmla="*/ 928497 w 1383696"/>
                <a:gd name="connsiteY5" fmla="*/ 723424 h 1275111"/>
                <a:gd name="connsiteX6" fmla="*/ 928497 w 1383696"/>
                <a:gd name="connsiteY6" fmla="*/ 503396 h 1275111"/>
                <a:gd name="connsiteX7" fmla="*/ 313563 w 1383696"/>
                <a:gd name="connsiteY7" fmla="*/ 503396 h 1275111"/>
                <a:gd name="connsiteX8" fmla="*/ 313563 w 1383696"/>
                <a:gd name="connsiteY8" fmla="*/ 226028 h 1275111"/>
                <a:gd name="connsiteX9" fmla="*/ 1368743 w 1383696"/>
                <a:gd name="connsiteY9" fmla="*/ 226028 h 1275111"/>
                <a:gd name="connsiteX10" fmla="*/ 1368743 w 1383696"/>
                <a:gd name="connsiteY10" fmla="*/ 0 h 1275111"/>
                <a:gd name="connsiteX11" fmla="*/ 0 w 1383696"/>
                <a:gd name="connsiteY11" fmla="*/ 0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3696" h="1275111">
                  <a:moveTo>
                    <a:pt x="0" y="1275112"/>
                  </a:moveTo>
                  <a:lnTo>
                    <a:pt x="1383697" y="1275112"/>
                  </a:lnTo>
                  <a:lnTo>
                    <a:pt x="1383697" y="1036987"/>
                  </a:lnTo>
                  <a:lnTo>
                    <a:pt x="313563" y="1036987"/>
                  </a:lnTo>
                  <a:lnTo>
                    <a:pt x="313563" y="723424"/>
                  </a:lnTo>
                  <a:lnTo>
                    <a:pt x="928497" y="723424"/>
                  </a:lnTo>
                  <a:lnTo>
                    <a:pt x="928497" y="503396"/>
                  </a:lnTo>
                  <a:lnTo>
                    <a:pt x="313563" y="503396"/>
                  </a:lnTo>
                  <a:lnTo>
                    <a:pt x="313563" y="226028"/>
                  </a:lnTo>
                  <a:lnTo>
                    <a:pt x="1368743" y="226028"/>
                  </a:lnTo>
                  <a:lnTo>
                    <a:pt x="1368743" y="0"/>
                  </a:lnTo>
                  <a:lnTo>
                    <a:pt x="0" y="0"/>
                  </a:lnTo>
                  <a:close/>
                </a:path>
              </a:pathLst>
            </a:custGeom>
            <a:grpFill/>
            <a:ln w="9525" cap="flat">
              <a:noFill/>
              <a:prstDash val="solid"/>
              <a:miter/>
            </a:ln>
          </p:spPr>
          <p:txBody>
            <a:bodyPr lIns="0" tIns="0" rIns="0" bIns="0" rtlCol="0" anchor="ctr"/>
            <a:lstStyle/>
            <a:p>
              <a:endParaRPr lang="de-DE" sz="100"/>
            </a:p>
          </p:txBody>
        </p:sp>
        <p:sp>
          <p:nvSpPr>
            <p:cNvPr id="25" name="e">
              <a:extLst>
                <a:ext uri="{FF2B5EF4-FFF2-40B4-BE49-F238E27FC236}">
                  <a16:creationId xmlns:a16="http://schemas.microsoft.com/office/drawing/2014/main" id="{2BD5D2CD-A5AF-826C-BB40-E5C11CBFCA0C}"/>
                </a:ext>
              </a:extLst>
            </p:cNvPr>
            <p:cNvSpPr/>
            <p:nvPr/>
          </p:nvSpPr>
          <p:spPr bwMode="black">
            <a:xfrm>
              <a:off x="6022562" y="1899664"/>
              <a:ext cx="1383701" cy="1275112"/>
            </a:xfrm>
            <a:custGeom>
              <a:avLst/>
              <a:gdLst>
                <a:gd name="connsiteX0" fmla="*/ 0 w 1383696"/>
                <a:gd name="connsiteY0" fmla="*/ 1275112 h 1275111"/>
                <a:gd name="connsiteX1" fmla="*/ 1383697 w 1383696"/>
                <a:gd name="connsiteY1" fmla="*/ 1275112 h 1275111"/>
                <a:gd name="connsiteX2" fmla="*/ 1383697 w 1383696"/>
                <a:gd name="connsiteY2" fmla="*/ 1036987 h 1275111"/>
                <a:gd name="connsiteX3" fmla="*/ 313563 w 1383696"/>
                <a:gd name="connsiteY3" fmla="*/ 1036987 h 1275111"/>
                <a:gd name="connsiteX4" fmla="*/ 313563 w 1383696"/>
                <a:gd name="connsiteY4" fmla="*/ 723424 h 1275111"/>
                <a:gd name="connsiteX5" fmla="*/ 928497 w 1383696"/>
                <a:gd name="connsiteY5" fmla="*/ 723424 h 1275111"/>
                <a:gd name="connsiteX6" fmla="*/ 928497 w 1383696"/>
                <a:gd name="connsiteY6" fmla="*/ 503396 h 1275111"/>
                <a:gd name="connsiteX7" fmla="*/ 313563 w 1383696"/>
                <a:gd name="connsiteY7" fmla="*/ 503396 h 1275111"/>
                <a:gd name="connsiteX8" fmla="*/ 313563 w 1383696"/>
                <a:gd name="connsiteY8" fmla="*/ 226028 h 1275111"/>
                <a:gd name="connsiteX9" fmla="*/ 1368743 w 1383696"/>
                <a:gd name="connsiteY9" fmla="*/ 226028 h 1275111"/>
                <a:gd name="connsiteX10" fmla="*/ 1368743 w 1383696"/>
                <a:gd name="connsiteY10" fmla="*/ 0 h 1275111"/>
                <a:gd name="connsiteX11" fmla="*/ 0 w 1383696"/>
                <a:gd name="connsiteY11" fmla="*/ 0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3696" h="1275111">
                  <a:moveTo>
                    <a:pt x="0" y="1275112"/>
                  </a:moveTo>
                  <a:lnTo>
                    <a:pt x="1383697" y="1275112"/>
                  </a:lnTo>
                  <a:lnTo>
                    <a:pt x="1383697" y="1036987"/>
                  </a:lnTo>
                  <a:lnTo>
                    <a:pt x="313563" y="1036987"/>
                  </a:lnTo>
                  <a:lnTo>
                    <a:pt x="313563" y="723424"/>
                  </a:lnTo>
                  <a:lnTo>
                    <a:pt x="928497" y="723424"/>
                  </a:lnTo>
                  <a:lnTo>
                    <a:pt x="928497" y="503396"/>
                  </a:lnTo>
                  <a:lnTo>
                    <a:pt x="313563" y="503396"/>
                  </a:lnTo>
                  <a:lnTo>
                    <a:pt x="313563" y="226028"/>
                  </a:lnTo>
                  <a:lnTo>
                    <a:pt x="1368743" y="226028"/>
                  </a:lnTo>
                  <a:lnTo>
                    <a:pt x="1368743" y="0"/>
                  </a:lnTo>
                  <a:lnTo>
                    <a:pt x="0" y="0"/>
                  </a:lnTo>
                  <a:close/>
                </a:path>
              </a:pathLst>
            </a:custGeom>
            <a:grpFill/>
            <a:ln w="9525" cap="flat">
              <a:noFill/>
              <a:prstDash val="solid"/>
              <a:miter/>
            </a:ln>
          </p:spPr>
          <p:txBody>
            <a:bodyPr lIns="0" tIns="0" rIns="0" bIns="0" rtlCol="0" anchor="ctr"/>
            <a:lstStyle/>
            <a:p>
              <a:endParaRPr lang="de-DE" sz="100"/>
            </a:p>
          </p:txBody>
        </p:sp>
        <p:sp>
          <p:nvSpPr>
            <p:cNvPr id="26" name="s">
              <a:extLst>
                <a:ext uri="{FF2B5EF4-FFF2-40B4-BE49-F238E27FC236}">
                  <a16:creationId xmlns:a16="http://schemas.microsoft.com/office/drawing/2014/main" id="{35A9CC71-C344-A46C-B581-04A60AA676AE}"/>
                </a:ext>
              </a:extLst>
            </p:cNvPr>
            <p:cNvSpPr/>
            <p:nvPr/>
          </p:nvSpPr>
          <p:spPr bwMode="black">
            <a:xfrm>
              <a:off x="7714204" y="1899664"/>
              <a:ext cx="1495239" cy="1275213"/>
            </a:xfrm>
            <a:custGeom>
              <a:avLst/>
              <a:gdLst>
                <a:gd name="connsiteX0" fmla="*/ 1211770 w 1495234"/>
                <a:gd name="connsiteY0" fmla="*/ 229076 h 1275207"/>
                <a:gd name="connsiteX1" fmla="*/ 1211770 w 1495234"/>
                <a:gd name="connsiteY1" fmla="*/ 348234 h 1275207"/>
                <a:gd name="connsiteX2" fmla="*/ 1479995 w 1495234"/>
                <a:gd name="connsiteY2" fmla="*/ 291084 h 1275207"/>
                <a:gd name="connsiteX3" fmla="*/ 1479995 w 1495234"/>
                <a:gd name="connsiteY3" fmla="*/ 277368 h 1275207"/>
                <a:gd name="connsiteX4" fmla="*/ 1145477 w 1495234"/>
                <a:gd name="connsiteY4" fmla="*/ 0 h 1275207"/>
                <a:gd name="connsiteX5" fmla="*/ 388905 w 1495234"/>
                <a:gd name="connsiteY5" fmla="*/ 0 h 1275207"/>
                <a:gd name="connsiteX6" fmla="*/ 54197 w 1495234"/>
                <a:gd name="connsiteY6" fmla="*/ 301561 h 1275207"/>
                <a:gd name="connsiteX7" fmla="*/ 54197 w 1495234"/>
                <a:gd name="connsiteY7" fmla="*/ 443294 h 1275207"/>
                <a:gd name="connsiteX8" fmla="*/ 388905 w 1495234"/>
                <a:gd name="connsiteY8" fmla="*/ 744665 h 1275207"/>
                <a:gd name="connsiteX9" fmla="*/ 1214818 w 1495234"/>
                <a:gd name="connsiteY9" fmla="*/ 744665 h 1275207"/>
                <a:gd name="connsiteX10" fmla="*/ 1214818 w 1495234"/>
                <a:gd name="connsiteY10" fmla="*/ 1037177 h 1275207"/>
                <a:gd name="connsiteX11" fmla="*/ 277177 w 1495234"/>
                <a:gd name="connsiteY11" fmla="*/ 1037177 h 1275207"/>
                <a:gd name="connsiteX12" fmla="*/ 277177 w 1495234"/>
                <a:gd name="connsiteY12" fmla="*/ 902875 h 1275207"/>
                <a:gd name="connsiteX13" fmla="*/ 0 w 1495234"/>
                <a:gd name="connsiteY13" fmla="*/ 954214 h 1275207"/>
                <a:gd name="connsiteX14" fmla="*/ 0 w 1495234"/>
                <a:gd name="connsiteY14" fmla="*/ 973836 h 1275207"/>
                <a:gd name="connsiteX15" fmla="*/ 334518 w 1495234"/>
                <a:gd name="connsiteY15" fmla="*/ 1275207 h 1275207"/>
                <a:gd name="connsiteX16" fmla="*/ 1163669 w 1495234"/>
                <a:gd name="connsiteY16" fmla="*/ 1275207 h 1275207"/>
                <a:gd name="connsiteX17" fmla="*/ 1495234 w 1495234"/>
                <a:gd name="connsiteY17" fmla="*/ 973836 h 1275207"/>
                <a:gd name="connsiteX18" fmla="*/ 1495234 w 1495234"/>
                <a:gd name="connsiteY18" fmla="*/ 798957 h 1275207"/>
                <a:gd name="connsiteX19" fmla="*/ 1163669 w 1495234"/>
                <a:gd name="connsiteY19" fmla="*/ 497586 h 1275207"/>
                <a:gd name="connsiteX20" fmla="*/ 334518 w 1495234"/>
                <a:gd name="connsiteY20" fmla="*/ 497586 h 1275207"/>
                <a:gd name="connsiteX21" fmla="*/ 334518 w 1495234"/>
                <a:gd name="connsiteY21" fmla="*/ 229076 h 1275207"/>
                <a:gd name="connsiteX22" fmla="*/ 1211770 w 1495234"/>
                <a:gd name="connsiteY22" fmla="*/ 229076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95234" h="1275207">
                  <a:moveTo>
                    <a:pt x="1211770" y="229076"/>
                  </a:moveTo>
                  <a:lnTo>
                    <a:pt x="1211770" y="348234"/>
                  </a:lnTo>
                  <a:lnTo>
                    <a:pt x="1479995" y="291084"/>
                  </a:lnTo>
                  <a:lnTo>
                    <a:pt x="1479995" y="277368"/>
                  </a:lnTo>
                  <a:cubicBezTo>
                    <a:pt x="1479995" y="54388"/>
                    <a:pt x="1380649" y="0"/>
                    <a:pt x="1145477" y="0"/>
                  </a:cubicBezTo>
                  <a:lnTo>
                    <a:pt x="388905" y="0"/>
                  </a:lnTo>
                  <a:cubicBezTo>
                    <a:pt x="138684" y="0"/>
                    <a:pt x="54197" y="60388"/>
                    <a:pt x="54197" y="301561"/>
                  </a:cubicBezTo>
                  <a:lnTo>
                    <a:pt x="54197" y="443294"/>
                  </a:lnTo>
                  <a:cubicBezTo>
                    <a:pt x="54197" y="684467"/>
                    <a:pt x="138684" y="744665"/>
                    <a:pt x="388905" y="744665"/>
                  </a:cubicBezTo>
                  <a:lnTo>
                    <a:pt x="1214818" y="744665"/>
                  </a:lnTo>
                  <a:lnTo>
                    <a:pt x="1214818" y="1037177"/>
                  </a:lnTo>
                  <a:lnTo>
                    <a:pt x="277177" y="1037177"/>
                  </a:lnTo>
                  <a:lnTo>
                    <a:pt x="277177" y="902875"/>
                  </a:lnTo>
                  <a:lnTo>
                    <a:pt x="0" y="954214"/>
                  </a:lnTo>
                  <a:lnTo>
                    <a:pt x="0" y="973836"/>
                  </a:lnTo>
                  <a:cubicBezTo>
                    <a:pt x="0" y="1212056"/>
                    <a:pt x="81343" y="1275207"/>
                    <a:pt x="334518" y="1275207"/>
                  </a:cubicBezTo>
                  <a:lnTo>
                    <a:pt x="1163669" y="1275207"/>
                  </a:lnTo>
                  <a:cubicBezTo>
                    <a:pt x="1416844" y="1275207"/>
                    <a:pt x="1495234" y="1212056"/>
                    <a:pt x="1495234" y="973836"/>
                  </a:cubicBezTo>
                  <a:lnTo>
                    <a:pt x="1495234" y="798957"/>
                  </a:lnTo>
                  <a:cubicBezTo>
                    <a:pt x="1495234" y="557784"/>
                    <a:pt x="1416939" y="497586"/>
                    <a:pt x="1163669" y="497586"/>
                  </a:cubicBezTo>
                  <a:lnTo>
                    <a:pt x="334518" y="497586"/>
                  </a:lnTo>
                  <a:lnTo>
                    <a:pt x="334518" y="229076"/>
                  </a:lnTo>
                  <a:lnTo>
                    <a:pt x="1211770" y="229076"/>
                  </a:lnTo>
                  <a:close/>
                </a:path>
              </a:pathLst>
            </a:custGeom>
            <a:grpFill/>
            <a:ln w="9525" cap="flat">
              <a:noFill/>
              <a:prstDash val="solid"/>
              <a:miter/>
            </a:ln>
          </p:spPr>
          <p:txBody>
            <a:bodyPr lIns="0" tIns="0" rIns="0" bIns="0" rtlCol="0" anchor="ctr"/>
            <a:lstStyle/>
            <a:p>
              <a:endParaRPr lang="de-DE" sz="100"/>
            </a:p>
          </p:txBody>
        </p:sp>
        <p:sp>
          <p:nvSpPr>
            <p:cNvPr id="27" name="&amp;">
              <a:extLst>
                <a:ext uri="{FF2B5EF4-FFF2-40B4-BE49-F238E27FC236}">
                  <a16:creationId xmlns:a16="http://schemas.microsoft.com/office/drawing/2014/main" id="{831C9289-BCF7-FCAC-5826-B08A01B9438C}"/>
                </a:ext>
              </a:extLst>
            </p:cNvPr>
            <p:cNvSpPr/>
            <p:nvPr/>
          </p:nvSpPr>
          <p:spPr bwMode="black">
            <a:xfrm>
              <a:off x="9995063" y="1619247"/>
              <a:ext cx="2104259" cy="1555528"/>
            </a:xfrm>
            <a:custGeom>
              <a:avLst/>
              <a:gdLst>
                <a:gd name="connsiteX0" fmla="*/ 304514 w 2104263"/>
                <a:gd name="connsiteY0" fmla="*/ 1284161 h 1555527"/>
                <a:gd name="connsiteX1" fmla="*/ 304514 w 2104263"/>
                <a:gd name="connsiteY1" fmla="*/ 1018985 h 1555527"/>
                <a:gd name="connsiteX2" fmla="*/ 702373 w 2104263"/>
                <a:gd name="connsiteY2" fmla="*/ 771811 h 1555527"/>
                <a:gd name="connsiteX3" fmla="*/ 1169575 w 2104263"/>
                <a:gd name="connsiteY3" fmla="*/ 1160717 h 1555527"/>
                <a:gd name="connsiteX4" fmla="*/ 1024890 w 2104263"/>
                <a:gd name="connsiteY4" fmla="*/ 1284256 h 1555527"/>
                <a:gd name="connsiteX5" fmla="*/ 304514 w 2104263"/>
                <a:gd name="connsiteY5" fmla="*/ 1284256 h 1555527"/>
                <a:gd name="connsiteX6" fmla="*/ 388811 w 2104263"/>
                <a:gd name="connsiteY6" fmla="*/ 1555528 h 1555527"/>
                <a:gd name="connsiteX7" fmla="*/ 943547 w 2104263"/>
                <a:gd name="connsiteY7" fmla="*/ 1555528 h 1555527"/>
                <a:gd name="connsiteX8" fmla="*/ 1235964 w 2104263"/>
                <a:gd name="connsiteY8" fmla="*/ 1461992 h 1555527"/>
                <a:gd name="connsiteX9" fmla="*/ 1374649 w 2104263"/>
                <a:gd name="connsiteY9" fmla="*/ 1338453 h 1555527"/>
                <a:gd name="connsiteX10" fmla="*/ 1630870 w 2104263"/>
                <a:gd name="connsiteY10" fmla="*/ 1555528 h 1555527"/>
                <a:gd name="connsiteX11" fmla="*/ 2104264 w 2104263"/>
                <a:gd name="connsiteY11" fmla="*/ 1555528 h 1555527"/>
                <a:gd name="connsiteX12" fmla="*/ 1612869 w 2104263"/>
                <a:gd name="connsiteY12" fmla="*/ 1142429 h 1555527"/>
                <a:gd name="connsiteX13" fmla="*/ 1971580 w 2104263"/>
                <a:gd name="connsiteY13" fmla="*/ 844106 h 1555527"/>
                <a:gd name="connsiteX14" fmla="*/ 1766507 w 2104263"/>
                <a:gd name="connsiteY14" fmla="*/ 666274 h 1555527"/>
                <a:gd name="connsiteX15" fmla="*/ 1404747 w 2104263"/>
                <a:gd name="connsiteY15" fmla="*/ 967645 h 1555527"/>
                <a:gd name="connsiteX16" fmla="*/ 672180 w 2104263"/>
                <a:gd name="connsiteY16" fmla="*/ 358712 h 1555527"/>
                <a:gd name="connsiteX17" fmla="*/ 672180 w 2104263"/>
                <a:gd name="connsiteY17" fmla="*/ 247174 h 1555527"/>
                <a:gd name="connsiteX18" fmla="*/ 1181767 w 2104263"/>
                <a:gd name="connsiteY18" fmla="*/ 247174 h 1555527"/>
                <a:gd name="connsiteX19" fmla="*/ 1181767 w 2104263"/>
                <a:gd name="connsiteY19" fmla="*/ 455295 h 1555527"/>
                <a:gd name="connsiteX20" fmla="*/ 1461992 w 2104263"/>
                <a:gd name="connsiteY20" fmla="*/ 407099 h 1555527"/>
                <a:gd name="connsiteX21" fmla="*/ 1461992 w 2104263"/>
                <a:gd name="connsiteY21" fmla="*/ 313563 h 1555527"/>
                <a:gd name="connsiteX22" fmla="*/ 1076134 w 2104263"/>
                <a:gd name="connsiteY22" fmla="*/ 0 h 1555527"/>
                <a:gd name="connsiteX23" fmla="*/ 762763 w 2104263"/>
                <a:gd name="connsiteY23" fmla="*/ 0 h 1555527"/>
                <a:gd name="connsiteX24" fmla="*/ 376905 w 2104263"/>
                <a:gd name="connsiteY24" fmla="*/ 283369 h 1555527"/>
                <a:gd name="connsiteX25" fmla="*/ 376905 w 2104263"/>
                <a:gd name="connsiteY25" fmla="*/ 370713 h 1555527"/>
                <a:gd name="connsiteX26" fmla="*/ 509588 w 2104263"/>
                <a:gd name="connsiteY26" fmla="*/ 605885 h 1555527"/>
                <a:gd name="connsiteX27" fmla="*/ 192881 w 2104263"/>
                <a:gd name="connsiteY27" fmla="*/ 795909 h 1555527"/>
                <a:gd name="connsiteX28" fmla="*/ 0 w 2104263"/>
                <a:gd name="connsiteY28" fmla="*/ 1085279 h 1555527"/>
                <a:gd name="connsiteX29" fmla="*/ 0 w 2104263"/>
                <a:gd name="connsiteY29" fmla="*/ 1187768 h 1555527"/>
                <a:gd name="connsiteX30" fmla="*/ 388811 w 2104263"/>
                <a:gd name="connsiteY30" fmla="*/ 1555528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04263" h="1555527">
                  <a:moveTo>
                    <a:pt x="304514" y="1284161"/>
                  </a:moveTo>
                  <a:lnTo>
                    <a:pt x="304514" y="1018985"/>
                  </a:lnTo>
                  <a:lnTo>
                    <a:pt x="702373" y="771811"/>
                  </a:lnTo>
                  <a:lnTo>
                    <a:pt x="1169575" y="1160717"/>
                  </a:lnTo>
                  <a:lnTo>
                    <a:pt x="1024890" y="1284256"/>
                  </a:lnTo>
                  <a:lnTo>
                    <a:pt x="304514" y="1284256"/>
                  </a:lnTo>
                  <a:close/>
                  <a:moveTo>
                    <a:pt x="388811" y="1555528"/>
                  </a:moveTo>
                  <a:lnTo>
                    <a:pt x="943547" y="1555528"/>
                  </a:lnTo>
                  <a:cubicBezTo>
                    <a:pt x="1073087" y="1555528"/>
                    <a:pt x="1136428" y="1549527"/>
                    <a:pt x="1235964" y="1461992"/>
                  </a:cubicBezTo>
                  <a:lnTo>
                    <a:pt x="1374649" y="1338453"/>
                  </a:lnTo>
                  <a:lnTo>
                    <a:pt x="1630870" y="1555528"/>
                  </a:lnTo>
                  <a:lnTo>
                    <a:pt x="2104264" y="1555528"/>
                  </a:lnTo>
                  <a:lnTo>
                    <a:pt x="1612869" y="1142429"/>
                  </a:lnTo>
                  <a:lnTo>
                    <a:pt x="1971580" y="844106"/>
                  </a:lnTo>
                  <a:lnTo>
                    <a:pt x="1766507" y="666274"/>
                  </a:lnTo>
                  <a:lnTo>
                    <a:pt x="1404747" y="967645"/>
                  </a:lnTo>
                  <a:lnTo>
                    <a:pt x="672180" y="358712"/>
                  </a:lnTo>
                  <a:lnTo>
                    <a:pt x="672180" y="247174"/>
                  </a:lnTo>
                  <a:lnTo>
                    <a:pt x="1181767" y="247174"/>
                  </a:lnTo>
                  <a:lnTo>
                    <a:pt x="1181767" y="455295"/>
                  </a:lnTo>
                  <a:lnTo>
                    <a:pt x="1461992" y="407099"/>
                  </a:lnTo>
                  <a:lnTo>
                    <a:pt x="1461992" y="313563"/>
                  </a:lnTo>
                  <a:cubicBezTo>
                    <a:pt x="1461992" y="60389"/>
                    <a:pt x="1356456" y="0"/>
                    <a:pt x="1076134" y="0"/>
                  </a:cubicBezTo>
                  <a:lnTo>
                    <a:pt x="762763" y="0"/>
                  </a:lnTo>
                  <a:cubicBezTo>
                    <a:pt x="497395" y="0"/>
                    <a:pt x="376905" y="60389"/>
                    <a:pt x="376905" y="283369"/>
                  </a:cubicBezTo>
                  <a:lnTo>
                    <a:pt x="376905" y="370713"/>
                  </a:lnTo>
                  <a:cubicBezTo>
                    <a:pt x="376905" y="461200"/>
                    <a:pt x="419100" y="530543"/>
                    <a:pt x="509588" y="605885"/>
                  </a:cubicBezTo>
                  <a:lnTo>
                    <a:pt x="192881" y="795909"/>
                  </a:lnTo>
                  <a:cubicBezTo>
                    <a:pt x="57341" y="877253"/>
                    <a:pt x="0" y="925449"/>
                    <a:pt x="0" y="1085279"/>
                  </a:cubicBezTo>
                  <a:lnTo>
                    <a:pt x="0" y="1187768"/>
                  </a:lnTo>
                  <a:cubicBezTo>
                    <a:pt x="0" y="1480185"/>
                    <a:pt x="96488" y="1555528"/>
                    <a:pt x="388811" y="1555528"/>
                  </a:cubicBezTo>
                </a:path>
              </a:pathLst>
            </a:custGeom>
            <a:grpFill/>
            <a:ln w="9525" cap="flat">
              <a:noFill/>
              <a:prstDash val="solid"/>
              <a:miter/>
            </a:ln>
          </p:spPr>
          <p:txBody>
            <a:bodyPr lIns="0" tIns="0" rIns="0" bIns="0" rtlCol="0" anchor="ctr"/>
            <a:lstStyle/>
            <a:p>
              <a:endParaRPr lang="de-DE" sz="100"/>
            </a:p>
          </p:txBody>
        </p:sp>
        <p:sp>
          <p:nvSpPr>
            <p:cNvPr id="28" name="s">
              <a:extLst>
                <a:ext uri="{FF2B5EF4-FFF2-40B4-BE49-F238E27FC236}">
                  <a16:creationId xmlns:a16="http://schemas.microsoft.com/office/drawing/2014/main" id="{786AFD27-5E6B-8BF5-461E-3DAE61223002}"/>
                </a:ext>
              </a:extLst>
            </p:cNvPr>
            <p:cNvSpPr/>
            <p:nvPr/>
          </p:nvSpPr>
          <p:spPr bwMode="black">
            <a:xfrm>
              <a:off x="95247" y="3686081"/>
              <a:ext cx="1739650" cy="1555528"/>
            </a:xfrm>
            <a:custGeom>
              <a:avLst/>
              <a:gdLst>
                <a:gd name="connsiteX0" fmla="*/ 1398842 w 1739645"/>
                <a:gd name="connsiteY0" fmla="*/ 271367 h 1555527"/>
                <a:gd name="connsiteX1" fmla="*/ 1398842 w 1739645"/>
                <a:gd name="connsiteY1" fmla="*/ 439865 h 1555527"/>
                <a:gd name="connsiteX2" fmla="*/ 1718405 w 1739645"/>
                <a:gd name="connsiteY2" fmla="*/ 364522 h 1555527"/>
                <a:gd name="connsiteX3" fmla="*/ 1718405 w 1739645"/>
                <a:gd name="connsiteY3" fmla="*/ 340709 h 1555527"/>
                <a:gd name="connsiteX4" fmla="*/ 1332548 w 1739645"/>
                <a:gd name="connsiteY4" fmla="*/ 0 h 1555527"/>
                <a:gd name="connsiteX5" fmla="*/ 449199 w 1739645"/>
                <a:gd name="connsiteY5" fmla="*/ 0 h 1555527"/>
                <a:gd name="connsiteX6" fmla="*/ 63341 w 1739645"/>
                <a:gd name="connsiteY6" fmla="*/ 367855 h 1555527"/>
                <a:gd name="connsiteX7" fmla="*/ 63341 w 1739645"/>
                <a:gd name="connsiteY7" fmla="*/ 539496 h 1555527"/>
                <a:gd name="connsiteX8" fmla="*/ 449199 w 1739645"/>
                <a:gd name="connsiteY8" fmla="*/ 907351 h 1555527"/>
                <a:gd name="connsiteX9" fmla="*/ 1419987 w 1739645"/>
                <a:gd name="connsiteY9" fmla="*/ 907351 h 1555527"/>
                <a:gd name="connsiteX10" fmla="*/ 1419987 w 1739645"/>
                <a:gd name="connsiteY10" fmla="*/ 1263110 h 1555527"/>
                <a:gd name="connsiteX11" fmla="*/ 319754 w 1739645"/>
                <a:gd name="connsiteY11" fmla="*/ 1263110 h 1555527"/>
                <a:gd name="connsiteX12" fmla="*/ 319754 w 1739645"/>
                <a:gd name="connsiteY12" fmla="*/ 1095661 h 1555527"/>
                <a:gd name="connsiteX13" fmla="*/ 0 w 1739645"/>
                <a:gd name="connsiteY13" fmla="*/ 1162050 h 1555527"/>
                <a:gd name="connsiteX14" fmla="*/ 0 w 1739645"/>
                <a:gd name="connsiteY14" fmla="*/ 1187768 h 1555527"/>
                <a:gd name="connsiteX15" fmla="*/ 388906 w 1739645"/>
                <a:gd name="connsiteY15" fmla="*/ 1555528 h 1555527"/>
                <a:gd name="connsiteX16" fmla="*/ 1350740 w 1739645"/>
                <a:gd name="connsiteY16" fmla="*/ 1555528 h 1555527"/>
                <a:gd name="connsiteX17" fmla="*/ 1739646 w 1739645"/>
                <a:gd name="connsiteY17" fmla="*/ 1187768 h 1555527"/>
                <a:gd name="connsiteX18" fmla="*/ 1739646 w 1739645"/>
                <a:gd name="connsiteY18" fmla="*/ 973741 h 1555527"/>
                <a:gd name="connsiteX19" fmla="*/ 1350740 w 1739645"/>
                <a:gd name="connsiteY19" fmla="*/ 605885 h 1555527"/>
                <a:gd name="connsiteX20" fmla="*/ 379857 w 1739645"/>
                <a:gd name="connsiteY20" fmla="*/ 605885 h 1555527"/>
                <a:gd name="connsiteX21" fmla="*/ 379857 w 1739645"/>
                <a:gd name="connsiteY21" fmla="*/ 271367 h 1555527"/>
                <a:gd name="connsiteX22" fmla="*/ 1398842 w 1739645"/>
                <a:gd name="connsiteY22" fmla="*/ 271367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39645" h="1555527">
                  <a:moveTo>
                    <a:pt x="1398842" y="271367"/>
                  </a:moveTo>
                  <a:lnTo>
                    <a:pt x="1398842" y="439865"/>
                  </a:lnTo>
                  <a:lnTo>
                    <a:pt x="1718405" y="364522"/>
                  </a:lnTo>
                  <a:lnTo>
                    <a:pt x="1718405" y="340709"/>
                  </a:lnTo>
                  <a:cubicBezTo>
                    <a:pt x="1718405" y="72295"/>
                    <a:pt x="1609916" y="0"/>
                    <a:pt x="1332548" y="0"/>
                  </a:cubicBezTo>
                  <a:lnTo>
                    <a:pt x="449199" y="0"/>
                  </a:lnTo>
                  <a:cubicBezTo>
                    <a:pt x="156781" y="0"/>
                    <a:pt x="63341" y="75343"/>
                    <a:pt x="63341" y="367855"/>
                  </a:cubicBezTo>
                  <a:lnTo>
                    <a:pt x="63341" y="539496"/>
                  </a:lnTo>
                  <a:cubicBezTo>
                    <a:pt x="63341" y="832009"/>
                    <a:pt x="156877" y="907351"/>
                    <a:pt x="449199" y="907351"/>
                  </a:cubicBezTo>
                  <a:lnTo>
                    <a:pt x="1419987" y="907351"/>
                  </a:lnTo>
                  <a:lnTo>
                    <a:pt x="1419987" y="1263110"/>
                  </a:lnTo>
                  <a:lnTo>
                    <a:pt x="319754" y="1263110"/>
                  </a:lnTo>
                  <a:lnTo>
                    <a:pt x="319754" y="1095661"/>
                  </a:lnTo>
                  <a:lnTo>
                    <a:pt x="0" y="1162050"/>
                  </a:lnTo>
                  <a:lnTo>
                    <a:pt x="0" y="1187768"/>
                  </a:lnTo>
                  <a:cubicBezTo>
                    <a:pt x="0" y="1480185"/>
                    <a:pt x="96488" y="1555528"/>
                    <a:pt x="388906" y="1555528"/>
                  </a:cubicBezTo>
                  <a:lnTo>
                    <a:pt x="1350740" y="1555528"/>
                  </a:lnTo>
                  <a:cubicBezTo>
                    <a:pt x="1643158" y="1555528"/>
                    <a:pt x="1739646" y="1480185"/>
                    <a:pt x="1739646" y="1187768"/>
                  </a:cubicBezTo>
                  <a:lnTo>
                    <a:pt x="1739646" y="973741"/>
                  </a:lnTo>
                  <a:cubicBezTo>
                    <a:pt x="1739646" y="681228"/>
                    <a:pt x="1643158" y="605885"/>
                    <a:pt x="1350740" y="605885"/>
                  </a:cubicBezTo>
                  <a:lnTo>
                    <a:pt x="379857" y="605885"/>
                  </a:lnTo>
                  <a:lnTo>
                    <a:pt x="379857" y="271367"/>
                  </a:lnTo>
                  <a:lnTo>
                    <a:pt x="1398842" y="271367"/>
                  </a:lnTo>
                  <a:close/>
                </a:path>
              </a:pathLst>
            </a:custGeom>
            <a:grpFill/>
            <a:ln w="9525" cap="flat">
              <a:noFill/>
              <a:prstDash val="solid"/>
              <a:miter/>
            </a:ln>
          </p:spPr>
          <p:txBody>
            <a:bodyPr lIns="0" tIns="0" rIns="0" bIns="0" rtlCol="0" anchor="ctr"/>
            <a:lstStyle/>
            <a:p>
              <a:endParaRPr lang="de-DE" sz="100"/>
            </a:p>
          </p:txBody>
        </p:sp>
        <p:sp>
          <p:nvSpPr>
            <p:cNvPr id="29" name="o">
              <a:extLst>
                <a:ext uri="{FF2B5EF4-FFF2-40B4-BE49-F238E27FC236}">
                  <a16:creationId xmlns:a16="http://schemas.microsoft.com/office/drawing/2014/main" id="{104D88CA-BF41-E4C5-05AB-65BE744752C4}"/>
                </a:ext>
              </a:extLst>
            </p:cNvPr>
            <p:cNvSpPr/>
            <p:nvPr/>
          </p:nvSpPr>
          <p:spPr bwMode="black">
            <a:xfrm>
              <a:off x="2206937" y="3966587"/>
              <a:ext cx="1682019" cy="1275212"/>
            </a:xfrm>
            <a:custGeom>
              <a:avLst/>
              <a:gdLst>
                <a:gd name="connsiteX0" fmla="*/ 326041 w 1682019"/>
                <a:gd name="connsiteY0" fmla="*/ 234982 h 1275207"/>
                <a:gd name="connsiteX1" fmla="*/ 1374648 w 1682019"/>
                <a:gd name="connsiteY1" fmla="*/ 234982 h 1275207"/>
                <a:gd name="connsiteX2" fmla="*/ 1374648 w 1682019"/>
                <a:gd name="connsiteY2" fmla="*/ 1030891 h 1275207"/>
                <a:gd name="connsiteX3" fmla="*/ 326041 w 1682019"/>
                <a:gd name="connsiteY3" fmla="*/ 1030891 h 1275207"/>
                <a:gd name="connsiteX4" fmla="*/ 326041 w 1682019"/>
                <a:gd name="connsiteY4" fmla="*/ 234982 h 1275207"/>
                <a:gd name="connsiteX5" fmla="*/ 0 w 1682019"/>
                <a:gd name="connsiteY5" fmla="*/ 301371 h 1275207"/>
                <a:gd name="connsiteX6" fmla="*/ 0 w 1682019"/>
                <a:gd name="connsiteY6" fmla="*/ 973646 h 1275207"/>
                <a:gd name="connsiteX7" fmla="*/ 338233 w 1682019"/>
                <a:gd name="connsiteY7" fmla="*/ 1275207 h 1275207"/>
                <a:gd name="connsiteX8" fmla="*/ 1343787 w 1682019"/>
                <a:gd name="connsiteY8" fmla="*/ 1275207 h 1275207"/>
                <a:gd name="connsiteX9" fmla="*/ 1682020 w 1682019"/>
                <a:gd name="connsiteY9" fmla="*/ 973646 h 1275207"/>
                <a:gd name="connsiteX10" fmla="*/ 1682020 w 1682019"/>
                <a:gd name="connsiteY10" fmla="*/ 301371 h 1275207"/>
                <a:gd name="connsiteX11" fmla="*/ 1343787 w 1682019"/>
                <a:gd name="connsiteY11" fmla="*/ 0 h 1275207"/>
                <a:gd name="connsiteX12" fmla="*/ 338233 w 1682019"/>
                <a:gd name="connsiteY12" fmla="*/ 0 h 1275207"/>
                <a:gd name="connsiteX13" fmla="*/ 0 w 1682019"/>
                <a:gd name="connsiteY13" fmla="*/ 301371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2019" h="1275207">
                  <a:moveTo>
                    <a:pt x="326041" y="234982"/>
                  </a:moveTo>
                  <a:lnTo>
                    <a:pt x="1374648" y="234982"/>
                  </a:lnTo>
                  <a:lnTo>
                    <a:pt x="1374648" y="1030891"/>
                  </a:lnTo>
                  <a:lnTo>
                    <a:pt x="326041" y="1030891"/>
                  </a:lnTo>
                  <a:lnTo>
                    <a:pt x="326041" y="234982"/>
                  </a:lnTo>
                  <a:close/>
                  <a:moveTo>
                    <a:pt x="0" y="301371"/>
                  </a:moveTo>
                  <a:lnTo>
                    <a:pt x="0" y="973646"/>
                  </a:lnTo>
                  <a:cubicBezTo>
                    <a:pt x="0" y="1214819"/>
                    <a:pt x="79915" y="1275207"/>
                    <a:pt x="338233" y="1275207"/>
                  </a:cubicBezTo>
                  <a:lnTo>
                    <a:pt x="1343787" y="1275207"/>
                  </a:lnTo>
                  <a:cubicBezTo>
                    <a:pt x="1598962" y="1275207"/>
                    <a:pt x="1682020" y="1214819"/>
                    <a:pt x="1682020" y="973646"/>
                  </a:cubicBezTo>
                  <a:lnTo>
                    <a:pt x="1682020" y="301371"/>
                  </a:lnTo>
                  <a:cubicBezTo>
                    <a:pt x="1682020" y="57150"/>
                    <a:pt x="1598867" y="0"/>
                    <a:pt x="1343787" y="0"/>
                  </a:cubicBezTo>
                  <a:lnTo>
                    <a:pt x="338233" y="0"/>
                  </a:lnTo>
                  <a:cubicBezTo>
                    <a:pt x="83153" y="0"/>
                    <a:pt x="0" y="57150"/>
                    <a:pt x="0" y="301371"/>
                  </a:cubicBezTo>
                </a:path>
              </a:pathLst>
            </a:custGeom>
            <a:grpFill/>
            <a:ln w="9525" cap="flat">
              <a:noFill/>
              <a:prstDash val="solid"/>
              <a:miter/>
            </a:ln>
          </p:spPr>
          <p:txBody>
            <a:bodyPr lIns="0" tIns="0" rIns="0" bIns="0" rtlCol="0" anchor="ctr"/>
            <a:lstStyle/>
            <a:p>
              <a:endParaRPr lang="de-DE" sz="100"/>
            </a:p>
          </p:txBody>
        </p:sp>
        <p:sp>
          <p:nvSpPr>
            <p:cNvPr id="30" name="m">
              <a:extLst>
                <a:ext uri="{FF2B5EF4-FFF2-40B4-BE49-F238E27FC236}">
                  <a16:creationId xmlns:a16="http://schemas.microsoft.com/office/drawing/2014/main" id="{1242DE9F-5B8F-1149-2A64-61CC67D1E1D8}"/>
                </a:ext>
              </a:extLst>
            </p:cNvPr>
            <p:cNvSpPr/>
            <p:nvPr/>
          </p:nvSpPr>
          <p:spPr bwMode="black">
            <a:xfrm>
              <a:off x="4290154" y="3966498"/>
              <a:ext cx="1815752" cy="1275212"/>
            </a:xfrm>
            <a:custGeom>
              <a:avLst/>
              <a:gdLst>
                <a:gd name="connsiteX0" fmla="*/ 1560576 w 1815750"/>
                <a:gd name="connsiteY0" fmla="*/ 0 h 1275207"/>
                <a:gd name="connsiteX1" fmla="*/ 927163 w 1815750"/>
                <a:gd name="connsiteY1" fmla="*/ 756571 h 1275207"/>
                <a:gd name="connsiteX2" fmla="*/ 290703 w 1815750"/>
                <a:gd name="connsiteY2" fmla="*/ 0 h 1275207"/>
                <a:gd name="connsiteX3" fmla="*/ 0 w 1815750"/>
                <a:gd name="connsiteY3" fmla="*/ 0 h 1275207"/>
                <a:gd name="connsiteX4" fmla="*/ 0 w 1815750"/>
                <a:gd name="connsiteY4" fmla="*/ 1275207 h 1275207"/>
                <a:gd name="connsiteX5" fmla="*/ 290703 w 1815750"/>
                <a:gd name="connsiteY5" fmla="*/ 1275207 h 1275207"/>
                <a:gd name="connsiteX6" fmla="*/ 290703 w 1815750"/>
                <a:gd name="connsiteY6" fmla="*/ 419100 h 1275207"/>
                <a:gd name="connsiteX7" fmla="*/ 877919 w 1815750"/>
                <a:gd name="connsiteY7" fmla="*/ 1121474 h 1275207"/>
                <a:gd name="connsiteX8" fmla="*/ 939356 w 1815750"/>
                <a:gd name="connsiteY8" fmla="*/ 1121474 h 1275207"/>
                <a:gd name="connsiteX9" fmla="*/ 1520571 w 1815750"/>
                <a:gd name="connsiteY9" fmla="*/ 397859 h 1275207"/>
                <a:gd name="connsiteX10" fmla="*/ 1520571 w 1815750"/>
                <a:gd name="connsiteY10" fmla="*/ 1275207 h 1275207"/>
                <a:gd name="connsiteX11" fmla="*/ 1815751 w 1815750"/>
                <a:gd name="connsiteY11" fmla="*/ 1275207 h 1275207"/>
                <a:gd name="connsiteX12" fmla="*/ 1815751 w 1815750"/>
                <a:gd name="connsiteY12"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5750" h="1275207">
                  <a:moveTo>
                    <a:pt x="1560576" y="0"/>
                  </a:moveTo>
                  <a:lnTo>
                    <a:pt x="927163" y="756571"/>
                  </a:lnTo>
                  <a:lnTo>
                    <a:pt x="290703" y="0"/>
                  </a:lnTo>
                  <a:lnTo>
                    <a:pt x="0" y="0"/>
                  </a:lnTo>
                  <a:lnTo>
                    <a:pt x="0" y="1275207"/>
                  </a:lnTo>
                  <a:lnTo>
                    <a:pt x="290703" y="1275207"/>
                  </a:lnTo>
                  <a:lnTo>
                    <a:pt x="290703" y="419100"/>
                  </a:lnTo>
                  <a:lnTo>
                    <a:pt x="877919" y="1121474"/>
                  </a:lnTo>
                  <a:lnTo>
                    <a:pt x="939356" y="1121474"/>
                  </a:lnTo>
                  <a:lnTo>
                    <a:pt x="1520571" y="397859"/>
                  </a:lnTo>
                  <a:lnTo>
                    <a:pt x="1520571" y="1275207"/>
                  </a:lnTo>
                  <a:lnTo>
                    <a:pt x="1815751" y="1275207"/>
                  </a:lnTo>
                  <a:lnTo>
                    <a:pt x="1815751" y="0"/>
                  </a:lnTo>
                  <a:close/>
                </a:path>
              </a:pathLst>
            </a:custGeom>
            <a:grpFill/>
            <a:ln w="9525" cap="flat">
              <a:noFill/>
              <a:prstDash val="solid"/>
              <a:miter/>
            </a:ln>
          </p:spPr>
          <p:txBody>
            <a:bodyPr lIns="0" tIns="0" rIns="0" bIns="0" rtlCol="0" anchor="ctr"/>
            <a:lstStyle/>
            <a:p>
              <a:endParaRPr lang="de-DE" sz="100"/>
            </a:p>
          </p:txBody>
        </p:sp>
        <p:sp>
          <p:nvSpPr>
            <p:cNvPr id="31" name="m">
              <a:extLst>
                <a:ext uri="{FF2B5EF4-FFF2-40B4-BE49-F238E27FC236}">
                  <a16:creationId xmlns:a16="http://schemas.microsoft.com/office/drawing/2014/main" id="{4E6F8428-28EF-BACA-56F2-D92CF0402F6B}"/>
                </a:ext>
              </a:extLst>
            </p:cNvPr>
            <p:cNvSpPr/>
            <p:nvPr/>
          </p:nvSpPr>
          <p:spPr bwMode="black">
            <a:xfrm>
              <a:off x="6535096" y="3966498"/>
              <a:ext cx="1815752" cy="1275212"/>
            </a:xfrm>
            <a:custGeom>
              <a:avLst/>
              <a:gdLst>
                <a:gd name="connsiteX0" fmla="*/ 1560672 w 1815750"/>
                <a:gd name="connsiteY0" fmla="*/ 0 h 1275207"/>
                <a:gd name="connsiteX1" fmla="*/ 927164 w 1815750"/>
                <a:gd name="connsiteY1" fmla="*/ 756571 h 1275207"/>
                <a:gd name="connsiteX2" fmla="*/ 290799 w 1815750"/>
                <a:gd name="connsiteY2" fmla="*/ 0 h 1275207"/>
                <a:gd name="connsiteX3" fmla="*/ 0 w 1815750"/>
                <a:gd name="connsiteY3" fmla="*/ 0 h 1275207"/>
                <a:gd name="connsiteX4" fmla="*/ 0 w 1815750"/>
                <a:gd name="connsiteY4" fmla="*/ 1275207 h 1275207"/>
                <a:gd name="connsiteX5" fmla="*/ 290799 w 1815750"/>
                <a:gd name="connsiteY5" fmla="*/ 1275207 h 1275207"/>
                <a:gd name="connsiteX6" fmla="*/ 290799 w 1815750"/>
                <a:gd name="connsiteY6" fmla="*/ 419100 h 1275207"/>
                <a:gd name="connsiteX7" fmla="*/ 878015 w 1815750"/>
                <a:gd name="connsiteY7" fmla="*/ 1121474 h 1275207"/>
                <a:gd name="connsiteX8" fmla="*/ 939546 w 1815750"/>
                <a:gd name="connsiteY8" fmla="*/ 1121474 h 1275207"/>
                <a:gd name="connsiteX9" fmla="*/ 1520571 w 1815750"/>
                <a:gd name="connsiteY9" fmla="*/ 397859 h 1275207"/>
                <a:gd name="connsiteX10" fmla="*/ 1520571 w 1815750"/>
                <a:gd name="connsiteY10" fmla="*/ 1275207 h 1275207"/>
                <a:gd name="connsiteX11" fmla="*/ 1815751 w 1815750"/>
                <a:gd name="connsiteY11" fmla="*/ 1275207 h 1275207"/>
                <a:gd name="connsiteX12" fmla="*/ 1815751 w 1815750"/>
                <a:gd name="connsiteY12"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5750" h="1275207">
                  <a:moveTo>
                    <a:pt x="1560672" y="0"/>
                  </a:moveTo>
                  <a:lnTo>
                    <a:pt x="927164" y="756571"/>
                  </a:lnTo>
                  <a:lnTo>
                    <a:pt x="290799" y="0"/>
                  </a:lnTo>
                  <a:lnTo>
                    <a:pt x="0" y="0"/>
                  </a:lnTo>
                  <a:lnTo>
                    <a:pt x="0" y="1275207"/>
                  </a:lnTo>
                  <a:lnTo>
                    <a:pt x="290799" y="1275207"/>
                  </a:lnTo>
                  <a:lnTo>
                    <a:pt x="290799" y="419100"/>
                  </a:lnTo>
                  <a:lnTo>
                    <a:pt x="878015" y="1121474"/>
                  </a:lnTo>
                  <a:lnTo>
                    <a:pt x="939546" y="1121474"/>
                  </a:lnTo>
                  <a:lnTo>
                    <a:pt x="1520571" y="397859"/>
                  </a:lnTo>
                  <a:lnTo>
                    <a:pt x="1520571" y="1275207"/>
                  </a:lnTo>
                  <a:lnTo>
                    <a:pt x="1815751" y="1275207"/>
                  </a:lnTo>
                  <a:lnTo>
                    <a:pt x="1815751" y="0"/>
                  </a:lnTo>
                  <a:close/>
                </a:path>
              </a:pathLst>
            </a:custGeom>
            <a:grpFill/>
            <a:ln w="9525" cap="flat">
              <a:noFill/>
              <a:prstDash val="solid"/>
              <a:miter/>
            </a:ln>
          </p:spPr>
          <p:txBody>
            <a:bodyPr lIns="0" tIns="0" rIns="0" bIns="0" rtlCol="0" anchor="ctr"/>
            <a:lstStyle/>
            <a:p>
              <a:endParaRPr lang="de-DE" sz="100"/>
            </a:p>
          </p:txBody>
        </p:sp>
        <p:sp>
          <p:nvSpPr>
            <p:cNvPr id="32" name="e">
              <a:extLst>
                <a:ext uri="{FF2B5EF4-FFF2-40B4-BE49-F238E27FC236}">
                  <a16:creationId xmlns:a16="http://schemas.microsoft.com/office/drawing/2014/main" id="{A32A4802-2A9C-0E97-E1B2-EF5B8AC77B0E}"/>
                </a:ext>
              </a:extLst>
            </p:cNvPr>
            <p:cNvSpPr/>
            <p:nvPr/>
          </p:nvSpPr>
          <p:spPr bwMode="black">
            <a:xfrm>
              <a:off x="8765757" y="3966498"/>
              <a:ext cx="1411313" cy="1275212"/>
            </a:xfrm>
            <a:custGeom>
              <a:avLst/>
              <a:gdLst>
                <a:gd name="connsiteX0" fmla="*/ 0 w 1411319"/>
                <a:gd name="connsiteY0" fmla="*/ 0 h 1275207"/>
                <a:gd name="connsiteX1" fmla="*/ 0 w 1411319"/>
                <a:gd name="connsiteY1" fmla="*/ 1275207 h 1275207"/>
                <a:gd name="connsiteX2" fmla="*/ 1411319 w 1411319"/>
                <a:gd name="connsiteY2" fmla="*/ 1275207 h 1275207"/>
                <a:gd name="connsiteX3" fmla="*/ 1411319 w 1411319"/>
                <a:gd name="connsiteY3" fmla="*/ 1036987 h 1275207"/>
                <a:gd name="connsiteX4" fmla="*/ 319850 w 1411319"/>
                <a:gd name="connsiteY4" fmla="*/ 1036987 h 1275207"/>
                <a:gd name="connsiteX5" fmla="*/ 319850 w 1411319"/>
                <a:gd name="connsiteY5" fmla="*/ 723424 h 1275207"/>
                <a:gd name="connsiteX6" fmla="*/ 947166 w 1411319"/>
                <a:gd name="connsiteY6" fmla="*/ 723424 h 1275207"/>
                <a:gd name="connsiteX7" fmla="*/ 947166 w 1411319"/>
                <a:gd name="connsiteY7" fmla="*/ 503396 h 1275207"/>
                <a:gd name="connsiteX8" fmla="*/ 319850 w 1411319"/>
                <a:gd name="connsiteY8" fmla="*/ 503396 h 1275207"/>
                <a:gd name="connsiteX9" fmla="*/ 319850 w 1411319"/>
                <a:gd name="connsiteY9" fmla="*/ 226219 h 1275207"/>
                <a:gd name="connsiteX10" fmla="*/ 1395984 w 1411319"/>
                <a:gd name="connsiteY10" fmla="*/ 226219 h 1275207"/>
                <a:gd name="connsiteX11" fmla="*/ 1395984 w 1411319"/>
                <a:gd name="connsiteY11"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1319" h="1275207">
                  <a:moveTo>
                    <a:pt x="0" y="0"/>
                  </a:moveTo>
                  <a:lnTo>
                    <a:pt x="0" y="1275207"/>
                  </a:lnTo>
                  <a:lnTo>
                    <a:pt x="1411319" y="1275207"/>
                  </a:lnTo>
                  <a:lnTo>
                    <a:pt x="1411319" y="1036987"/>
                  </a:lnTo>
                  <a:lnTo>
                    <a:pt x="319850" y="1036987"/>
                  </a:lnTo>
                  <a:lnTo>
                    <a:pt x="319850" y="723424"/>
                  </a:lnTo>
                  <a:lnTo>
                    <a:pt x="947166" y="723424"/>
                  </a:lnTo>
                  <a:lnTo>
                    <a:pt x="947166" y="503396"/>
                  </a:lnTo>
                  <a:lnTo>
                    <a:pt x="319850" y="503396"/>
                  </a:lnTo>
                  <a:lnTo>
                    <a:pt x="319850" y="226219"/>
                  </a:lnTo>
                  <a:lnTo>
                    <a:pt x="1395984" y="226219"/>
                  </a:lnTo>
                  <a:lnTo>
                    <a:pt x="1395984" y="0"/>
                  </a:lnTo>
                  <a:close/>
                </a:path>
              </a:pathLst>
            </a:custGeom>
            <a:grpFill/>
            <a:ln w="9525" cap="flat">
              <a:noFill/>
              <a:prstDash val="solid"/>
              <a:miter/>
            </a:ln>
          </p:spPr>
          <p:txBody>
            <a:bodyPr lIns="0" tIns="0" rIns="0" bIns="0" rtlCol="0" anchor="ctr"/>
            <a:lstStyle/>
            <a:p>
              <a:endParaRPr lang="de-DE" sz="100"/>
            </a:p>
          </p:txBody>
        </p:sp>
        <p:sp>
          <p:nvSpPr>
            <p:cNvPr id="33" name="r">
              <a:extLst>
                <a:ext uri="{FF2B5EF4-FFF2-40B4-BE49-F238E27FC236}">
                  <a16:creationId xmlns:a16="http://schemas.microsoft.com/office/drawing/2014/main" id="{50675A61-77EE-1DFC-09AF-649465E5B3A1}"/>
                </a:ext>
              </a:extLst>
            </p:cNvPr>
            <p:cNvSpPr/>
            <p:nvPr/>
          </p:nvSpPr>
          <p:spPr bwMode="black">
            <a:xfrm>
              <a:off x="10504356" y="3966498"/>
              <a:ext cx="1579811" cy="1275212"/>
            </a:xfrm>
            <a:custGeom>
              <a:avLst/>
              <a:gdLst>
                <a:gd name="connsiteX0" fmla="*/ 1015937 w 1579817"/>
                <a:gd name="connsiteY0" fmla="*/ 220028 h 1275207"/>
                <a:gd name="connsiteX1" fmla="*/ 1157669 w 1579817"/>
                <a:gd name="connsiteY1" fmla="*/ 322517 h 1275207"/>
                <a:gd name="connsiteX2" fmla="*/ 1157669 w 1579817"/>
                <a:gd name="connsiteY2" fmla="*/ 470249 h 1275207"/>
                <a:gd name="connsiteX3" fmla="*/ 1015937 w 1579817"/>
                <a:gd name="connsiteY3" fmla="*/ 572738 h 1275207"/>
                <a:gd name="connsiteX4" fmla="*/ 307467 w 1579817"/>
                <a:gd name="connsiteY4" fmla="*/ 572738 h 1275207"/>
                <a:gd name="connsiteX5" fmla="*/ 307467 w 1579817"/>
                <a:gd name="connsiteY5" fmla="*/ 220028 h 1275207"/>
                <a:gd name="connsiteX6" fmla="*/ 1015937 w 1579817"/>
                <a:gd name="connsiteY6" fmla="*/ 220028 h 1275207"/>
                <a:gd name="connsiteX7" fmla="*/ 0 w 1579817"/>
                <a:gd name="connsiteY7" fmla="*/ 1275207 h 1275207"/>
                <a:gd name="connsiteX8" fmla="*/ 307563 w 1579817"/>
                <a:gd name="connsiteY8" fmla="*/ 1275207 h 1275207"/>
                <a:gd name="connsiteX9" fmla="*/ 307563 w 1579817"/>
                <a:gd name="connsiteY9" fmla="*/ 792766 h 1275207"/>
                <a:gd name="connsiteX10" fmla="*/ 599981 w 1579817"/>
                <a:gd name="connsiteY10" fmla="*/ 792766 h 1275207"/>
                <a:gd name="connsiteX11" fmla="*/ 1133570 w 1579817"/>
                <a:gd name="connsiteY11" fmla="*/ 1275207 h 1275207"/>
                <a:gd name="connsiteX12" fmla="*/ 1579818 w 1579817"/>
                <a:gd name="connsiteY12" fmla="*/ 1275207 h 1275207"/>
                <a:gd name="connsiteX13" fmla="*/ 973931 w 1579817"/>
                <a:gd name="connsiteY13" fmla="*/ 792766 h 1275207"/>
                <a:gd name="connsiteX14" fmla="*/ 1148811 w 1579817"/>
                <a:gd name="connsiteY14" fmla="*/ 792766 h 1275207"/>
                <a:gd name="connsiteX15" fmla="*/ 1447229 w 1579817"/>
                <a:gd name="connsiteY15" fmla="*/ 548545 h 1275207"/>
                <a:gd name="connsiteX16" fmla="*/ 1447229 w 1579817"/>
                <a:gd name="connsiteY16" fmla="*/ 247174 h 1275207"/>
                <a:gd name="connsiteX17" fmla="*/ 1148811 w 1579817"/>
                <a:gd name="connsiteY17" fmla="*/ 0 h 1275207"/>
                <a:gd name="connsiteX18" fmla="*/ 191 w 1579817"/>
                <a:gd name="connsiteY18" fmla="*/ 0 h 1275207"/>
                <a:gd name="connsiteX19" fmla="*/ 191 w 1579817"/>
                <a:gd name="connsiteY19" fmla="*/ 1275207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79817" h="1275207">
                  <a:moveTo>
                    <a:pt x="1015937" y="220028"/>
                  </a:moveTo>
                  <a:cubicBezTo>
                    <a:pt x="1109282" y="220028"/>
                    <a:pt x="1157669" y="238220"/>
                    <a:pt x="1157669" y="322517"/>
                  </a:cubicBezTo>
                  <a:lnTo>
                    <a:pt x="1157669" y="470249"/>
                  </a:lnTo>
                  <a:cubicBezTo>
                    <a:pt x="1157669" y="554736"/>
                    <a:pt x="1109282" y="572738"/>
                    <a:pt x="1015937" y="572738"/>
                  </a:cubicBezTo>
                  <a:lnTo>
                    <a:pt x="307467" y="572738"/>
                  </a:lnTo>
                  <a:lnTo>
                    <a:pt x="307467" y="220028"/>
                  </a:lnTo>
                  <a:lnTo>
                    <a:pt x="1015937" y="220028"/>
                  </a:lnTo>
                  <a:close/>
                  <a:moveTo>
                    <a:pt x="0" y="1275207"/>
                  </a:moveTo>
                  <a:lnTo>
                    <a:pt x="307563" y="1275207"/>
                  </a:lnTo>
                  <a:lnTo>
                    <a:pt x="307563" y="792766"/>
                  </a:lnTo>
                  <a:lnTo>
                    <a:pt x="599981" y="792766"/>
                  </a:lnTo>
                  <a:lnTo>
                    <a:pt x="1133570" y="1275207"/>
                  </a:lnTo>
                  <a:lnTo>
                    <a:pt x="1579818" y="1275207"/>
                  </a:lnTo>
                  <a:lnTo>
                    <a:pt x="973931" y="792766"/>
                  </a:lnTo>
                  <a:lnTo>
                    <a:pt x="1148811" y="792766"/>
                  </a:lnTo>
                  <a:cubicBezTo>
                    <a:pt x="1353693" y="792766"/>
                    <a:pt x="1447229" y="723424"/>
                    <a:pt x="1447229" y="548545"/>
                  </a:cubicBezTo>
                  <a:lnTo>
                    <a:pt x="1447229" y="247174"/>
                  </a:lnTo>
                  <a:cubicBezTo>
                    <a:pt x="1447229" y="69342"/>
                    <a:pt x="1353693" y="0"/>
                    <a:pt x="1148811" y="0"/>
                  </a:cubicBezTo>
                  <a:lnTo>
                    <a:pt x="191" y="0"/>
                  </a:lnTo>
                  <a:lnTo>
                    <a:pt x="191" y="1275207"/>
                  </a:lnTo>
                  <a:close/>
                </a:path>
              </a:pathLst>
            </a:custGeom>
            <a:grpFill/>
            <a:ln w="9525" cap="flat">
              <a:noFill/>
              <a:prstDash val="solid"/>
              <a:miter/>
            </a:ln>
          </p:spPr>
          <p:txBody>
            <a:bodyPr lIns="0" tIns="0" rIns="0" bIns="0" rtlCol="0" anchor="ctr"/>
            <a:lstStyle/>
            <a:p>
              <a:endParaRPr lang="de-DE" sz="100"/>
            </a:p>
          </p:txBody>
        </p:sp>
      </p:grpSp>
      <p:sp>
        <p:nvSpPr>
          <p:cNvPr id="54" name="picture">
            <a:extLst>
              <a:ext uri="{FF2B5EF4-FFF2-40B4-BE49-F238E27FC236}">
                <a16:creationId xmlns:a16="http://schemas.microsoft.com/office/drawing/2014/main" id="{34E1438A-1FE1-B8A1-F5EC-2C6DC4C8501B}"/>
              </a:ext>
            </a:extLst>
          </p:cNvPr>
          <p:cNvSpPr>
            <a:spLocks noGrp="1" noChangeAspect="1"/>
          </p:cNvSpPr>
          <p:nvPr>
            <p:ph type="pic" sz="quarter" idx="17"/>
          </p:nvPr>
        </p:nvSpPr>
        <p:spPr bwMode="gray">
          <a:xfrm>
            <a:off x="2180589" y="0"/>
            <a:ext cx="10011411" cy="6857998"/>
          </a:xfrm>
          <a:custGeom>
            <a:avLst/>
            <a:gdLst>
              <a:gd name="connsiteX0" fmla="*/ 4030453 w 10011411"/>
              <a:gd name="connsiteY0" fmla="*/ 4435035 h 6857998"/>
              <a:gd name="connsiteX1" fmla="*/ 5623936 w 10011411"/>
              <a:gd name="connsiteY1" fmla="*/ 6857998 h 6857998"/>
              <a:gd name="connsiteX2" fmla="*/ 4508500 w 10011411"/>
              <a:gd name="connsiteY2" fmla="*/ 6857998 h 6857998"/>
              <a:gd name="connsiteX3" fmla="*/ 3275747 w 10011411"/>
              <a:gd name="connsiteY3" fmla="*/ 4982824 h 6857998"/>
              <a:gd name="connsiteX4" fmla="*/ 3519700 w 10011411"/>
              <a:gd name="connsiteY4" fmla="*/ 3658412 h 6857998"/>
              <a:gd name="connsiteX5" fmla="*/ 4016529 w 10011411"/>
              <a:gd name="connsiteY5" fmla="*/ 4413863 h 6857998"/>
              <a:gd name="connsiteX6" fmla="*/ 3261827 w 10011411"/>
              <a:gd name="connsiteY6" fmla="*/ 4961650 h 6857998"/>
              <a:gd name="connsiteX7" fmla="*/ 2760749 w 10011411"/>
              <a:gd name="connsiteY7" fmla="*/ 4199448 h 6857998"/>
              <a:gd name="connsiteX8" fmla="*/ 2706283 w 10011411"/>
              <a:gd name="connsiteY8" fmla="*/ 1392683 h 6857998"/>
              <a:gd name="connsiteX9" fmla="*/ 3784828 w 10011411"/>
              <a:gd name="connsiteY9" fmla="*/ 3032412 h 6857998"/>
              <a:gd name="connsiteX10" fmla="*/ 3697175 w 10011411"/>
              <a:gd name="connsiteY10" fmla="*/ 3500828 h 6857998"/>
              <a:gd name="connsiteX11" fmla="*/ 3526323 w 10011411"/>
              <a:gd name="connsiteY11" fmla="*/ 3622621 h 6857998"/>
              <a:gd name="connsiteX12" fmla="*/ 2447854 w 10011411"/>
              <a:gd name="connsiteY12" fmla="*/ 1982842 h 6857998"/>
              <a:gd name="connsiteX13" fmla="*/ 2535508 w 10011411"/>
              <a:gd name="connsiteY13" fmla="*/ 1514425 h 6857998"/>
              <a:gd name="connsiteX14" fmla="*/ 2195548 w 10011411"/>
              <a:gd name="connsiteY14" fmla="*/ 616203 h 6857998"/>
              <a:gd name="connsiteX15" fmla="*/ 2692331 w 10011411"/>
              <a:gd name="connsiteY15" fmla="*/ 1371471 h 6857998"/>
              <a:gd name="connsiteX16" fmla="*/ 2520941 w 10011411"/>
              <a:gd name="connsiteY16" fmla="*/ 1493652 h 6857998"/>
              <a:gd name="connsiteX17" fmla="*/ 2426827 w 10011411"/>
              <a:gd name="connsiteY17" fmla="*/ 1996649 h 6857998"/>
              <a:gd name="connsiteX18" fmla="*/ 3505789 w 10011411"/>
              <a:gd name="connsiteY18" fmla="*/ 3637259 h 6857998"/>
              <a:gd name="connsiteX19" fmla="*/ 2746835 w 10011411"/>
              <a:gd name="connsiteY19" fmla="*/ 4178283 h 6857998"/>
              <a:gd name="connsiteX20" fmla="*/ 978287 w 10011411"/>
              <a:gd name="connsiteY20" fmla="*/ 1488098 h 6857998"/>
              <a:gd name="connsiteX21" fmla="*/ 983485 w 10011411"/>
              <a:gd name="connsiteY21" fmla="*/ 1496005 h 6857998"/>
              <a:gd name="connsiteX22" fmla="*/ 3827485 w 10011411"/>
              <a:gd name="connsiteY22" fmla="*/ 593396 h 6857998"/>
              <a:gd name="connsiteX23" fmla="*/ 5413266 w 10011411"/>
              <a:gd name="connsiteY23" fmla="*/ 2991625 h 6857998"/>
              <a:gd name="connsiteX24" fmla="*/ 5328019 w 10011411"/>
              <a:gd name="connsiteY24" fmla="*/ 3461941 h 6857998"/>
              <a:gd name="connsiteX25" fmla="*/ 4036962 w 10011411"/>
              <a:gd name="connsiteY25" fmla="*/ 4399032 h 6857998"/>
              <a:gd name="connsiteX26" fmla="*/ 3540235 w 10011411"/>
              <a:gd name="connsiteY26" fmla="*/ 3643774 h 6857998"/>
              <a:gd name="connsiteX27" fmla="*/ 3711614 w 10011411"/>
              <a:gd name="connsiteY27" fmla="*/ 3521602 h 6857998"/>
              <a:gd name="connsiteX28" fmla="*/ 3805728 w 10011411"/>
              <a:gd name="connsiteY28" fmla="*/ 3018605 h 6857998"/>
              <a:gd name="connsiteX29" fmla="*/ 2726740 w 10011411"/>
              <a:gd name="connsiteY29" fmla="*/ 1378099 h 6857998"/>
              <a:gd name="connsiteX30" fmla="*/ 4659872 w 10011411"/>
              <a:gd name="connsiteY30" fmla="*/ 0 h 6857998"/>
              <a:gd name="connsiteX31" fmla="*/ 10011411 w 10011411"/>
              <a:gd name="connsiteY31" fmla="*/ 0 h 6857998"/>
              <a:gd name="connsiteX32" fmla="*/ 10011411 w 10011411"/>
              <a:gd name="connsiteY32" fmla="*/ 6857998 h 6857998"/>
              <a:gd name="connsiteX33" fmla="*/ 5654204 w 10011411"/>
              <a:gd name="connsiteY33" fmla="*/ 6857998 h 6857998"/>
              <a:gd name="connsiteX34" fmla="*/ 4050886 w 10011411"/>
              <a:gd name="connsiteY34" fmla="*/ 4420203 h 6857998"/>
              <a:gd name="connsiteX35" fmla="*/ 5342839 w 10011411"/>
              <a:gd name="connsiteY35" fmla="*/ 3482462 h 6857998"/>
              <a:gd name="connsiteX36" fmla="*/ 5434420 w 10011411"/>
              <a:gd name="connsiteY36" fmla="*/ 2977692 h 6857998"/>
              <a:gd name="connsiteX37" fmla="*/ 3848124 w 10011411"/>
              <a:gd name="connsiteY37" fmla="*/ 578682 h 6857998"/>
              <a:gd name="connsiteX38" fmla="*/ 3465482 w 10011411"/>
              <a:gd name="connsiteY38" fmla="*/ 0 h 6857998"/>
              <a:gd name="connsiteX39" fmla="*/ 4616166 w 10011411"/>
              <a:gd name="connsiteY39" fmla="*/ 0 h 6857998"/>
              <a:gd name="connsiteX40" fmla="*/ 3834122 w 10011411"/>
              <a:gd name="connsiteY40" fmla="*/ 557507 h 6857998"/>
              <a:gd name="connsiteX41" fmla="*/ 3044462 w 10011411"/>
              <a:gd name="connsiteY41" fmla="*/ 0 h 6857998"/>
              <a:gd name="connsiteX42" fmla="*/ 3435114 w 10011411"/>
              <a:gd name="connsiteY42" fmla="*/ 0 h 6857998"/>
              <a:gd name="connsiteX43" fmla="*/ 3813483 w 10011411"/>
              <a:gd name="connsiteY43" fmla="*/ 572220 h 6857998"/>
              <a:gd name="connsiteX44" fmla="*/ 2712789 w 10011411"/>
              <a:gd name="connsiteY44" fmla="*/ 1356887 h 6857998"/>
              <a:gd name="connsiteX45" fmla="*/ 2215908 w 10011411"/>
              <a:gd name="connsiteY45" fmla="*/ 601424 h 6857998"/>
              <a:gd name="connsiteX46" fmla="*/ 1820342 w 10011411"/>
              <a:gd name="connsiteY46" fmla="*/ 0 h 6857998"/>
              <a:gd name="connsiteX47" fmla="*/ 3001490 w 10011411"/>
              <a:gd name="connsiteY47" fmla="*/ 0 h 6857998"/>
              <a:gd name="connsiteX48" fmla="*/ 2202008 w 10011411"/>
              <a:gd name="connsiteY48" fmla="*/ 580290 h 6857998"/>
              <a:gd name="connsiteX49" fmla="*/ 0 w 10011411"/>
              <a:gd name="connsiteY49" fmla="*/ 0 h 6857998"/>
              <a:gd name="connsiteX50" fmla="*/ 1790235 w 10011411"/>
              <a:gd name="connsiteY50" fmla="*/ 0 h 6857998"/>
              <a:gd name="connsiteX51" fmla="*/ 2181646 w 10011411"/>
              <a:gd name="connsiteY51" fmla="*/ 595069 h 6857998"/>
              <a:gd name="connsiteX52" fmla="*/ 969567 w 10011411"/>
              <a:gd name="connsiteY52" fmla="*/ 1474834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0011411" h="6857998">
                <a:moveTo>
                  <a:pt x="4030453" y="4435035"/>
                </a:moveTo>
                <a:lnTo>
                  <a:pt x="5623936" y="6857998"/>
                </a:lnTo>
                <a:lnTo>
                  <a:pt x="4508500" y="6857998"/>
                </a:lnTo>
                <a:lnTo>
                  <a:pt x="3275747" y="4982824"/>
                </a:lnTo>
                <a:close/>
                <a:moveTo>
                  <a:pt x="3519700" y="3658412"/>
                </a:moveTo>
                <a:lnTo>
                  <a:pt x="4016529" y="4413863"/>
                </a:lnTo>
                <a:lnTo>
                  <a:pt x="3261827" y="4961650"/>
                </a:lnTo>
                <a:lnTo>
                  <a:pt x="2760749" y="4199448"/>
                </a:lnTo>
                <a:close/>
                <a:moveTo>
                  <a:pt x="2706283" y="1392683"/>
                </a:moveTo>
                <a:lnTo>
                  <a:pt x="3784828" y="3032412"/>
                </a:lnTo>
                <a:cubicBezTo>
                  <a:pt x="3885022" y="3184793"/>
                  <a:pt x="3845755" y="3394934"/>
                  <a:pt x="3697175" y="3500828"/>
                </a:cubicBezTo>
                <a:lnTo>
                  <a:pt x="3526323" y="3622621"/>
                </a:lnTo>
                <a:lnTo>
                  <a:pt x="2447854" y="1982842"/>
                </a:lnTo>
                <a:cubicBezTo>
                  <a:pt x="2347660" y="1830461"/>
                  <a:pt x="2386926" y="1620320"/>
                  <a:pt x="2535508" y="1514425"/>
                </a:cubicBezTo>
                <a:close/>
                <a:moveTo>
                  <a:pt x="2195548" y="616203"/>
                </a:moveTo>
                <a:lnTo>
                  <a:pt x="2692331" y="1371471"/>
                </a:lnTo>
                <a:lnTo>
                  <a:pt x="2520941" y="1493652"/>
                </a:lnTo>
                <a:cubicBezTo>
                  <a:pt x="2361340" y="1607400"/>
                  <a:pt x="2319159" y="1832994"/>
                  <a:pt x="2426827" y="1996649"/>
                </a:cubicBezTo>
                <a:lnTo>
                  <a:pt x="3505789" y="3637259"/>
                </a:lnTo>
                <a:lnTo>
                  <a:pt x="2746835" y="4178283"/>
                </a:lnTo>
                <a:lnTo>
                  <a:pt x="978287" y="1488098"/>
                </a:lnTo>
                <a:lnTo>
                  <a:pt x="983485" y="1496005"/>
                </a:lnTo>
                <a:close/>
                <a:moveTo>
                  <a:pt x="3827485" y="593396"/>
                </a:moveTo>
                <a:lnTo>
                  <a:pt x="5413266" y="2991625"/>
                </a:lnTo>
                <a:cubicBezTo>
                  <a:pt x="5513840" y="3143753"/>
                  <a:pt x="5475587" y="3354781"/>
                  <a:pt x="5328019" y="3461941"/>
                </a:cubicBezTo>
                <a:lnTo>
                  <a:pt x="4036962" y="4399032"/>
                </a:lnTo>
                <a:lnTo>
                  <a:pt x="3540235" y="3643774"/>
                </a:lnTo>
                <a:lnTo>
                  <a:pt x="3711614" y="3521602"/>
                </a:lnTo>
                <a:cubicBezTo>
                  <a:pt x="3871216" y="3407854"/>
                  <a:pt x="3913396" y="3182260"/>
                  <a:pt x="3805728" y="3018605"/>
                </a:cubicBezTo>
                <a:lnTo>
                  <a:pt x="2726740" y="1378099"/>
                </a:lnTo>
                <a:close/>
                <a:moveTo>
                  <a:pt x="4659872" y="0"/>
                </a:moveTo>
                <a:lnTo>
                  <a:pt x="10011411" y="0"/>
                </a:lnTo>
                <a:lnTo>
                  <a:pt x="10011411" y="6857998"/>
                </a:lnTo>
                <a:lnTo>
                  <a:pt x="5654204" y="6857998"/>
                </a:lnTo>
                <a:lnTo>
                  <a:pt x="4050886" y="4420203"/>
                </a:lnTo>
                <a:lnTo>
                  <a:pt x="5342839" y="3482462"/>
                </a:lnTo>
                <a:cubicBezTo>
                  <a:pt x="5501300" y="3367447"/>
                  <a:pt x="5542340" y="3140966"/>
                  <a:pt x="5434420" y="2977692"/>
                </a:cubicBezTo>
                <a:lnTo>
                  <a:pt x="3848124" y="578682"/>
                </a:lnTo>
                <a:close/>
                <a:moveTo>
                  <a:pt x="3465482" y="0"/>
                </a:moveTo>
                <a:lnTo>
                  <a:pt x="4616166" y="0"/>
                </a:lnTo>
                <a:lnTo>
                  <a:pt x="3834122" y="557507"/>
                </a:lnTo>
                <a:close/>
                <a:moveTo>
                  <a:pt x="3044462" y="0"/>
                </a:moveTo>
                <a:lnTo>
                  <a:pt x="3435114" y="0"/>
                </a:lnTo>
                <a:lnTo>
                  <a:pt x="3813483" y="572220"/>
                </a:lnTo>
                <a:lnTo>
                  <a:pt x="2712789" y="1356887"/>
                </a:lnTo>
                <a:lnTo>
                  <a:pt x="2215908" y="601424"/>
                </a:lnTo>
                <a:close/>
                <a:moveTo>
                  <a:pt x="1820342" y="0"/>
                </a:moveTo>
                <a:lnTo>
                  <a:pt x="3001490" y="0"/>
                </a:lnTo>
                <a:lnTo>
                  <a:pt x="2202008" y="580290"/>
                </a:lnTo>
                <a:close/>
                <a:moveTo>
                  <a:pt x="0" y="0"/>
                </a:moveTo>
                <a:lnTo>
                  <a:pt x="1790235" y="0"/>
                </a:lnTo>
                <a:lnTo>
                  <a:pt x="2181646" y="595069"/>
                </a:lnTo>
                <a:lnTo>
                  <a:pt x="969567" y="1474834"/>
                </a:lnTo>
                <a:close/>
              </a:path>
            </a:pathLst>
          </a:custGeom>
          <a:pattFill prst="ltUpDiag">
            <a:fgClr>
              <a:schemeClr val="tx1">
                <a:lumMod val="95000"/>
              </a:schemeClr>
            </a:fgClr>
            <a:bgClr>
              <a:schemeClr val="tx1"/>
            </a:bgClr>
          </a:pattFill>
        </p:spPr>
        <p:txBody>
          <a:bodyPr wrap="square" rIns="1440000" anchor="ctr">
            <a:noAutofit/>
          </a:bodyPr>
          <a:lstStyle>
            <a:lvl1pPr algn="r">
              <a:defRPr>
                <a:solidFill>
                  <a:schemeClr val="bg1"/>
                </a:solidFill>
              </a:defRPr>
            </a:lvl1pPr>
          </a:lstStyle>
          <a:p>
            <a:r>
              <a:rPr lang="de-DE"/>
              <a:t>Bild durch Klicken auf Symbol hinzufügen</a:t>
            </a:r>
          </a:p>
        </p:txBody>
      </p:sp>
      <p:sp>
        <p:nvSpPr>
          <p:cNvPr id="59" name="title">
            <a:extLst>
              <a:ext uri="{FF2B5EF4-FFF2-40B4-BE49-F238E27FC236}">
                <a16:creationId xmlns:a16="http://schemas.microsoft.com/office/drawing/2014/main" id="{22B0E369-2508-F005-CB3C-E92E5C671B16}"/>
              </a:ext>
            </a:extLst>
          </p:cNvPr>
          <p:cNvSpPr>
            <a:spLocks noGrp="1"/>
          </p:cNvSpPr>
          <p:nvPr userDrawn="1">
            <p:ph type="ctrTitle" hasCustomPrompt="1"/>
          </p:nvPr>
        </p:nvSpPr>
        <p:spPr bwMode="black">
          <a:xfrm>
            <a:off x="0" y="1126048"/>
            <a:ext cx="5040000" cy="4151096"/>
          </a:xfrm>
          <a:prstGeom prst="rect">
            <a:avLst/>
          </a:prstGeom>
          <a:noFill/>
          <a:effectLst/>
          <a:extLst>
            <a:ext uri="{909E8E84-426E-40DD-AFC4-6F175D3DCCD1}">
              <a14:hiddenFill xmlns:a14="http://schemas.microsoft.com/office/drawing/2010/main">
                <a:solidFill>
                  <a:schemeClr val="bg1"/>
                </a:solidFill>
              </a14:hiddenFill>
            </a:ext>
          </a:extLst>
        </p:spPr>
        <p:txBody>
          <a:bodyPr wrap="square" lIns="316800" tIns="0" rIns="0" bIns="0" anchor="b">
            <a:normAutofit/>
          </a:bodyPr>
          <a:lstStyle>
            <a:lvl1pPr algn="l">
              <a:lnSpc>
                <a:spcPct val="75000"/>
              </a:lnSpc>
              <a:defRPr sz="4000" baseline="0">
                <a:solidFill>
                  <a:schemeClr val="tx1"/>
                </a:solidFill>
              </a:defRPr>
            </a:lvl1pPr>
          </a:lstStyle>
          <a:p>
            <a:r>
              <a:rPr lang="de-DE"/>
              <a:t>titelformat bearbeiten</a:t>
            </a:r>
            <a:endParaRPr lang="en-US"/>
          </a:p>
        </p:txBody>
      </p:sp>
      <p:sp>
        <p:nvSpPr>
          <p:cNvPr id="3" name="subtitle">
            <a:extLst>
              <a:ext uri="{FF2B5EF4-FFF2-40B4-BE49-F238E27FC236}">
                <a16:creationId xmlns:a16="http://schemas.microsoft.com/office/drawing/2014/main" id="{D3F50A68-F558-4D31-BE77-E20AB0A29926}"/>
              </a:ext>
            </a:extLst>
          </p:cNvPr>
          <p:cNvSpPr>
            <a:spLocks noGrp="1"/>
          </p:cNvSpPr>
          <p:nvPr userDrawn="1">
            <p:ph type="subTitle" idx="1" hasCustomPrompt="1"/>
          </p:nvPr>
        </p:nvSpPr>
        <p:spPr bwMode="black">
          <a:xfrm>
            <a:off x="0" y="5404486"/>
            <a:ext cx="5580000" cy="1453514"/>
          </a:xfrm>
        </p:spPr>
        <p:txBody>
          <a:bodyPr lIns="342000" rIns="0" bIns="0">
            <a:normAutofit/>
          </a:bodyPr>
          <a:lstStyle>
            <a:lvl1pPr marL="0" indent="0" algn="l">
              <a:lnSpc>
                <a:spcPct val="85000"/>
              </a:lnSpc>
              <a:spcBef>
                <a:spcPts val="0"/>
              </a:spcBef>
              <a:spcAft>
                <a:spcPts val="0"/>
              </a:spcAft>
              <a:buNone/>
              <a:defRPr sz="20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Title / Speaker / Date / Location</a:t>
            </a:r>
            <a:endParaRPr lang="en-US"/>
          </a:p>
        </p:txBody>
      </p:sp>
      <p:sp>
        <p:nvSpPr>
          <p:cNvPr id="19" name="copyright title">
            <a:extLst>
              <a:ext uri="{FF2B5EF4-FFF2-40B4-BE49-F238E27FC236}">
                <a16:creationId xmlns:a16="http://schemas.microsoft.com/office/drawing/2014/main" id="{BB43EE9B-BBFA-8C15-7ACF-305503DACA89}"/>
              </a:ext>
              <a:ext uri="{C183D7F6-B498-43B3-948B-1728B52AA6E4}">
                <adec:decorative xmlns:adec="http://schemas.microsoft.com/office/drawing/2017/decorative" val="1"/>
              </a:ext>
            </a:extLst>
          </p:cNvPr>
          <p:cNvSpPr>
            <a:spLocks noGrp="1"/>
          </p:cNvSpPr>
          <p:nvPr userDrawn="1">
            <p:ph type="body" sz="quarter" idx="16" hasCustomPrompt="1"/>
          </p:nvPr>
        </p:nvSpPr>
        <p:spPr bwMode="auto">
          <a:xfrm rot="16200000">
            <a:off x="11672798" y="6402452"/>
            <a:ext cx="580379" cy="92333"/>
          </a:xfrm>
          <a:solidFill>
            <a:schemeClr val="bg1">
              <a:alpha val="0"/>
            </a:schemeClr>
          </a:solidFill>
        </p:spPr>
        <p:txBody>
          <a:bodyPr wrap="none" anchor="t"/>
          <a:lstStyle>
            <a:lvl1pPr>
              <a:spcBef>
                <a:spcPts val="0"/>
              </a:spcBef>
              <a:spcAft>
                <a:spcPts val="0"/>
              </a:spcAft>
              <a:defRPr sz="600">
                <a:solidFill>
                  <a:schemeClr val="folHlink"/>
                </a:solidFill>
              </a:defRPr>
            </a:lvl1pPr>
          </a:lstStyle>
          <a:p>
            <a:pPr lvl="0"/>
            <a:r>
              <a:rPr lang="de-DE" noProof="0"/>
              <a:t>© Copyright</a:t>
            </a:r>
          </a:p>
        </p:txBody>
      </p:sp>
      <p:sp>
        <p:nvSpPr>
          <p:cNvPr id="6" name="slide number">
            <a:extLst>
              <a:ext uri="{FF2B5EF4-FFF2-40B4-BE49-F238E27FC236}">
                <a16:creationId xmlns:a16="http://schemas.microsoft.com/office/drawing/2014/main" id="{F1423FEB-CFD7-4376-A0C4-D91B3BE0287A}"/>
              </a:ext>
              <a:ext uri="{C183D7F6-B498-43B3-948B-1728B52AA6E4}">
                <adec:decorative xmlns:adec="http://schemas.microsoft.com/office/drawing/2017/decorative" val="1"/>
              </a:ext>
            </a:extLst>
          </p:cNvPr>
          <p:cNvSpPr>
            <a:spLocks noGrp="1"/>
          </p:cNvSpPr>
          <p:nvPr userDrawn="1">
            <p:ph type="sldNum" sz="quarter" idx="12"/>
          </p:nvPr>
        </p:nvSpPr>
        <p:spPr bwMode="white">
          <a:xfrm>
            <a:off x="0" y="6858000"/>
            <a:ext cx="0" cy="0"/>
          </a:xfrm>
        </p:spPr>
        <p:txBody>
          <a:bodyPr lIns="0" tIns="0" rIns="0" bIns="0"/>
          <a:lstStyle>
            <a:lvl1pPr>
              <a:defRPr sz="100">
                <a:solidFill>
                  <a:schemeClr val="bg1">
                    <a:alpha val="1000"/>
                  </a:schemeClr>
                </a:solidFill>
              </a:defRPr>
            </a:lvl1pPr>
          </a:lstStyle>
          <a:p>
            <a:fld id="{9829449A-3FF3-45CE-9F4F-09BADC0910C6}" type="slidenum">
              <a:rPr lang="de-DE"/>
              <a:pPr/>
              <a:t>‹Nr.›</a:t>
            </a:fld>
            <a:endParaRPr lang="de-DE"/>
          </a:p>
        </p:txBody>
      </p:sp>
      <p:sp>
        <p:nvSpPr>
          <p:cNvPr id="5" name="footer">
            <a:extLst>
              <a:ext uri="{FF2B5EF4-FFF2-40B4-BE49-F238E27FC236}">
                <a16:creationId xmlns:a16="http://schemas.microsoft.com/office/drawing/2014/main" id="{190677E9-326C-4EF5-ADE8-5E9E2D32D3E6}"/>
              </a:ext>
              <a:ext uri="{C183D7F6-B498-43B3-948B-1728B52AA6E4}">
                <adec:decorative xmlns:adec="http://schemas.microsoft.com/office/drawing/2017/decorative" val="1"/>
              </a:ext>
            </a:extLst>
          </p:cNvPr>
          <p:cNvSpPr>
            <a:spLocks noGrp="1"/>
          </p:cNvSpPr>
          <p:nvPr userDrawn="1">
            <p:ph type="ftr" sz="quarter" idx="11"/>
          </p:nvPr>
        </p:nvSpPr>
        <p:spPr bwMode="white">
          <a:xfrm>
            <a:off x="0" y="6858000"/>
            <a:ext cx="0" cy="0"/>
          </a:xfrm>
        </p:spPr>
        <p:txBody>
          <a:bodyPr lIns="0" tIns="0" rIns="0" bIns="0"/>
          <a:lstStyle>
            <a:lvl1pPr>
              <a:defRPr sz="100">
                <a:solidFill>
                  <a:schemeClr val="bg1">
                    <a:alpha val="1000"/>
                  </a:schemeClr>
                </a:solidFill>
              </a:defRPr>
            </a:lvl1pPr>
          </a:lstStyle>
          <a:p>
            <a:r>
              <a:rPr lang="de-DE"/>
              <a:t>SNB - TGA - 28.08.2026</a:t>
            </a:r>
          </a:p>
        </p:txBody>
      </p:sp>
      <p:grpSp>
        <p:nvGrpSpPr>
          <p:cNvPr id="16" name="info">
            <a:extLst>
              <a:ext uri="{FF2B5EF4-FFF2-40B4-BE49-F238E27FC236}">
                <a16:creationId xmlns:a16="http://schemas.microsoft.com/office/drawing/2014/main" id="{A373622E-7EE3-EFF8-3F32-E4812ACD14E2}"/>
              </a:ext>
              <a:ext uri="{C183D7F6-B498-43B3-948B-1728B52AA6E4}">
                <adec:decorative xmlns:adec="http://schemas.microsoft.com/office/drawing/2017/decorative" val="1"/>
              </a:ext>
            </a:extLst>
          </p:cNvPr>
          <p:cNvGrpSpPr/>
          <p:nvPr userDrawn="1"/>
        </p:nvGrpSpPr>
        <p:grpSpPr>
          <a:xfrm flipH="1">
            <a:off x="-2213357" y="5026999"/>
            <a:ext cx="2105848" cy="1362901"/>
            <a:chOff x="12399720" y="4917215"/>
            <a:chExt cx="2105848" cy="1362901"/>
          </a:xfrm>
          <a:solidFill>
            <a:srgbClr val="000000"/>
          </a:solidFill>
          <a:effectLst>
            <a:outerShdw blurRad="50800" dist="38100" dir="2700000" algn="tl" rotWithShape="0">
              <a:prstClr val="black">
                <a:alpha val="40000"/>
              </a:prstClr>
            </a:outerShdw>
          </a:effectLst>
        </p:grpSpPr>
        <p:sp>
          <p:nvSpPr>
            <p:cNvPr id="46" name="info">
              <a:extLst>
                <a:ext uri="{FF2B5EF4-FFF2-40B4-BE49-F238E27FC236}">
                  <a16:creationId xmlns:a16="http://schemas.microsoft.com/office/drawing/2014/main" id="{27DC4C88-9A39-609B-961C-4D6318AFD3ED}"/>
                </a:ext>
              </a:extLst>
            </p:cNvPr>
            <p:cNvSpPr/>
            <p:nvPr userDrawn="1"/>
          </p:nvSpPr>
          <p:spPr bwMode="gray">
            <a:xfrm flipH="1">
              <a:off x="12399720" y="4917215"/>
              <a:ext cx="1579616" cy="540000"/>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algn="l">
                <a:lnSpc>
                  <a:spcPct val="100000"/>
                </a:lnSpc>
                <a:spcBef>
                  <a:spcPts val="400"/>
                </a:spcBef>
                <a:spcAft>
                  <a:spcPts val="400"/>
                </a:spcAft>
              </a:pPr>
              <a:endParaRPr lang="en-US" sz="1050">
                <a:solidFill>
                  <a:schemeClr val="tx1"/>
                </a:solidFill>
              </a:endParaRPr>
            </a:p>
            <a:p>
              <a:pPr algn="l">
                <a:lnSpc>
                  <a:spcPct val="100000"/>
                </a:lnSpc>
                <a:spcBef>
                  <a:spcPts val="400"/>
                </a:spcBef>
                <a:spcAft>
                  <a:spcPts val="400"/>
                </a:spcAft>
              </a:pPr>
              <a:endParaRPr lang="en-US" sz="1050">
                <a:solidFill>
                  <a:schemeClr val="tx1"/>
                </a:solidFill>
              </a:endParaRPr>
            </a:p>
          </p:txBody>
        </p:sp>
        <p:sp>
          <p:nvSpPr>
            <p:cNvPr id="47" name="info">
              <a:extLst>
                <a:ext uri="{FF2B5EF4-FFF2-40B4-BE49-F238E27FC236}">
                  <a16:creationId xmlns:a16="http://schemas.microsoft.com/office/drawing/2014/main" id="{1BBAD691-930D-A16D-C6D4-7AA79C8D6EE9}"/>
                </a:ext>
              </a:extLst>
            </p:cNvPr>
            <p:cNvSpPr/>
            <p:nvPr userDrawn="1"/>
          </p:nvSpPr>
          <p:spPr bwMode="gray">
            <a:xfrm flipH="1">
              <a:off x="12668592" y="4917215"/>
              <a:ext cx="1836976" cy="136290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spAutoFit/>
            </a:bodyPr>
            <a:lstStyle/>
            <a:p>
              <a:pPr algn="l">
                <a:lnSpc>
                  <a:spcPct val="100000"/>
                </a:lnSpc>
                <a:spcBef>
                  <a:spcPts val="400"/>
                </a:spcBef>
                <a:spcAft>
                  <a:spcPts val="400"/>
                </a:spcAft>
              </a:pPr>
              <a:r>
                <a:rPr lang="en-US" sz="1050" b="1">
                  <a:solidFill>
                    <a:schemeClr val="tx1"/>
                  </a:solidFill>
                </a:rPr>
                <a:t>ADJUSTING FONT SIZE </a:t>
              </a:r>
              <a:br>
                <a:rPr lang="en-US" sz="1050" b="1">
                  <a:solidFill>
                    <a:schemeClr val="tx1"/>
                  </a:solidFill>
                </a:rPr>
              </a:br>
              <a:r>
                <a:rPr lang="en-US" sz="1050" b="1">
                  <a:solidFill>
                    <a:schemeClr val="tx1"/>
                  </a:solidFill>
                </a:rPr>
                <a:t>ON THE COVER PAGE:</a:t>
              </a:r>
            </a:p>
            <a:p>
              <a:pPr algn="l">
                <a:lnSpc>
                  <a:spcPct val="100000"/>
                </a:lnSpc>
                <a:spcBef>
                  <a:spcPts val="400"/>
                </a:spcBef>
                <a:spcAft>
                  <a:spcPts val="400"/>
                </a:spcAft>
              </a:pPr>
              <a:r>
                <a:rPr lang="en-US" sz="1050">
                  <a:solidFill>
                    <a:schemeClr val="tx1"/>
                  </a:solidFill>
                </a:rPr>
                <a:t>You can adjust the font size of the title to ensure that the text in the dark area is easy to read.</a:t>
              </a:r>
            </a:p>
          </p:txBody>
        </p:sp>
      </p:grpSp>
      <p:grpSp>
        <p:nvGrpSpPr>
          <p:cNvPr id="85" name="info">
            <a:extLst>
              <a:ext uri="{FF2B5EF4-FFF2-40B4-BE49-F238E27FC236}">
                <a16:creationId xmlns:a16="http://schemas.microsoft.com/office/drawing/2014/main" id="{B1F3A4B3-93D1-01F0-46E4-676FD84F9B4D}"/>
              </a:ext>
              <a:ext uri="{C183D7F6-B498-43B3-948B-1728B52AA6E4}">
                <adec:decorative xmlns:adec="http://schemas.microsoft.com/office/drawing/2017/decorative" val="1"/>
              </a:ext>
            </a:extLst>
          </p:cNvPr>
          <p:cNvGrpSpPr/>
          <p:nvPr userDrawn="1"/>
        </p:nvGrpSpPr>
        <p:grpSpPr>
          <a:xfrm>
            <a:off x="12327530" y="64632"/>
            <a:ext cx="2500334" cy="1465493"/>
            <a:chOff x="12327530" y="64632"/>
            <a:chExt cx="2500334" cy="1465493"/>
          </a:xfrm>
          <a:effectLst>
            <a:outerShdw blurRad="50800" dist="38100" dir="8100000" algn="tr" rotWithShape="0">
              <a:prstClr val="black">
                <a:alpha val="40000"/>
              </a:prstClr>
            </a:outerShdw>
          </a:effectLst>
        </p:grpSpPr>
        <p:sp>
          <p:nvSpPr>
            <p:cNvPr id="2" name="info">
              <a:extLst>
                <a:ext uri="{FF2B5EF4-FFF2-40B4-BE49-F238E27FC236}">
                  <a16:creationId xmlns:a16="http://schemas.microsoft.com/office/drawing/2014/main" id="{C31C98BC-7627-A8BC-CE8C-3444BA4924A5}"/>
                </a:ext>
              </a:extLst>
            </p:cNvPr>
            <p:cNvSpPr/>
            <p:nvPr/>
          </p:nvSpPr>
          <p:spPr bwMode="gray">
            <a:xfrm flipH="1">
              <a:off x="12327530" y="64632"/>
              <a:ext cx="2500334"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16000" tIns="144000" rIns="144000" bIns="144000" rtlCol="0" anchor="ctr">
              <a:noAutofit/>
            </a:bodyPr>
            <a:lstStyle/>
            <a:p>
              <a:pPr indent="0" algn="l">
                <a:lnSpc>
                  <a:spcPct val="100000"/>
                </a:lnSpc>
                <a:spcBef>
                  <a:spcPts val="400"/>
                </a:spcBef>
                <a:spcAft>
                  <a:spcPts val="400"/>
                </a:spcAft>
              </a:pPr>
              <a:endParaRPr lang="de-DE" sz="1050" b="1">
                <a:solidFill>
                  <a:schemeClr val="tx1"/>
                </a:solidFill>
              </a:endParaRPr>
            </a:p>
          </p:txBody>
        </p:sp>
        <p:sp>
          <p:nvSpPr>
            <p:cNvPr id="58" name="info">
              <a:extLst>
                <a:ext uri="{FF2B5EF4-FFF2-40B4-BE49-F238E27FC236}">
                  <a16:creationId xmlns:a16="http://schemas.microsoft.com/office/drawing/2014/main" id="{B1BDDFB8-A911-8E2B-FD76-C24B53B643B4}"/>
                </a:ext>
              </a:extLst>
            </p:cNvPr>
            <p:cNvSpPr/>
            <p:nvPr userDrawn="1"/>
          </p:nvSpPr>
          <p:spPr bwMode="gray">
            <a:xfrm flipH="1">
              <a:off x="12596337" y="64632"/>
              <a:ext cx="2231527" cy="146549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spAutoFit/>
            </a:bodyPr>
            <a:lstStyle/>
            <a:p>
              <a:pPr indent="0" algn="l">
                <a:lnSpc>
                  <a:spcPct val="100000"/>
                </a:lnSpc>
                <a:spcBef>
                  <a:spcPts val="400"/>
                </a:spcBef>
                <a:spcAft>
                  <a:spcPts val="400"/>
                </a:spcAft>
              </a:pPr>
              <a:r>
                <a:rPr lang="en-US" sz="1050" b="1" kern="1200" cap="all">
                  <a:solidFill>
                    <a:schemeClr val="tx1"/>
                  </a:solidFill>
                  <a:latin typeface="+mn-lt"/>
                  <a:ea typeface="+mn-ea"/>
                  <a:cs typeface="+mn-cs"/>
                </a:rPr>
                <a:t>themes image or Key Visual</a:t>
              </a:r>
            </a:p>
            <a:p>
              <a:pPr indent="0" algn="l">
                <a:lnSpc>
                  <a:spcPct val="100000"/>
                </a:lnSpc>
                <a:spcBef>
                  <a:spcPts val="400"/>
                </a:spcBef>
                <a:spcAft>
                  <a:spcPts val="400"/>
                </a:spcAft>
              </a:pPr>
              <a:r>
                <a:rPr lang="en-US" sz="1050" b="0" kern="1200">
                  <a:solidFill>
                    <a:schemeClr val="tx1"/>
                  </a:solidFill>
                  <a:latin typeface="+mn-lt"/>
                  <a:ea typeface="+mn-ea"/>
                  <a:cs typeface="+mn-cs"/>
                </a:rPr>
                <a:t>Select an image that fits your theme or the appropriate key visual for your overall service, market, </a:t>
              </a:r>
              <a:br>
                <a:rPr lang="en-US" sz="1050" b="0" kern="1200">
                  <a:solidFill>
                    <a:schemeClr val="tx1"/>
                  </a:solidFill>
                  <a:latin typeface="+mn-lt"/>
                  <a:ea typeface="+mn-ea"/>
                  <a:cs typeface="+mn-cs"/>
                </a:rPr>
              </a:br>
              <a:r>
                <a:rPr lang="en-US" sz="1050" b="0" kern="1200">
                  <a:solidFill>
                    <a:schemeClr val="tx1"/>
                  </a:solidFill>
                  <a:latin typeface="+mn-lt"/>
                  <a:ea typeface="+mn-ea"/>
                  <a:cs typeface="+mn-cs"/>
                </a:rPr>
                <a:t>or sector.</a:t>
              </a:r>
            </a:p>
            <a:p>
              <a:pPr indent="0" algn="l">
                <a:lnSpc>
                  <a:spcPct val="100000"/>
                </a:lnSpc>
                <a:spcBef>
                  <a:spcPts val="400"/>
                </a:spcBef>
                <a:spcAft>
                  <a:spcPts val="400"/>
                </a:spcAft>
              </a:pPr>
              <a:r>
                <a:rPr lang="en-US" sz="1050" b="1">
                  <a:solidFill>
                    <a:schemeClr val="tx1"/>
                  </a:solidFill>
                </a:rPr>
                <a:t>Place image to the background</a:t>
              </a:r>
              <a:endParaRPr lang="de-DE" sz="1050" b="1">
                <a:solidFill>
                  <a:schemeClr val="tx1"/>
                </a:solidFill>
              </a:endParaRPr>
            </a:p>
          </p:txBody>
        </p:sp>
      </p:grpSp>
      <p:grpSp>
        <p:nvGrpSpPr>
          <p:cNvPr id="40" name="info">
            <a:extLst>
              <a:ext uri="{FF2B5EF4-FFF2-40B4-BE49-F238E27FC236}">
                <a16:creationId xmlns:a16="http://schemas.microsoft.com/office/drawing/2014/main" id="{33D62BEF-9078-CF14-0C53-EB14D3A0A59F}"/>
              </a:ext>
            </a:extLst>
          </p:cNvPr>
          <p:cNvGrpSpPr/>
          <p:nvPr userDrawn="1"/>
        </p:nvGrpSpPr>
        <p:grpSpPr>
          <a:xfrm>
            <a:off x="12327529" y="2995784"/>
            <a:ext cx="2500337" cy="3640432"/>
            <a:chOff x="12327529" y="2995784"/>
            <a:chExt cx="2500337" cy="3640432"/>
          </a:xfrm>
          <a:effectLst>
            <a:outerShdw blurRad="50800" dist="38100" dir="8100000" algn="tr" rotWithShape="0">
              <a:prstClr val="black">
                <a:alpha val="40000"/>
              </a:prstClr>
            </a:outerShdw>
          </a:effectLst>
        </p:grpSpPr>
        <p:grpSp>
          <p:nvGrpSpPr>
            <p:cNvPr id="8" name="info">
              <a:extLst>
                <a:ext uri="{FF2B5EF4-FFF2-40B4-BE49-F238E27FC236}">
                  <a16:creationId xmlns:a16="http://schemas.microsoft.com/office/drawing/2014/main" id="{668574A2-49BD-144C-BB1E-BAED4203E910}"/>
                </a:ext>
              </a:extLst>
            </p:cNvPr>
            <p:cNvGrpSpPr/>
            <p:nvPr userDrawn="1"/>
          </p:nvGrpSpPr>
          <p:grpSpPr>
            <a:xfrm>
              <a:off x="12596337" y="2995784"/>
              <a:ext cx="2231529" cy="1408806"/>
              <a:chOff x="12565380" y="2356671"/>
              <a:chExt cx="2231529" cy="1408806"/>
            </a:xfrm>
          </p:grpSpPr>
          <p:sp>
            <p:nvSpPr>
              <p:cNvPr id="38" name="info">
                <a:extLst>
                  <a:ext uri="{FF2B5EF4-FFF2-40B4-BE49-F238E27FC236}">
                    <a16:creationId xmlns:a16="http://schemas.microsoft.com/office/drawing/2014/main" id="{82A123A9-BF29-F652-5B2B-2ED7F2FBD7B8}"/>
                  </a:ext>
                </a:extLst>
              </p:cNvPr>
              <p:cNvSpPr/>
              <p:nvPr userDrawn="1"/>
            </p:nvSpPr>
            <p:spPr bwMode="gray">
              <a:xfrm rot="16200000" flipH="1">
                <a:off x="12153929" y="2814026"/>
                <a:ext cx="1362902"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tx1"/>
                  </a:solidFill>
                </a:endParaRPr>
              </a:p>
              <a:p>
                <a:pPr indent="0" algn="l">
                  <a:lnSpc>
                    <a:spcPct val="100000"/>
                  </a:lnSpc>
                  <a:spcBef>
                    <a:spcPts val="400"/>
                  </a:spcBef>
                  <a:spcAft>
                    <a:spcPts val="400"/>
                  </a:spcAft>
                </a:pPr>
                <a:endParaRPr lang="en-US" sz="1050">
                  <a:solidFill>
                    <a:schemeClr val="tx1"/>
                  </a:solidFill>
                </a:endParaRPr>
              </a:p>
            </p:txBody>
          </p:sp>
          <p:sp>
            <p:nvSpPr>
              <p:cNvPr id="39" name="info">
                <a:extLst>
                  <a:ext uri="{FF2B5EF4-FFF2-40B4-BE49-F238E27FC236}">
                    <a16:creationId xmlns:a16="http://schemas.microsoft.com/office/drawing/2014/main" id="{BDA59D2E-6724-5661-02E2-257E75795C1F}"/>
                  </a:ext>
                </a:extLst>
              </p:cNvPr>
              <p:cNvSpPr/>
              <p:nvPr userDrawn="1"/>
            </p:nvSpPr>
            <p:spPr bwMode="gray">
              <a:xfrm flipH="1">
                <a:off x="12565380" y="2356671"/>
                <a:ext cx="2231529" cy="114232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kern="1200" cap="all">
                    <a:solidFill>
                      <a:schemeClr val="tx1"/>
                    </a:solidFill>
                    <a:latin typeface="+mn-lt"/>
                    <a:ea typeface="+mn-ea"/>
                    <a:cs typeface="+mn-cs"/>
                  </a:rPr>
                  <a:t>IMAGE Credit Formatting</a:t>
                </a:r>
              </a:p>
              <a:p>
                <a:pPr indent="0" algn="l">
                  <a:lnSpc>
                    <a:spcPct val="100000"/>
                  </a:lnSpc>
                  <a:spcBef>
                    <a:spcPts val="400"/>
                  </a:spcBef>
                  <a:spcAft>
                    <a:spcPts val="400"/>
                  </a:spcAft>
                </a:pPr>
                <a:r>
                  <a:rPr lang="en-US" sz="1050" b="0" kern="1200" cap="none">
                    <a:solidFill>
                      <a:schemeClr val="tx1"/>
                    </a:solidFill>
                    <a:latin typeface="+mn-lt"/>
                    <a:ea typeface="+mn-ea"/>
                    <a:cs typeface="+mn-cs"/>
                  </a:rPr>
                  <a:t>Examples!</a:t>
                </a:r>
              </a:p>
              <a:p>
                <a:pPr indent="0" algn="l">
                  <a:lnSpc>
                    <a:spcPct val="100000"/>
                  </a:lnSpc>
                  <a:spcBef>
                    <a:spcPts val="400"/>
                  </a:spcBef>
                  <a:spcAft>
                    <a:spcPts val="400"/>
                  </a:spcAft>
                </a:pPr>
                <a:r>
                  <a:rPr lang="en-US" sz="1050" b="0" kern="1200" cap="none">
                    <a:solidFill>
                      <a:schemeClr val="tx1"/>
                    </a:solidFill>
                    <a:latin typeface="+mn-lt"/>
                    <a:ea typeface="+mn-ea"/>
                    <a:cs typeface="+mn-cs"/>
                  </a:rPr>
                  <a:t>© Westend66 – gettyimages.com</a:t>
                </a:r>
                <a:br>
                  <a:rPr lang="en-US" sz="1050" b="0" kern="1200" cap="none">
                    <a:solidFill>
                      <a:schemeClr val="tx1"/>
                    </a:solidFill>
                    <a:latin typeface="+mn-lt"/>
                    <a:ea typeface="+mn-ea"/>
                    <a:cs typeface="+mn-cs"/>
                  </a:rPr>
                </a:br>
                <a:r>
                  <a:rPr lang="en-US" sz="1050" b="0" kern="1200" cap="none">
                    <a:solidFill>
                      <a:schemeClr val="tx1"/>
                    </a:solidFill>
                    <a:latin typeface="+mn-lt"/>
                    <a:ea typeface="+mn-ea"/>
                    <a:cs typeface="+mn-cs"/>
                  </a:rPr>
                  <a:t>© AI generated – Drees &amp; Sommer</a:t>
                </a:r>
              </a:p>
            </p:txBody>
          </p:sp>
        </p:grpSp>
        <p:grpSp>
          <p:nvGrpSpPr>
            <p:cNvPr id="10" name="info">
              <a:extLst>
                <a:ext uri="{FF2B5EF4-FFF2-40B4-BE49-F238E27FC236}">
                  <a16:creationId xmlns:a16="http://schemas.microsoft.com/office/drawing/2014/main" id="{9DC6FD92-2E99-9F41-53B8-491728B2B9FC}"/>
                </a:ext>
              </a:extLst>
            </p:cNvPr>
            <p:cNvGrpSpPr>
              <a:grpSpLocks/>
            </p:cNvGrpSpPr>
            <p:nvPr userDrawn="1"/>
          </p:nvGrpSpPr>
          <p:grpSpPr>
            <a:xfrm>
              <a:off x="12327529" y="4480790"/>
              <a:ext cx="2500335" cy="2155426"/>
              <a:chOff x="12327530" y="4187428"/>
              <a:chExt cx="2500335" cy="2155426"/>
            </a:xfrm>
          </p:grpSpPr>
          <p:sp>
            <p:nvSpPr>
              <p:cNvPr id="14" name="info">
                <a:extLst>
                  <a:ext uri="{FF2B5EF4-FFF2-40B4-BE49-F238E27FC236}">
                    <a16:creationId xmlns:a16="http://schemas.microsoft.com/office/drawing/2014/main" id="{5293231B-1D69-5D0D-A36D-DF5CB82B3074}"/>
                  </a:ext>
                </a:extLst>
              </p:cNvPr>
              <p:cNvSpPr/>
              <p:nvPr userDrawn="1"/>
            </p:nvSpPr>
            <p:spPr bwMode="gray">
              <a:xfrm flipH="1">
                <a:off x="12327530" y="5802854"/>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indent="0" algn="l">
                  <a:lnSpc>
                    <a:spcPct val="100000"/>
                  </a:lnSpc>
                  <a:spcBef>
                    <a:spcPts val="400"/>
                  </a:spcBef>
                  <a:spcAft>
                    <a:spcPts val="400"/>
                  </a:spcAft>
                </a:pPr>
                <a:endParaRPr lang="en-US" sz="1050">
                  <a:solidFill>
                    <a:schemeClr val="tx2"/>
                  </a:solidFill>
                </a:endParaRPr>
              </a:p>
              <a:p>
                <a:pPr indent="0" algn="l">
                  <a:lnSpc>
                    <a:spcPct val="100000"/>
                  </a:lnSpc>
                  <a:spcBef>
                    <a:spcPts val="400"/>
                  </a:spcBef>
                  <a:spcAft>
                    <a:spcPts val="400"/>
                  </a:spcAft>
                </a:pPr>
                <a:endParaRPr lang="en-US" sz="1050">
                  <a:solidFill>
                    <a:schemeClr val="tx2"/>
                  </a:solidFill>
                </a:endParaRPr>
              </a:p>
            </p:txBody>
          </p:sp>
          <p:sp>
            <p:nvSpPr>
              <p:cNvPr id="22" name="info">
                <a:extLst>
                  <a:ext uri="{FF2B5EF4-FFF2-40B4-BE49-F238E27FC236}">
                    <a16:creationId xmlns:a16="http://schemas.microsoft.com/office/drawing/2014/main" id="{63162E94-3934-C7E2-1E63-373967596C11}"/>
                  </a:ext>
                </a:extLst>
              </p:cNvPr>
              <p:cNvSpPr/>
              <p:nvPr userDrawn="1"/>
            </p:nvSpPr>
            <p:spPr bwMode="gray">
              <a:xfrm flipH="1">
                <a:off x="12596336" y="4187428"/>
                <a:ext cx="2231529" cy="215542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cap="all">
                    <a:solidFill>
                      <a:schemeClr val="tx1"/>
                    </a:solidFill>
                  </a:rPr>
                  <a:t>image credit</a:t>
                </a:r>
              </a:p>
              <a:p>
                <a:pPr indent="0" algn="l">
                  <a:lnSpc>
                    <a:spcPct val="100000"/>
                  </a:lnSpc>
                  <a:spcBef>
                    <a:spcPts val="400"/>
                  </a:spcBef>
                  <a:spcAft>
                    <a:spcPts val="400"/>
                  </a:spcAft>
                </a:pPr>
                <a:r>
                  <a:rPr lang="en-US" sz="1050" b="1">
                    <a:solidFill>
                      <a:schemeClr val="tx1"/>
                    </a:solidFill>
                  </a:rPr>
                  <a:t>Always include </a:t>
                </a:r>
                <a:r>
                  <a:rPr lang="en-US" sz="1050">
                    <a:solidFill>
                      <a:schemeClr val="tx1"/>
                    </a:solidFill>
                  </a:rPr>
                  <a:t>the image credit!</a:t>
                </a:r>
              </a:p>
              <a:p>
                <a:pPr indent="0" algn="l">
                  <a:lnSpc>
                    <a:spcPct val="100000"/>
                  </a:lnSpc>
                  <a:spcBef>
                    <a:spcPts val="400"/>
                  </a:spcBef>
                  <a:spcAft>
                    <a:spcPts val="400"/>
                  </a:spcAft>
                </a:pPr>
                <a:r>
                  <a:rPr lang="en-US" sz="1050">
                    <a:solidFill>
                      <a:schemeClr val="tx1"/>
                    </a:solidFill>
                  </a:rPr>
                  <a:t>How to get the image credit </a:t>
                </a:r>
                <a:r>
                  <a:rPr lang="en-US" sz="1050" b="1">
                    <a:solidFill>
                      <a:schemeClr val="tx1"/>
                    </a:solidFill>
                  </a:rPr>
                  <a:t>placeholder</a:t>
                </a:r>
                <a:r>
                  <a:rPr lang="en-US" sz="1050">
                    <a:solidFill>
                      <a:schemeClr val="tx1"/>
                    </a:solidFill>
                  </a:rPr>
                  <a:t> if it is no longer available on your slide by default: </a:t>
                </a:r>
              </a:p>
              <a:p>
                <a:pPr indent="0" algn="l">
                  <a:lnSpc>
                    <a:spcPct val="100000"/>
                  </a:lnSpc>
                  <a:spcBef>
                    <a:spcPts val="400"/>
                  </a:spcBef>
                  <a:spcAft>
                    <a:spcPts val="400"/>
                  </a:spcAft>
                </a:pPr>
                <a:r>
                  <a:rPr lang="en-US" sz="1050">
                    <a:solidFill>
                      <a:schemeClr val="tx1"/>
                    </a:solidFill>
                  </a:rPr>
                  <a:t>&gt; </a:t>
                </a:r>
                <a:r>
                  <a:rPr lang="en-US" sz="1050" b="0">
                    <a:solidFill>
                      <a:schemeClr val="tx1"/>
                    </a:solidFill>
                  </a:rPr>
                  <a:t>right-click on a free area</a:t>
                </a:r>
                <a:br>
                  <a:rPr lang="en-US" sz="1050" b="0">
                    <a:solidFill>
                      <a:schemeClr val="tx1"/>
                    </a:solidFill>
                  </a:rPr>
                </a:br>
                <a:r>
                  <a:rPr lang="en-US" sz="1050" b="0">
                    <a:solidFill>
                      <a:schemeClr val="tx1"/>
                    </a:solidFill>
                  </a:rPr>
                  <a:t>   on the slide</a:t>
                </a:r>
                <a:br>
                  <a:rPr lang="en-US" sz="1050" b="0">
                    <a:solidFill>
                      <a:schemeClr val="tx1"/>
                    </a:solidFill>
                  </a:rPr>
                </a:br>
                <a:r>
                  <a:rPr lang="en-US" sz="1050" b="0">
                    <a:solidFill>
                      <a:schemeClr val="tx1"/>
                    </a:solidFill>
                  </a:rPr>
                  <a:t>&gt; insert text element</a:t>
                </a:r>
                <a:endParaRPr lang="en-US" sz="1050">
                  <a:solidFill>
                    <a:schemeClr val="tx1"/>
                  </a:solidFill>
                </a:endParaRPr>
              </a:p>
              <a:p>
                <a:pPr indent="0" algn="l">
                  <a:lnSpc>
                    <a:spcPct val="100000"/>
                  </a:lnSpc>
                  <a:spcBef>
                    <a:spcPts val="400"/>
                  </a:spcBef>
                  <a:spcAft>
                    <a:spcPts val="400"/>
                  </a:spcAft>
                </a:pPr>
                <a:r>
                  <a:rPr lang="en-US" sz="1050">
                    <a:solidFill>
                      <a:schemeClr val="tx1"/>
                    </a:solidFill>
                  </a:rPr>
                  <a:t>“</a:t>
                </a:r>
                <a:r>
                  <a:rPr lang="en-US" sz="1050" b="1">
                    <a:solidFill>
                      <a:schemeClr val="tx1"/>
                    </a:solidFill>
                  </a:rPr>
                  <a:t>Copyright Title Slide</a:t>
                </a:r>
                <a:r>
                  <a:rPr lang="en-US" sz="1050">
                    <a:solidFill>
                      <a:schemeClr val="tx1"/>
                    </a:solidFill>
                  </a:rPr>
                  <a:t>”</a:t>
                </a:r>
              </a:p>
            </p:txBody>
          </p:sp>
        </p:grpSp>
      </p:grpSp>
      <p:sp>
        <p:nvSpPr>
          <p:cNvPr id="4" name="MIO_Placeholder_Mapping" hidden="1">
            <a:extLst>
              <a:ext uri="{FF2B5EF4-FFF2-40B4-BE49-F238E27FC236}">
                <a16:creationId xmlns:a16="http://schemas.microsoft.com/office/drawing/2014/main" id="{D6AE0E5B-C2F3-B6A8-7279-BE1438347ADB}"/>
              </a:ext>
            </a:extLst>
          </p:cNvPr>
          <p:cNvSpPr/>
          <p:nvPr userDrawn="1">
            <p:custDataLst>
              <p:tags r:id="rId1"/>
            </p:custDataLst>
          </p:nvPr>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8949824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hapter Slide">
    <p:bg>
      <p:bgRef idx="1001">
        <a:schemeClr val="bg1"/>
      </p:bgRef>
    </p:bg>
    <p:spTree>
      <p:nvGrpSpPr>
        <p:cNvPr id="1" name=""/>
        <p:cNvGrpSpPr/>
        <p:nvPr/>
      </p:nvGrpSpPr>
      <p:grpSpPr>
        <a:xfrm>
          <a:off x="0" y="0"/>
          <a:ext cx="0" cy="0"/>
          <a:chOff x="0" y="0"/>
          <a:chExt cx="0" cy="0"/>
        </a:xfrm>
      </p:grpSpPr>
      <p:grpSp>
        <p:nvGrpSpPr>
          <p:cNvPr id="3" name="design element">
            <a:extLst>
              <a:ext uri="{FF2B5EF4-FFF2-40B4-BE49-F238E27FC236}">
                <a16:creationId xmlns:a16="http://schemas.microsoft.com/office/drawing/2014/main" id="{9F397CC2-2911-098F-25E4-16395B971D1E}"/>
              </a:ext>
              <a:ext uri="{C183D7F6-B498-43B3-948B-1728B52AA6E4}">
                <adec:decorative xmlns:adec="http://schemas.microsoft.com/office/drawing/2017/decorative" val="1"/>
              </a:ext>
            </a:extLst>
          </p:cNvPr>
          <p:cNvGrpSpPr>
            <a:grpSpLocks noChangeAspect="1"/>
          </p:cNvGrpSpPr>
          <p:nvPr/>
        </p:nvGrpSpPr>
        <p:grpSpPr bwMode="auto">
          <a:xfrm>
            <a:off x="1344858" y="2"/>
            <a:ext cx="5173652" cy="6857999"/>
            <a:chOff x="4394175" y="1"/>
            <a:chExt cx="5173652" cy="6857999"/>
          </a:xfrm>
          <a:solidFill>
            <a:srgbClr val="F2F2F2"/>
          </a:solidFill>
        </p:grpSpPr>
        <p:sp>
          <p:nvSpPr>
            <p:cNvPr id="4" name="grey">
              <a:extLst>
                <a:ext uri="{FF2B5EF4-FFF2-40B4-BE49-F238E27FC236}">
                  <a16:creationId xmlns:a16="http://schemas.microsoft.com/office/drawing/2014/main" id="{6BDB832C-70AF-4D57-406C-73BC19F721C9}"/>
                </a:ext>
              </a:extLst>
            </p:cNvPr>
            <p:cNvSpPr/>
            <p:nvPr userDrawn="1"/>
          </p:nvSpPr>
          <p:spPr bwMode="auto">
            <a:xfrm>
              <a:off x="4543151" y="2554642"/>
              <a:ext cx="3717028" cy="4303358"/>
            </a:xfrm>
            <a:custGeom>
              <a:avLst/>
              <a:gdLst>
                <a:gd name="connsiteX0" fmla="*/ 1247279 w 3717028"/>
                <a:gd name="connsiteY0" fmla="*/ 0 h 4303358"/>
                <a:gd name="connsiteX1" fmla="*/ 1261138 w 3717028"/>
                <a:gd name="connsiteY1" fmla="*/ 21081 h 4303358"/>
                <a:gd name="connsiteX2" fmla="*/ 166230 w 3717028"/>
                <a:gd name="connsiteY2" fmla="*/ 815844 h 4303358"/>
                <a:gd name="connsiteX3" fmla="*/ 81235 w 3717028"/>
                <a:gd name="connsiteY3" fmla="*/ 1284768 h 4303358"/>
                <a:gd name="connsiteX4" fmla="*/ 1662360 w 3717028"/>
                <a:gd name="connsiteY4" fmla="*/ 3675925 h 4303358"/>
                <a:gd name="connsiteX5" fmla="*/ 2759783 w 3717028"/>
                <a:gd name="connsiteY5" fmla="*/ 2893621 h 4303358"/>
                <a:gd name="connsiteX6" fmla="*/ 1684016 w 3717028"/>
                <a:gd name="connsiteY6" fmla="*/ 1257868 h 4303358"/>
                <a:gd name="connsiteX7" fmla="*/ 1723729 w 3717028"/>
                <a:gd name="connsiteY7" fmla="*/ 803778 h 4303358"/>
                <a:gd name="connsiteX8" fmla="*/ 1756699 w 3717028"/>
                <a:gd name="connsiteY8" fmla="*/ 774892 h 4303358"/>
                <a:gd name="connsiteX9" fmla="*/ 1770648 w 3717028"/>
                <a:gd name="connsiteY9" fmla="*/ 796110 h 4303358"/>
                <a:gd name="connsiteX10" fmla="*/ 1741989 w 3717028"/>
                <a:gd name="connsiteY10" fmla="*/ 821222 h 4303358"/>
                <a:gd name="connsiteX11" fmla="*/ 1704980 w 3717028"/>
                <a:gd name="connsiteY11" fmla="*/ 1244102 h 4303358"/>
                <a:gd name="connsiteX12" fmla="*/ 2780257 w 3717028"/>
                <a:gd name="connsiteY12" fmla="*/ 2879026 h 4303358"/>
                <a:gd name="connsiteX13" fmla="*/ 2950604 w 3717028"/>
                <a:gd name="connsiteY13" fmla="*/ 2757593 h 4303358"/>
                <a:gd name="connsiteX14" fmla="*/ 3000990 w 3717028"/>
                <a:gd name="connsiteY14" fmla="*/ 2713444 h 4303358"/>
                <a:gd name="connsiteX15" fmla="*/ 3017199 w 3717028"/>
                <a:gd name="connsiteY15" fmla="*/ 2692273 h 4303358"/>
                <a:gd name="connsiteX16" fmla="*/ 3031748 w 3717028"/>
                <a:gd name="connsiteY16" fmla="*/ 2714403 h 4303358"/>
                <a:gd name="connsiteX17" fmla="*/ 3019124 w 3717028"/>
                <a:gd name="connsiteY17" fmla="*/ 2730887 h 4303358"/>
                <a:gd name="connsiteX18" fmla="*/ 2965001 w 3717028"/>
                <a:gd name="connsiteY18" fmla="*/ 2778305 h 4303358"/>
                <a:gd name="connsiteX19" fmla="*/ 2794127 w 3717028"/>
                <a:gd name="connsiteY19" fmla="*/ 2900116 h 4303358"/>
                <a:gd name="connsiteX20" fmla="*/ 3289385 w 3717028"/>
                <a:gd name="connsiteY20" fmla="*/ 3653140 h 4303358"/>
                <a:gd name="connsiteX21" fmla="*/ 3532753 w 3717028"/>
                <a:gd name="connsiteY21" fmla="*/ 3476495 h 4303358"/>
                <a:gd name="connsiteX22" fmla="*/ 3546632 w 3717028"/>
                <a:gd name="connsiteY22" fmla="*/ 3497606 h 4303358"/>
                <a:gd name="connsiteX23" fmla="*/ 3303268 w 3717028"/>
                <a:gd name="connsiteY23" fmla="*/ 3674248 h 4303358"/>
                <a:gd name="connsiteX24" fmla="*/ 3717028 w 3717028"/>
                <a:gd name="connsiteY24" fmla="*/ 4303358 h 4303358"/>
                <a:gd name="connsiteX25" fmla="*/ 3686908 w 3717028"/>
                <a:gd name="connsiteY25" fmla="*/ 4303358 h 4303358"/>
                <a:gd name="connsiteX26" fmla="*/ 3282894 w 3717028"/>
                <a:gd name="connsiteY26" fmla="*/ 3689036 h 4303358"/>
                <a:gd name="connsiteX27" fmla="*/ 2436523 w 3717028"/>
                <a:gd name="connsiteY27" fmla="*/ 4303358 h 4303358"/>
                <a:gd name="connsiteX28" fmla="*/ 2393559 w 3717028"/>
                <a:gd name="connsiteY28" fmla="*/ 4303358 h 4303358"/>
                <a:gd name="connsiteX29" fmla="*/ 3269012 w 3717028"/>
                <a:gd name="connsiteY29" fmla="*/ 3667927 h 4303358"/>
                <a:gd name="connsiteX30" fmla="*/ 2773653 w 3717028"/>
                <a:gd name="connsiteY30" fmla="*/ 2914712 h 4303358"/>
                <a:gd name="connsiteX31" fmla="*/ 1676291 w 3717028"/>
                <a:gd name="connsiteY31" fmla="*/ 3696992 h 4303358"/>
                <a:gd name="connsiteX32" fmla="*/ 2077243 w 3717028"/>
                <a:gd name="connsiteY32" fmla="*/ 4303358 h 4303358"/>
                <a:gd name="connsiteX33" fmla="*/ 2047092 w 3717028"/>
                <a:gd name="connsiteY33" fmla="*/ 4303358 h 4303358"/>
                <a:gd name="connsiteX34" fmla="*/ 1655782 w 3717028"/>
                <a:gd name="connsiteY34" fmla="*/ 3711612 h 4303358"/>
                <a:gd name="connsiteX35" fmla="*/ 825695 w 3717028"/>
                <a:gd name="connsiteY35" fmla="*/ 4303358 h 4303358"/>
                <a:gd name="connsiteX36" fmla="*/ 782191 w 3717028"/>
                <a:gd name="connsiteY36" fmla="*/ 4303358 h 4303358"/>
                <a:gd name="connsiteX37" fmla="*/ 1641851 w 3717028"/>
                <a:gd name="connsiteY37" fmla="*/ 3690545 h 4303358"/>
                <a:gd name="connsiteX38" fmla="*/ 60145 w 3717028"/>
                <a:gd name="connsiteY38" fmla="*/ 1298661 h 4303358"/>
                <a:gd name="connsiteX39" fmla="*/ 151454 w 3717028"/>
                <a:gd name="connsiteY39" fmla="*/ 795384 h 4303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717028" h="4303358">
                  <a:moveTo>
                    <a:pt x="1247279" y="0"/>
                  </a:moveTo>
                  <a:lnTo>
                    <a:pt x="1261138" y="21081"/>
                  </a:lnTo>
                  <a:lnTo>
                    <a:pt x="166230" y="815844"/>
                  </a:lnTo>
                  <a:cubicBezTo>
                    <a:pt x="18973" y="922688"/>
                    <a:pt x="-19168" y="1133091"/>
                    <a:pt x="81235" y="1284768"/>
                  </a:cubicBezTo>
                  <a:lnTo>
                    <a:pt x="1662360" y="3675925"/>
                  </a:lnTo>
                  <a:lnTo>
                    <a:pt x="2759783" y="2893621"/>
                  </a:lnTo>
                  <a:lnTo>
                    <a:pt x="1684016" y="1257868"/>
                  </a:lnTo>
                  <a:cubicBezTo>
                    <a:pt x="1590086" y="1115094"/>
                    <a:pt x="1610543" y="925038"/>
                    <a:pt x="1723729" y="803778"/>
                  </a:cubicBezTo>
                  <a:lnTo>
                    <a:pt x="1756699" y="774892"/>
                  </a:lnTo>
                  <a:lnTo>
                    <a:pt x="1770648" y="796110"/>
                  </a:lnTo>
                  <a:lnTo>
                    <a:pt x="1741989" y="821222"/>
                  </a:lnTo>
                  <a:cubicBezTo>
                    <a:pt x="1636619" y="934133"/>
                    <a:pt x="1617570" y="1111163"/>
                    <a:pt x="1704980" y="1244102"/>
                  </a:cubicBezTo>
                  <a:lnTo>
                    <a:pt x="2780257" y="2879026"/>
                  </a:lnTo>
                  <a:lnTo>
                    <a:pt x="2950604" y="2757593"/>
                  </a:lnTo>
                  <a:cubicBezTo>
                    <a:pt x="2969122" y="2744396"/>
                    <a:pt x="2985937" y="2729574"/>
                    <a:pt x="3000990" y="2713444"/>
                  </a:cubicBezTo>
                  <a:lnTo>
                    <a:pt x="3017199" y="2692273"/>
                  </a:lnTo>
                  <a:lnTo>
                    <a:pt x="3031748" y="2714403"/>
                  </a:lnTo>
                  <a:lnTo>
                    <a:pt x="3019124" y="2730887"/>
                  </a:lnTo>
                  <a:cubicBezTo>
                    <a:pt x="3002954" y="2748210"/>
                    <a:pt x="2984893" y="2764129"/>
                    <a:pt x="2965001" y="2778305"/>
                  </a:cubicBezTo>
                  <a:lnTo>
                    <a:pt x="2794127" y="2900116"/>
                  </a:lnTo>
                  <a:lnTo>
                    <a:pt x="3289385" y="3653140"/>
                  </a:lnTo>
                  <a:lnTo>
                    <a:pt x="3532753" y="3476495"/>
                  </a:lnTo>
                  <a:lnTo>
                    <a:pt x="3546632" y="3497606"/>
                  </a:lnTo>
                  <a:lnTo>
                    <a:pt x="3303268" y="3674248"/>
                  </a:lnTo>
                  <a:lnTo>
                    <a:pt x="3717028" y="4303358"/>
                  </a:lnTo>
                  <a:lnTo>
                    <a:pt x="3686908" y="4303358"/>
                  </a:lnTo>
                  <a:lnTo>
                    <a:pt x="3282894" y="3689036"/>
                  </a:lnTo>
                  <a:lnTo>
                    <a:pt x="2436523" y="4303358"/>
                  </a:lnTo>
                  <a:lnTo>
                    <a:pt x="2393559" y="4303358"/>
                  </a:lnTo>
                  <a:lnTo>
                    <a:pt x="3269012" y="3667927"/>
                  </a:lnTo>
                  <a:lnTo>
                    <a:pt x="2773653" y="2914712"/>
                  </a:lnTo>
                  <a:lnTo>
                    <a:pt x="1676291" y="3696992"/>
                  </a:lnTo>
                  <a:lnTo>
                    <a:pt x="2077243" y="4303358"/>
                  </a:lnTo>
                  <a:lnTo>
                    <a:pt x="2047092" y="4303358"/>
                  </a:lnTo>
                  <a:lnTo>
                    <a:pt x="1655782" y="3711612"/>
                  </a:lnTo>
                  <a:lnTo>
                    <a:pt x="825695" y="4303358"/>
                  </a:lnTo>
                  <a:lnTo>
                    <a:pt x="782191" y="4303358"/>
                  </a:lnTo>
                  <a:lnTo>
                    <a:pt x="1641851" y="3690545"/>
                  </a:lnTo>
                  <a:lnTo>
                    <a:pt x="60145" y="1298661"/>
                  </a:lnTo>
                  <a:cubicBezTo>
                    <a:pt x="-47584" y="1135869"/>
                    <a:pt x="-6665" y="910184"/>
                    <a:pt x="151454" y="795384"/>
                  </a:cubicBezTo>
                  <a:close/>
                </a:path>
              </a:pathLst>
            </a:custGeom>
            <a:grpFill/>
            <a:ln w="0" cap="flat">
              <a:noFill/>
              <a:prstDash val="solid"/>
              <a:miter/>
            </a:ln>
          </p:spPr>
          <p:txBody>
            <a:bodyPr wrap="square" rtlCol="0" anchor="ctr">
              <a:noAutofit/>
            </a:bodyPr>
            <a:lstStyle/>
            <a:p>
              <a:endParaRPr lang="de-DE"/>
            </a:p>
          </p:txBody>
        </p:sp>
        <p:sp>
          <p:nvSpPr>
            <p:cNvPr id="9" name="white">
              <a:extLst>
                <a:ext uri="{FF2B5EF4-FFF2-40B4-BE49-F238E27FC236}">
                  <a16:creationId xmlns:a16="http://schemas.microsoft.com/office/drawing/2014/main" id="{DFB00CB2-2384-6A20-7FB4-613AF6D82426}"/>
                </a:ext>
              </a:extLst>
            </p:cNvPr>
            <p:cNvSpPr/>
            <p:nvPr userDrawn="1"/>
          </p:nvSpPr>
          <p:spPr bwMode="auto">
            <a:xfrm>
              <a:off x="4394175" y="1"/>
              <a:ext cx="5173652" cy="6052248"/>
            </a:xfrm>
            <a:custGeom>
              <a:avLst/>
              <a:gdLst>
                <a:gd name="connsiteX0" fmla="*/ 2711979 w 5173652"/>
                <a:gd name="connsiteY0" fmla="*/ 1630734 h 6052248"/>
                <a:gd name="connsiteX1" fmla="*/ 1622698 w 5173652"/>
                <a:gd name="connsiteY1" fmla="*/ 2421413 h 6052248"/>
                <a:gd name="connsiteX2" fmla="*/ 2118107 w 5173652"/>
                <a:gd name="connsiteY2" fmla="*/ 3174640 h 6052248"/>
                <a:gd name="connsiteX3" fmla="*/ 3215545 w 5173652"/>
                <a:gd name="connsiteY3" fmla="*/ 2392294 h 6052248"/>
                <a:gd name="connsiteX4" fmla="*/ 4055236 w 5173652"/>
                <a:gd name="connsiteY4" fmla="*/ 900453 h 6052248"/>
                <a:gd name="connsiteX5" fmla="*/ 3446632 w 5173652"/>
                <a:gd name="connsiteY5" fmla="*/ 1097469 h 6052248"/>
                <a:gd name="connsiteX6" fmla="*/ 2732437 w 5173652"/>
                <a:gd name="connsiteY6" fmla="*/ 1615884 h 6052248"/>
                <a:gd name="connsiteX7" fmla="*/ 3236122 w 5173652"/>
                <a:gd name="connsiteY7" fmla="*/ 2377624 h 6052248"/>
                <a:gd name="connsiteX8" fmla="*/ 5054716 w 5173652"/>
                <a:gd name="connsiteY8" fmla="*/ 1081177 h 6052248"/>
                <a:gd name="connsiteX9" fmla="*/ 5146783 w 5173652"/>
                <a:gd name="connsiteY9" fmla="*/ 954506 h 6052248"/>
                <a:gd name="connsiteX10" fmla="*/ 4998516 w 5173652"/>
                <a:gd name="connsiteY10" fmla="*/ 904241 h 6052248"/>
                <a:gd name="connsiteX11" fmla="*/ 4058014 w 5173652"/>
                <a:gd name="connsiteY11" fmla="*/ 900453 h 6052248"/>
                <a:gd name="connsiteX12" fmla="*/ 4055362 w 5173652"/>
                <a:gd name="connsiteY12" fmla="*/ 900453 h 6052248"/>
                <a:gd name="connsiteX13" fmla="*/ 0 w 5173652"/>
                <a:gd name="connsiteY13" fmla="*/ 0 h 6052248"/>
                <a:gd name="connsiteX14" fmla="*/ 30094 w 5173652"/>
                <a:gd name="connsiteY14" fmla="*/ 0 h 6052248"/>
                <a:gd name="connsiteX15" fmla="*/ 1608838 w 5173652"/>
                <a:gd name="connsiteY15" fmla="*/ 2400341 h 6052248"/>
                <a:gd name="connsiteX16" fmla="*/ 2698089 w 5173652"/>
                <a:gd name="connsiteY16" fmla="*/ 1609728 h 6052248"/>
                <a:gd name="connsiteX17" fmla="*/ 1633689 w 5173652"/>
                <a:gd name="connsiteY17" fmla="*/ 0 h 6052248"/>
                <a:gd name="connsiteX18" fmla="*/ 1663966 w 5173652"/>
                <a:gd name="connsiteY18" fmla="*/ 0 h 6052248"/>
                <a:gd name="connsiteX19" fmla="*/ 2718547 w 5173652"/>
                <a:gd name="connsiteY19" fmla="*/ 1594879 h 6052248"/>
                <a:gd name="connsiteX20" fmla="*/ 3431856 w 5173652"/>
                <a:gd name="connsiteY20" fmla="*/ 1077136 h 6052248"/>
                <a:gd name="connsiteX21" fmla="*/ 4055236 w 5173652"/>
                <a:gd name="connsiteY21" fmla="*/ 875194 h 6052248"/>
                <a:gd name="connsiteX22" fmla="*/ 4058014 w 5173652"/>
                <a:gd name="connsiteY22" fmla="*/ 875194 h 6052248"/>
                <a:gd name="connsiteX23" fmla="*/ 4998516 w 5173652"/>
                <a:gd name="connsiteY23" fmla="*/ 878983 h 6052248"/>
                <a:gd name="connsiteX24" fmla="*/ 5170779 w 5173652"/>
                <a:gd name="connsiteY24" fmla="*/ 946928 h 6052248"/>
                <a:gd name="connsiteX25" fmla="*/ 5069240 w 5173652"/>
                <a:gd name="connsiteY25" fmla="*/ 1101889 h 6052248"/>
                <a:gd name="connsiteX26" fmla="*/ 3250083 w 5173652"/>
                <a:gd name="connsiteY26" fmla="*/ 2398738 h 6052248"/>
                <a:gd name="connsiteX27" fmla="*/ 4831683 w 5173652"/>
                <a:gd name="connsiteY27" fmla="*/ 4790645 h 6052248"/>
                <a:gd name="connsiteX28" fmla="*/ 4740373 w 5173652"/>
                <a:gd name="connsiteY28" fmla="*/ 5293922 h 6052248"/>
                <a:gd name="connsiteX29" fmla="*/ 3695606 w 5173652"/>
                <a:gd name="connsiteY29" fmla="*/ 6052248 h 6052248"/>
                <a:gd name="connsiteX30" fmla="*/ 3681727 w 5173652"/>
                <a:gd name="connsiteY30" fmla="*/ 6031137 h 6052248"/>
                <a:gd name="connsiteX31" fmla="*/ 4725597 w 5173652"/>
                <a:gd name="connsiteY31" fmla="*/ 5273462 h 6052248"/>
                <a:gd name="connsiteX32" fmla="*/ 4810592 w 5173652"/>
                <a:gd name="connsiteY32" fmla="*/ 4804538 h 6052248"/>
                <a:gd name="connsiteX33" fmla="*/ 3229505 w 5173652"/>
                <a:gd name="connsiteY33" fmla="*/ 2413407 h 6052248"/>
                <a:gd name="connsiteX34" fmla="*/ 2132018 w 5173652"/>
                <a:gd name="connsiteY34" fmla="*/ 3195789 h 6052248"/>
                <a:gd name="connsiteX35" fmla="*/ 3207811 w 5173652"/>
                <a:gd name="connsiteY35" fmla="*/ 4831438 h 6052248"/>
                <a:gd name="connsiteX36" fmla="*/ 3210866 w 5173652"/>
                <a:gd name="connsiteY36" fmla="*/ 5229686 h 6052248"/>
                <a:gd name="connsiteX37" fmla="*/ 3180722 w 5173652"/>
                <a:gd name="connsiteY37" fmla="*/ 5269045 h 6052248"/>
                <a:gd name="connsiteX38" fmla="*/ 3166174 w 5173652"/>
                <a:gd name="connsiteY38" fmla="*/ 5246915 h 6052248"/>
                <a:gd name="connsiteX39" fmla="*/ 3189780 w 5173652"/>
                <a:gd name="connsiteY39" fmla="*/ 5216084 h 6052248"/>
                <a:gd name="connsiteX40" fmla="*/ 3186973 w 5173652"/>
                <a:gd name="connsiteY40" fmla="*/ 4845204 h 6052248"/>
                <a:gd name="connsiteX41" fmla="*/ 2111621 w 5173652"/>
                <a:gd name="connsiteY41" fmla="*/ 3210329 h 6052248"/>
                <a:gd name="connsiteX42" fmla="*/ 1941349 w 5173652"/>
                <a:gd name="connsiteY42" fmla="*/ 3331713 h 6052248"/>
                <a:gd name="connsiteX43" fmla="*/ 1919622 w 5173652"/>
                <a:gd name="connsiteY43" fmla="*/ 3350752 h 6052248"/>
                <a:gd name="connsiteX44" fmla="*/ 1905673 w 5173652"/>
                <a:gd name="connsiteY44" fmla="*/ 3329534 h 6052248"/>
                <a:gd name="connsiteX45" fmla="*/ 1926826 w 5173652"/>
                <a:gd name="connsiteY45" fmla="*/ 3311001 h 6052248"/>
                <a:gd name="connsiteX46" fmla="*/ 2097710 w 5173652"/>
                <a:gd name="connsiteY46" fmla="*/ 3189181 h 6052248"/>
                <a:gd name="connsiteX47" fmla="*/ 1602397 w 5173652"/>
                <a:gd name="connsiteY47" fmla="*/ 2436149 h 6052248"/>
                <a:gd name="connsiteX48" fmla="*/ 1410112 w 5173652"/>
                <a:gd name="connsiteY48" fmla="*/ 2575723 h 6052248"/>
                <a:gd name="connsiteX49" fmla="*/ 1396253 w 5173652"/>
                <a:gd name="connsiteY49" fmla="*/ 2554642 h 6052248"/>
                <a:gd name="connsiteX50" fmla="*/ 1588537 w 5173652"/>
                <a:gd name="connsiteY50" fmla="*/ 2415077 h 6052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173652" h="6052248">
                  <a:moveTo>
                    <a:pt x="2711979" y="1630734"/>
                  </a:moveTo>
                  <a:lnTo>
                    <a:pt x="1622698" y="2421413"/>
                  </a:lnTo>
                  <a:lnTo>
                    <a:pt x="2118107" y="3174640"/>
                  </a:lnTo>
                  <a:lnTo>
                    <a:pt x="3215545" y="2392294"/>
                  </a:lnTo>
                  <a:close/>
                  <a:moveTo>
                    <a:pt x="4055236" y="900453"/>
                  </a:moveTo>
                  <a:cubicBezTo>
                    <a:pt x="3869081" y="900453"/>
                    <a:pt x="3596794" y="988479"/>
                    <a:pt x="3446632" y="1097469"/>
                  </a:cubicBezTo>
                  <a:lnTo>
                    <a:pt x="2732437" y="1615884"/>
                  </a:lnTo>
                  <a:lnTo>
                    <a:pt x="3236122" y="2377624"/>
                  </a:lnTo>
                  <a:lnTo>
                    <a:pt x="5054716" y="1081177"/>
                  </a:lnTo>
                  <a:cubicBezTo>
                    <a:pt x="5123293" y="1032302"/>
                    <a:pt x="5156887" y="986079"/>
                    <a:pt x="5146783" y="954506"/>
                  </a:cubicBezTo>
                  <a:cubicBezTo>
                    <a:pt x="5136680" y="922933"/>
                    <a:pt x="5082627" y="904494"/>
                    <a:pt x="4998516" y="904241"/>
                  </a:cubicBezTo>
                  <a:lnTo>
                    <a:pt x="4058014" y="900453"/>
                  </a:lnTo>
                  <a:cubicBezTo>
                    <a:pt x="4057130" y="900453"/>
                    <a:pt x="4056247" y="900453"/>
                    <a:pt x="4055362" y="900453"/>
                  </a:cubicBezTo>
                  <a:close/>
                  <a:moveTo>
                    <a:pt x="0" y="0"/>
                  </a:moveTo>
                  <a:lnTo>
                    <a:pt x="30094" y="0"/>
                  </a:lnTo>
                  <a:lnTo>
                    <a:pt x="1608838" y="2400341"/>
                  </a:lnTo>
                  <a:lnTo>
                    <a:pt x="2698089" y="1609728"/>
                  </a:lnTo>
                  <a:lnTo>
                    <a:pt x="1633689" y="0"/>
                  </a:lnTo>
                  <a:lnTo>
                    <a:pt x="1663966" y="0"/>
                  </a:lnTo>
                  <a:lnTo>
                    <a:pt x="2718547" y="1594879"/>
                  </a:lnTo>
                  <a:lnTo>
                    <a:pt x="3431856" y="1077136"/>
                  </a:lnTo>
                  <a:cubicBezTo>
                    <a:pt x="3585680" y="965493"/>
                    <a:pt x="3864660" y="875194"/>
                    <a:pt x="4055236" y="875194"/>
                  </a:cubicBezTo>
                  <a:cubicBezTo>
                    <a:pt x="4056120" y="875194"/>
                    <a:pt x="4057004" y="875194"/>
                    <a:pt x="4058014" y="875194"/>
                  </a:cubicBezTo>
                  <a:lnTo>
                    <a:pt x="4998516" y="878983"/>
                  </a:lnTo>
                  <a:cubicBezTo>
                    <a:pt x="5095762" y="879362"/>
                    <a:pt x="5157013" y="903484"/>
                    <a:pt x="5170779" y="946928"/>
                  </a:cubicBezTo>
                  <a:cubicBezTo>
                    <a:pt x="5184545" y="990373"/>
                    <a:pt x="5148552" y="1045310"/>
                    <a:pt x="5069240" y="1101889"/>
                  </a:cubicBezTo>
                  <a:lnTo>
                    <a:pt x="3250083" y="2398738"/>
                  </a:lnTo>
                  <a:lnTo>
                    <a:pt x="4831683" y="4790645"/>
                  </a:lnTo>
                  <a:cubicBezTo>
                    <a:pt x="4939284" y="4953436"/>
                    <a:pt x="4898365" y="5179248"/>
                    <a:pt x="4740373" y="5293922"/>
                  </a:cubicBezTo>
                  <a:lnTo>
                    <a:pt x="3695606" y="6052248"/>
                  </a:lnTo>
                  <a:lnTo>
                    <a:pt x="3681727" y="6031137"/>
                  </a:lnTo>
                  <a:lnTo>
                    <a:pt x="4725597" y="5273462"/>
                  </a:lnTo>
                  <a:cubicBezTo>
                    <a:pt x="4872728" y="5166619"/>
                    <a:pt x="4910868" y="4956215"/>
                    <a:pt x="4810592" y="4804538"/>
                  </a:cubicBezTo>
                  <a:lnTo>
                    <a:pt x="3229505" y="2413407"/>
                  </a:lnTo>
                  <a:lnTo>
                    <a:pt x="2132018" y="3195789"/>
                  </a:lnTo>
                  <a:lnTo>
                    <a:pt x="3207811" y="4831438"/>
                  </a:lnTo>
                  <a:cubicBezTo>
                    <a:pt x="3288323" y="4953816"/>
                    <a:pt x="3284795" y="5110932"/>
                    <a:pt x="3210866" y="5229686"/>
                  </a:cubicBezTo>
                  <a:lnTo>
                    <a:pt x="3180722" y="5269045"/>
                  </a:lnTo>
                  <a:lnTo>
                    <a:pt x="3166174" y="5246915"/>
                  </a:lnTo>
                  <a:lnTo>
                    <a:pt x="3189780" y="5216084"/>
                  </a:lnTo>
                  <a:cubicBezTo>
                    <a:pt x="3258605" y="5105493"/>
                    <a:pt x="3261897" y="4959152"/>
                    <a:pt x="3186973" y="4845204"/>
                  </a:cubicBezTo>
                  <a:lnTo>
                    <a:pt x="2111621" y="3210329"/>
                  </a:lnTo>
                  <a:lnTo>
                    <a:pt x="1941349" y="3331713"/>
                  </a:lnTo>
                  <a:lnTo>
                    <a:pt x="1919622" y="3350752"/>
                  </a:lnTo>
                  <a:lnTo>
                    <a:pt x="1905673" y="3329534"/>
                  </a:lnTo>
                  <a:lnTo>
                    <a:pt x="1926826" y="3311001"/>
                  </a:lnTo>
                  <a:lnTo>
                    <a:pt x="2097710" y="3189181"/>
                  </a:lnTo>
                  <a:lnTo>
                    <a:pt x="1602397" y="2436149"/>
                  </a:lnTo>
                  <a:lnTo>
                    <a:pt x="1410112" y="2575723"/>
                  </a:lnTo>
                  <a:lnTo>
                    <a:pt x="1396253" y="2554642"/>
                  </a:lnTo>
                  <a:lnTo>
                    <a:pt x="1588537" y="2415077"/>
                  </a:lnTo>
                  <a:close/>
                </a:path>
              </a:pathLst>
            </a:custGeom>
            <a:grpFill/>
            <a:ln w="0" cap="flat">
              <a:noFill/>
              <a:prstDash val="solid"/>
              <a:miter/>
            </a:ln>
          </p:spPr>
          <p:txBody>
            <a:bodyPr wrap="square" rtlCol="0" anchor="ctr">
              <a:noAutofit/>
            </a:bodyPr>
            <a:lstStyle/>
            <a:p>
              <a:endParaRPr lang="de-DE"/>
            </a:p>
          </p:txBody>
        </p:sp>
      </p:grpSp>
      <p:sp>
        <p:nvSpPr>
          <p:cNvPr id="2" name="title">
            <a:extLst>
              <a:ext uri="{FF2B5EF4-FFF2-40B4-BE49-F238E27FC236}">
                <a16:creationId xmlns:a16="http://schemas.microsoft.com/office/drawing/2014/main" id="{2D63E91F-7C50-4944-B1AC-430EC102DAF7}"/>
              </a:ext>
            </a:extLst>
          </p:cNvPr>
          <p:cNvSpPr>
            <a:spLocks noGrp="1"/>
          </p:cNvSpPr>
          <p:nvPr>
            <p:ph type="ctrTitle"/>
          </p:nvPr>
        </p:nvSpPr>
        <p:spPr bwMode="gray">
          <a:xfrm>
            <a:off x="6072000" y="1270800"/>
            <a:ext cx="6120000" cy="4024800"/>
          </a:xfrm>
          <a:noFill/>
        </p:spPr>
        <p:txBody>
          <a:bodyPr wrap="square" lIns="0" tIns="0" rIns="522000" bIns="0" anchor="b">
            <a:noAutofit/>
          </a:bodyPr>
          <a:lstStyle>
            <a:lvl1pPr algn="r">
              <a:lnSpc>
                <a:spcPct val="75000"/>
              </a:lnSpc>
              <a:defRPr sz="4000" b="0">
                <a:solidFill>
                  <a:schemeClr val="tx1"/>
                </a:solidFill>
              </a:defRPr>
            </a:lvl1pPr>
          </a:lstStyle>
          <a:p>
            <a:r>
              <a:rPr lang="de-DE"/>
              <a:t>Mastertitelformat bearbeiten</a:t>
            </a:r>
            <a:endParaRPr lang="en-US"/>
          </a:p>
        </p:txBody>
      </p:sp>
      <p:sp>
        <p:nvSpPr>
          <p:cNvPr id="21" name="number">
            <a:extLst>
              <a:ext uri="{FF2B5EF4-FFF2-40B4-BE49-F238E27FC236}">
                <a16:creationId xmlns:a16="http://schemas.microsoft.com/office/drawing/2014/main" id="{B88C9E41-DBD0-4198-9BB3-2B87E0CD4448}"/>
              </a:ext>
            </a:extLst>
          </p:cNvPr>
          <p:cNvSpPr>
            <a:spLocks noGrp="1"/>
          </p:cNvSpPr>
          <p:nvPr>
            <p:ph type="subTitle" idx="1" hasCustomPrompt="1"/>
          </p:nvPr>
        </p:nvSpPr>
        <p:spPr bwMode="gray">
          <a:xfrm>
            <a:off x="5210862" y="5364000"/>
            <a:ext cx="6981138" cy="1494000"/>
          </a:xfrm>
        </p:spPr>
        <p:txBody>
          <a:bodyPr vert="horz" wrap="square" lIns="0" tIns="216000" rIns="522000" bIns="0" rtlCol="0" anchor="t" anchorCtr="0">
            <a:noAutofit/>
          </a:bodyPr>
          <a:lstStyle>
            <a:lvl1pPr marL="0" algn="r" defTabSz="914400" rtl="0" eaLnBrk="1" latinLnBrk="0" hangingPunct="1">
              <a:lnSpc>
                <a:spcPct val="65000"/>
              </a:lnSpc>
              <a:spcBef>
                <a:spcPct val="0"/>
              </a:spcBef>
              <a:buNone/>
              <a:defRPr lang="en-US" sz="7000" b="0" kern="1200" cap="all" baseline="0" dirty="0">
                <a:solidFill>
                  <a:schemeClr val="tx1"/>
                </a:solidFill>
                <a:latin typeface="+mj-lt"/>
                <a:ea typeface="+mj-ea"/>
                <a:cs typeface="+mj-cs"/>
              </a:defRPr>
            </a:lvl1pPr>
          </a:lstStyle>
          <a:p>
            <a:pPr lvl="0" algn="r">
              <a:lnSpc>
                <a:spcPct val="65000"/>
              </a:lnSpc>
              <a:spcBef>
                <a:spcPct val="0"/>
              </a:spcBef>
            </a:pPr>
            <a:r>
              <a:rPr lang="de-DE" err="1"/>
              <a:t>No</a:t>
            </a:r>
            <a:r>
              <a:rPr lang="de-DE"/>
              <a:t>.</a:t>
            </a:r>
            <a:endParaRPr lang="en-US"/>
          </a:p>
        </p:txBody>
      </p:sp>
      <p:sp>
        <p:nvSpPr>
          <p:cNvPr id="6" name="slide number">
            <a:extLst>
              <a:ext uri="{FF2B5EF4-FFF2-40B4-BE49-F238E27FC236}">
                <a16:creationId xmlns:a16="http://schemas.microsoft.com/office/drawing/2014/main" id="{F1423FEB-CFD7-4376-A0C4-D91B3BE0287A}"/>
              </a:ext>
              <a:ext uri="{C183D7F6-B498-43B3-948B-1728B52AA6E4}">
                <adec:decorative xmlns:adec="http://schemas.microsoft.com/office/drawing/2017/decorative" val="1"/>
              </a:ext>
            </a:extLst>
          </p:cNvPr>
          <p:cNvSpPr>
            <a:spLocks noGrp="1"/>
          </p:cNvSpPr>
          <p:nvPr>
            <p:ph type="sldNum" sz="quarter" idx="12"/>
          </p:nvPr>
        </p:nvSpPr>
        <p:spPr bwMode="gray">
          <a:xfrm>
            <a:off x="0" y="6858000"/>
            <a:ext cx="0" cy="0"/>
          </a:xfrm>
        </p:spPr>
        <p:txBody>
          <a:bodyPr lIns="0" tIns="0" rIns="0" bIns="0"/>
          <a:lstStyle>
            <a:lvl1pPr>
              <a:defRPr sz="100">
                <a:solidFill>
                  <a:schemeClr val="bg1">
                    <a:alpha val="1000"/>
                  </a:schemeClr>
                </a:solidFill>
              </a:defRPr>
            </a:lvl1pPr>
          </a:lstStyle>
          <a:p>
            <a:fld id="{9829449A-3FF3-45CE-9F4F-09BADC0910C6}" type="slidenum">
              <a:rPr lang="de-DE"/>
              <a:pPr/>
              <a:t>‹Nr.›</a:t>
            </a:fld>
            <a:endParaRPr lang="de-DE"/>
          </a:p>
        </p:txBody>
      </p:sp>
      <p:sp>
        <p:nvSpPr>
          <p:cNvPr id="5" name="footer">
            <a:extLst>
              <a:ext uri="{FF2B5EF4-FFF2-40B4-BE49-F238E27FC236}">
                <a16:creationId xmlns:a16="http://schemas.microsoft.com/office/drawing/2014/main" id="{190677E9-326C-4EF5-ADE8-5E9E2D32D3E6}"/>
              </a:ext>
              <a:ext uri="{C183D7F6-B498-43B3-948B-1728B52AA6E4}">
                <adec:decorative xmlns:adec="http://schemas.microsoft.com/office/drawing/2017/decorative" val="1"/>
              </a:ext>
            </a:extLst>
          </p:cNvPr>
          <p:cNvSpPr>
            <a:spLocks noGrp="1"/>
          </p:cNvSpPr>
          <p:nvPr>
            <p:ph type="ftr" sz="quarter" idx="11"/>
          </p:nvPr>
        </p:nvSpPr>
        <p:spPr bwMode="gray">
          <a:xfrm>
            <a:off x="0" y="6858000"/>
            <a:ext cx="0" cy="0"/>
          </a:xfrm>
        </p:spPr>
        <p:txBody>
          <a:bodyPr lIns="0" tIns="0" rIns="0" bIns="0"/>
          <a:lstStyle>
            <a:lvl1pPr>
              <a:defRPr sz="100">
                <a:solidFill>
                  <a:schemeClr val="bg1">
                    <a:alpha val="1000"/>
                  </a:schemeClr>
                </a:solidFill>
              </a:defRPr>
            </a:lvl1pPr>
          </a:lstStyle>
          <a:p>
            <a:r>
              <a:rPr lang="de-DE"/>
              <a:t>SNB - TGA - 28.08.2026</a:t>
            </a:r>
          </a:p>
        </p:txBody>
      </p:sp>
      <p:sp>
        <p:nvSpPr>
          <p:cNvPr id="7" name="MIO_Placeholder_Mapping" hidden="1">
            <a:extLst>
              <a:ext uri="{FF2B5EF4-FFF2-40B4-BE49-F238E27FC236}">
                <a16:creationId xmlns:a16="http://schemas.microsoft.com/office/drawing/2014/main" id="{EB84FD27-010D-F99F-937D-E920B5DC2A99}"/>
              </a:ext>
            </a:extLst>
          </p:cNvPr>
          <p:cNvSpPr/>
          <p:nvPr userDrawn="1">
            <p:custDataLst>
              <p:tags r:id="rId1"/>
            </p:custDataLst>
          </p:nvPr>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29047417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ARK Chapter Slide">
    <p:bg>
      <p:bgRef idx="1001">
        <a:schemeClr val="bg1"/>
      </p:bgRef>
    </p:bg>
    <p:spTree>
      <p:nvGrpSpPr>
        <p:cNvPr id="1" name=""/>
        <p:cNvGrpSpPr/>
        <p:nvPr/>
      </p:nvGrpSpPr>
      <p:grpSpPr>
        <a:xfrm>
          <a:off x="0" y="0"/>
          <a:ext cx="0" cy="0"/>
          <a:chOff x="0" y="0"/>
          <a:chExt cx="0" cy="0"/>
        </a:xfrm>
      </p:grpSpPr>
      <p:pic>
        <p:nvPicPr>
          <p:cNvPr id="10" name="background dreso">
            <a:extLst>
              <a:ext uri="{FF2B5EF4-FFF2-40B4-BE49-F238E27FC236}">
                <a16:creationId xmlns:a16="http://schemas.microsoft.com/office/drawing/2014/main" id="{17F8B63F-7335-827E-C44B-EC2D24496F5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white">
          <a:xfrm>
            <a:off x="0" y="0"/>
            <a:ext cx="12191999" cy="6858000"/>
          </a:xfrm>
          <a:prstGeom prst="rect">
            <a:avLst/>
          </a:prstGeom>
        </p:spPr>
      </p:pic>
      <p:grpSp>
        <p:nvGrpSpPr>
          <p:cNvPr id="3" name="design element">
            <a:extLst>
              <a:ext uri="{FF2B5EF4-FFF2-40B4-BE49-F238E27FC236}">
                <a16:creationId xmlns:a16="http://schemas.microsoft.com/office/drawing/2014/main" id="{9F397CC2-2911-098F-25E4-16395B971D1E}"/>
              </a:ext>
              <a:ext uri="{C183D7F6-B498-43B3-948B-1728B52AA6E4}">
                <adec:decorative xmlns:adec="http://schemas.microsoft.com/office/drawing/2017/decorative" val="1"/>
              </a:ext>
            </a:extLst>
          </p:cNvPr>
          <p:cNvGrpSpPr>
            <a:grpSpLocks noChangeAspect="1"/>
          </p:cNvGrpSpPr>
          <p:nvPr/>
        </p:nvGrpSpPr>
        <p:grpSpPr>
          <a:xfrm>
            <a:off x="1344858" y="2"/>
            <a:ext cx="5173652" cy="6857999"/>
            <a:chOff x="4394175" y="1"/>
            <a:chExt cx="5173652" cy="6857999"/>
          </a:xfrm>
          <a:solidFill>
            <a:srgbClr val="F2F2F2"/>
          </a:solidFill>
        </p:grpSpPr>
        <p:sp>
          <p:nvSpPr>
            <p:cNvPr id="4" name="grey">
              <a:extLst>
                <a:ext uri="{FF2B5EF4-FFF2-40B4-BE49-F238E27FC236}">
                  <a16:creationId xmlns:a16="http://schemas.microsoft.com/office/drawing/2014/main" id="{6BDB832C-70AF-4D57-406C-73BC19F721C9}"/>
                </a:ext>
              </a:extLst>
            </p:cNvPr>
            <p:cNvSpPr/>
            <p:nvPr userDrawn="1"/>
          </p:nvSpPr>
          <p:spPr>
            <a:xfrm>
              <a:off x="4543151" y="2554642"/>
              <a:ext cx="3717028" cy="4303358"/>
            </a:xfrm>
            <a:custGeom>
              <a:avLst/>
              <a:gdLst>
                <a:gd name="connsiteX0" fmla="*/ 1247279 w 3717028"/>
                <a:gd name="connsiteY0" fmla="*/ 0 h 4303358"/>
                <a:gd name="connsiteX1" fmla="*/ 1261138 w 3717028"/>
                <a:gd name="connsiteY1" fmla="*/ 21081 h 4303358"/>
                <a:gd name="connsiteX2" fmla="*/ 166230 w 3717028"/>
                <a:gd name="connsiteY2" fmla="*/ 815844 h 4303358"/>
                <a:gd name="connsiteX3" fmla="*/ 81235 w 3717028"/>
                <a:gd name="connsiteY3" fmla="*/ 1284768 h 4303358"/>
                <a:gd name="connsiteX4" fmla="*/ 1662360 w 3717028"/>
                <a:gd name="connsiteY4" fmla="*/ 3675925 h 4303358"/>
                <a:gd name="connsiteX5" fmla="*/ 2759783 w 3717028"/>
                <a:gd name="connsiteY5" fmla="*/ 2893621 h 4303358"/>
                <a:gd name="connsiteX6" fmla="*/ 1684016 w 3717028"/>
                <a:gd name="connsiteY6" fmla="*/ 1257868 h 4303358"/>
                <a:gd name="connsiteX7" fmla="*/ 1723729 w 3717028"/>
                <a:gd name="connsiteY7" fmla="*/ 803778 h 4303358"/>
                <a:gd name="connsiteX8" fmla="*/ 1756699 w 3717028"/>
                <a:gd name="connsiteY8" fmla="*/ 774892 h 4303358"/>
                <a:gd name="connsiteX9" fmla="*/ 1770648 w 3717028"/>
                <a:gd name="connsiteY9" fmla="*/ 796110 h 4303358"/>
                <a:gd name="connsiteX10" fmla="*/ 1741989 w 3717028"/>
                <a:gd name="connsiteY10" fmla="*/ 821222 h 4303358"/>
                <a:gd name="connsiteX11" fmla="*/ 1704980 w 3717028"/>
                <a:gd name="connsiteY11" fmla="*/ 1244102 h 4303358"/>
                <a:gd name="connsiteX12" fmla="*/ 2780257 w 3717028"/>
                <a:gd name="connsiteY12" fmla="*/ 2879026 h 4303358"/>
                <a:gd name="connsiteX13" fmla="*/ 2950604 w 3717028"/>
                <a:gd name="connsiteY13" fmla="*/ 2757593 h 4303358"/>
                <a:gd name="connsiteX14" fmla="*/ 3000990 w 3717028"/>
                <a:gd name="connsiteY14" fmla="*/ 2713444 h 4303358"/>
                <a:gd name="connsiteX15" fmla="*/ 3017199 w 3717028"/>
                <a:gd name="connsiteY15" fmla="*/ 2692273 h 4303358"/>
                <a:gd name="connsiteX16" fmla="*/ 3031748 w 3717028"/>
                <a:gd name="connsiteY16" fmla="*/ 2714403 h 4303358"/>
                <a:gd name="connsiteX17" fmla="*/ 3019124 w 3717028"/>
                <a:gd name="connsiteY17" fmla="*/ 2730887 h 4303358"/>
                <a:gd name="connsiteX18" fmla="*/ 2965001 w 3717028"/>
                <a:gd name="connsiteY18" fmla="*/ 2778305 h 4303358"/>
                <a:gd name="connsiteX19" fmla="*/ 2794127 w 3717028"/>
                <a:gd name="connsiteY19" fmla="*/ 2900116 h 4303358"/>
                <a:gd name="connsiteX20" fmla="*/ 3289385 w 3717028"/>
                <a:gd name="connsiteY20" fmla="*/ 3653140 h 4303358"/>
                <a:gd name="connsiteX21" fmla="*/ 3532753 w 3717028"/>
                <a:gd name="connsiteY21" fmla="*/ 3476495 h 4303358"/>
                <a:gd name="connsiteX22" fmla="*/ 3546632 w 3717028"/>
                <a:gd name="connsiteY22" fmla="*/ 3497606 h 4303358"/>
                <a:gd name="connsiteX23" fmla="*/ 3303268 w 3717028"/>
                <a:gd name="connsiteY23" fmla="*/ 3674248 h 4303358"/>
                <a:gd name="connsiteX24" fmla="*/ 3717028 w 3717028"/>
                <a:gd name="connsiteY24" fmla="*/ 4303358 h 4303358"/>
                <a:gd name="connsiteX25" fmla="*/ 3686908 w 3717028"/>
                <a:gd name="connsiteY25" fmla="*/ 4303358 h 4303358"/>
                <a:gd name="connsiteX26" fmla="*/ 3282894 w 3717028"/>
                <a:gd name="connsiteY26" fmla="*/ 3689036 h 4303358"/>
                <a:gd name="connsiteX27" fmla="*/ 2436523 w 3717028"/>
                <a:gd name="connsiteY27" fmla="*/ 4303358 h 4303358"/>
                <a:gd name="connsiteX28" fmla="*/ 2393559 w 3717028"/>
                <a:gd name="connsiteY28" fmla="*/ 4303358 h 4303358"/>
                <a:gd name="connsiteX29" fmla="*/ 3269012 w 3717028"/>
                <a:gd name="connsiteY29" fmla="*/ 3667927 h 4303358"/>
                <a:gd name="connsiteX30" fmla="*/ 2773653 w 3717028"/>
                <a:gd name="connsiteY30" fmla="*/ 2914712 h 4303358"/>
                <a:gd name="connsiteX31" fmla="*/ 1676291 w 3717028"/>
                <a:gd name="connsiteY31" fmla="*/ 3696992 h 4303358"/>
                <a:gd name="connsiteX32" fmla="*/ 2077243 w 3717028"/>
                <a:gd name="connsiteY32" fmla="*/ 4303358 h 4303358"/>
                <a:gd name="connsiteX33" fmla="*/ 2047092 w 3717028"/>
                <a:gd name="connsiteY33" fmla="*/ 4303358 h 4303358"/>
                <a:gd name="connsiteX34" fmla="*/ 1655782 w 3717028"/>
                <a:gd name="connsiteY34" fmla="*/ 3711612 h 4303358"/>
                <a:gd name="connsiteX35" fmla="*/ 825695 w 3717028"/>
                <a:gd name="connsiteY35" fmla="*/ 4303358 h 4303358"/>
                <a:gd name="connsiteX36" fmla="*/ 782191 w 3717028"/>
                <a:gd name="connsiteY36" fmla="*/ 4303358 h 4303358"/>
                <a:gd name="connsiteX37" fmla="*/ 1641851 w 3717028"/>
                <a:gd name="connsiteY37" fmla="*/ 3690545 h 4303358"/>
                <a:gd name="connsiteX38" fmla="*/ 60145 w 3717028"/>
                <a:gd name="connsiteY38" fmla="*/ 1298661 h 4303358"/>
                <a:gd name="connsiteX39" fmla="*/ 151454 w 3717028"/>
                <a:gd name="connsiteY39" fmla="*/ 795384 h 4303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717028" h="4303358">
                  <a:moveTo>
                    <a:pt x="1247279" y="0"/>
                  </a:moveTo>
                  <a:lnTo>
                    <a:pt x="1261138" y="21081"/>
                  </a:lnTo>
                  <a:lnTo>
                    <a:pt x="166230" y="815844"/>
                  </a:lnTo>
                  <a:cubicBezTo>
                    <a:pt x="18973" y="922688"/>
                    <a:pt x="-19168" y="1133091"/>
                    <a:pt x="81235" y="1284768"/>
                  </a:cubicBezTo>
                  <a:lnTo>
                    <a:pt x="1662360" y="3675925"/>
                  </a:lnTo>
                  <a:lnTo>
                    <a:pt x="2759783" y="2893621"/>
                  </a:lnTo>
                  <a:lnTo>
                    <a:pt x="1684016" y="1257868"/>
                  </a:lnTo>
                  <a:cubicBezTo>
                    <a:pt x="1590086" y="1115094"/>
                    <a:pt x="1610543" y="925038"/>
                    <a:pt x="1723729" y="803778"/>
                  </a:cubicBezTo>
                  <a:lnTo>
                    <a:pt x="1756699" y="774892"/>
                  </a:lnTo>
                  <a:lnTo>
                    <a:pt x="1770648" y="796110"/>
                  </a:lnTo>
                  <a:lnTo>
                    <a:pt x="1741989" y="821222"/>
                  </a:lnTo>
                  <a:cubicBezTo>
                    <a:pt x="1636619" y="934133"/>
                    <a:pt x="1617570" y="1111163"/>
                    <a:pt x="1704980" y="1244102"/>
                  </a:cubicBezTo>
                  <a:lnTo>
                    <a:pt x="2780257" y="2879026"/>
                  </a:lnTo>
                  <a:lnTo>
                    <a:pt x="2950604" y="2757593"/>
                  </a:lnTo>
                  <a:cubicBezTo>
                    <a:pt x="2969122" y="2744396"/>
                    <a:pt x="2985937" y="2729574"/>
                    <a:pt x="3000990" y="2713444"/>
                  </a:cubicBezTo>
                  <a:lnTo>
                    <a:pt x="3017199" y="2692273"/>
                  </a:lnTo>
                  <a:lnTo>
                    <a:pt x="3031748" y="2714403"/>
                  </a:lnTo>
                  <a:lnTo>
                    <a:pt x="3019124" y="2730887"/>
                  </a:lnTo>
                  <a:cubicBezTo>
                    <a:pt x="3002954" y="2748210"/>
                    <a:pt x="2984893" y="2764129"/>
                    <a:pt x="2965001" y="2778305"/>
                  </a:cubicBezTo>
                  <a:lnTo>
                    <a:pt x="2794127" y="2900116"/>
                  </a:lnTo>
                  <a:lnTo>
                    <a:pt x="3289385" y="3653140"/>
                  </a:lnTo>
                  <a:lnTo>
                    <a:pt x="3532753" y="3476495"/>
                  </a:lnTo>
                  <a:lnTo>
                    <a:pt x="3546632" y="3497606"/>
                  </a:lnTo>
                  <a:lnTo>
                    <a:pt x="3303268" y="3674248"/>
                  </a:lnTo>
                  <a:lnTo>
                    <a:pt x="3717028" y="4303358"/>
                  </a:lnTo>
                  <a:lnTo>
                    <a:pt x="3686908" y="4303358"/>
                  </a:lnTo>
                  <a:lnTo>
                    <a:pt x="3282894" y="3689036"/>
                  </a:lnTo>
                  <a:lnTo>
                    <a:pt x="2436523" y="4303358"/>
                  </a:lnTo>
                  <a:lnTo>
                    <a:pt x="2393559" y="4303358"/>
                  </a:lnTo>
                  <a:lnTo>
                    <a:pt x="3269012" y="3667927"/>
                  </a:lnTo>
                  <a:lnTo>
                    <a:pt x="2773653" y="2914712"/>
                  </a:lnTo>
                  <a:lnTo>
                    <a:pt x="1676291" y="3696992"/>
                  </a:lnTo>
                  <a:lnTo>
                    <a:pt x="2077243" y="4303358"/>
                  </a:lnTo>
                  <a:lnTo>
                    <a:pt x="2047092" y="4303358"/>
                  </a:lnTo>
                  <a:lnTo>
                    <a:pt x="1655782" y="3711612"/>
                  </a:lnTo>
                  <a:lnTo>
                    <a:pt x="825695" y="4303358"/>
                  </a:lnTo>
                  <a:lnTo>
                    <a:pt x="782191" y="4303358"/>
                  </a:lnTo>
                  <a:lnTo>
                    <a:pt x="1641851" y="3690545"/>
                  </a:lnTo>
                  <a:lnTo>
                    <a:pt x="60145" y="1298661"/>
                  </a:lnTo>
                  <a:cubicBezTo>
                    <a:pt x="-47584" y="1135869"/>
                    <a:pt x="-6665" y="910184"/>
                    <a:pt x="151454" y="795384"/>
                  </a:cubicBezTo>
                  <a:close/>
                </a:path>
              </a:pathLst>
            </a:custGeom>
            <a:grpFill/>
            <a:ln w="0" cap="flat">
              <a:noFill/>
              <a:prstDash val="solid"/>
              <a:miter/>
            </a:ln>
          </p:spPr>
          <p:txBody>
            <a:bodyPr wrap="square" rtlCol="0" anchor="ctr">
              <a:noAutofit/>
            </a:bodyPr>
            <a:lstStyle/>
            <a:p>
              <a:endParaRPr lang="de-DE"/>
            </a:p>
          </p:txBody>
        </p:sp>
        <p:sp>
          <p:nvSpPr>
            <p:cNvPr id="9" name="white">
              <a:extLst>
                <a:ext uri="{FF2B5EF4-FFF2-40B4-BE49-F238E27FC236}">
                  <a16:creationId xmlns:a16="http://schemas.microsoft.com/office/drawing/2014/main" id="{DFB00CB2-2384-6A20-7FB4-613AF6D82426}"/>
                </a:ext>
              </a:extLst>
            </p:cNvPr>
            <p:cNvSpPr/>
            <p:nvPr userDrawn="1"/>
          </p:nvSpPr>
          <p:spPr>
            <a:xfrm>
              <a:off x="4394175" y="1"/>
              <a:ext cx="5173652" cy="6052248"/>
            </a:xfrm>
            <a:custGeom>
              <a:avLst/>
              <a:gdLst>
                <a:gd name="connsiteX0" fmla="*/ 2711979 w 5173652"/>
                <a:gd name="connsiteY0" fmla="*/ 1630734 h 6052248"/>
                <a:gd name="connsiteX1" fmla="*/ 1622698 w 5173652"/>
                <a:gd name="connsiteY1" fmla="*/ 2421413 h 6052248"/>
                <a:gd name="connsiteX2" fmla="*/ 2118107 w 5173652"/>
                <a:gd name="connsiteY2" fmla="*/ 3174640 h 6052248"/>
                <a:gd name="connsiteX3" fmla="*/ 3215545 w 5173652"/>
                <a:gd name="connsiteY3" fmla="*/ 2392294 h 6052248"/>
                <a:gd name="connsiteX4" fmla="*/ 4055236 w 5173652"/>
                <a:gd name="connsiteY4" fmla="*/ 900453 h 6052248"/>
                <a:gd name="connsiteX5" fmla="*/ 3446632 w 5173652"/>
                <a:gd name="connsiteY5" fmla="*/ 1097469 h 6052248"/>
                <a:gd name="connsiteX6" fmla="*/ 2732437 w 5173652"/>
                <a:gd name="connsiteY6" fmla="*/ 1615884 h 6052248"/>
                <a:gd name="connsiteX7" fmla="*/ 3236122 w 5173652"/>
                <a:gd name="connsiteY7" fmla="*/ 2377624 h 6052248"/>
                <a:gd name="connsiteX8" fmla="*/ 5054716 w 5173652"/>
                <a:gd name="connsiteY8" fmla="*/ 1081177 h 6052248"/>
                <a:gd name="connsiteX9" fmla="*/ 5146783 w 5173652"/>
                <a:gd name="connsiteY9" fmla="*/ 954506 h 6052248"/>
                <a:gd name="connsiteX10" fmla="*/ 4998516 w 5173652"/>
                <a:gd name="connsiteY10" fmla="*/ 904241 h 6052248"/>
                <a:gd name="connsiteX11" fmla="*/ 4058014 w 5173652"/>
                <a:gd name="connsiteY11" fmla="*/ 900453 h 6052248"/>
                <a:gd name="connsiteX12" fmla="*/ 4055362 w 5173652"/>
                <a:gd name="connsiteY12" fmla="*/ 900453 h 6052248"/>
                <a:gd name="connsiteX13" fmla="*/ 0 w 5173652"/>
                <a:gd name="connsiteY13" fmla="*/ 0 h 6052248"/>
                <a:gd name="connsiteX14" fmla="*/ 30094 w 5173652"/>
                <a:gd name="connsiteY14" fmla="*/ 0 h 6052248"/>
                <a:gd name="connsiteX15" fmla="*/ 1608838 w 5173652"/>
                <a:gd name="connsiteY15" fmla="*/ 2400341 h 6052248"/>
                <a:gd name="connsiteX16" fmla="*/ 2698089 w 5173652"/>
                <a:gd name="connsiteY16" fmla="*/ 1609728 h 6052248"/>
                <a:gd name="connsiteX17" fmla="*/ 1633689 w 5173652"/>
                <a:gd name="connsiteY17" fmla="*/ 0 h 6052248"/>
                <a:gd name="connsiteX18" fmla="*/ 1663966 w 5173652"/>
                <a:gd name="connsiteY18" fmla="*/ 0 h 6052248"/>
                <a:gd name="connsiteX19" fmla="*/ 2718547 w 5173652"/>
                <a:gd name="connsiteY19" fmla="*/ 1594879 h 6052248"/>
                <a:gd name="connsiteX20" fmla="*/ 3431856 w 5173652"/>
                <a:gd name="connsiteY20" fmla="*/ 1077136 h 6052248"/>
                <a:gd name="connsiteX21" fmla="*/ 4055236 w 5173652"/>
                <a:gd name="connsiteY21" fmla="*/ 875194 h 6052248"/>
                <a:gd name="connsiteX22" fmla="*/ 4058014 w 5173652"/>
                <a:gd name="connsiteY22" fmla="*/ 875194 h 6052248"/>
                <a:gd name="connsiteX23" fmla="*/ 4998516 w 5173652"/>
                <a:gd name="connsiteY23" fmla="*/ 878983 h 6052248"/>
                <a:gd name="connsiteX24" fmla="*/ 5170779 w 5173652"/>
                <a:gd name="connsiteY24" fmla="*/ 946928 h 6052248"/>
                <a:gd name="connsiteX25" fmla="*/ 5069240 w 5173652"/>
                <a:gd name="connsiteY25" fmla="*/ 1101889 h 6052248"/>
                <a:gd name="connsiteX26" fmla="*/ 3250083 w 5173652"/>
                <a:gd name="connsiteY26" fmla="*/ 2398738 h 6052248"/>
                <a:gd name="connsiteX27" fmla="*/ 4831683 w 5173652"/>
                <a:gd name="connsiteY27" fmla="*/ 4790645 h 6052248"/>
                <a:gd name="connsiteX28" fmla="*/ 4740373 w 5173652"/>
                <a:gd name="connsiteY28" fmla="*/ 5293922 h 6052248"/>
                <a:gd name="connsiteX29" fmla="*/ 3695606 w 5173652"/>
                <a:gd name="connsiteY29" fmla="*/ 6052248 h 6052248"/>
                <a:gd name="connsiteX30" fmla="*/ 3681727 w 5173652"/>
                <a:gd name="connsiteY30" fmla="*/ 6031137 h 6052248"/>
                <a:gd name="connsiteX31" fmla="*/ 4725597 w 5173652"/>
                <a:gd name="connsiteY31" fmla="*/ 5273462 h 6052248"/>
                <a:gd name="connsiteX32" fmla="*/ 4810592 w 5173652"/>
                <a:gd name="connsiteY32" fmla="*/ 4804538 h 6052248"/>
                <a:gd name="connsiteX33" fmla="*/ 3229505 w 5173652"/>
                <a:gd name="connsiteY33" fmla="*/ 2413407 h 6052248"/>
                <a:gd name="connsiteX34" fmla="*/ 2132018 w 5173652"/>
                <a:gd name="connsiteY34" fmla="*/ 3195789 h 6052248"/>
                <a:gd name="connsiteX35" fmla="*/ 3207811 w 5173652"/>
                <a:gd name="connsiteY35" fmla="*/ 4831438 h 6052248"/>
                <a:gd name="connsiteX36" fmla="*/ 3210866 w 5173652"/>
                <a:gd name="connsiteY36" fmla="*/ 5229686 h 6052248"/>
                <a:gd name="connsiteX37" fmla="*/ 3180722 w 5173652"/>
                <a:gd name="connsiteY37" fmla="*/ 5269045 h 6052248"/>
                <a:gd name="connsiteX38" fmla="*/ 3166174 w 5173652"/>
                <a:gd name="connsiteY38" fmla="*/ 5246915 h 6052248"/>
                <a:gd name="connsiteX39" fmla="*/ 3189780 w 5173652"/>
                <a:gd name="connsiteY39" fmla="*/ 5216084 h 6052248"/>
                <a:gd name="connsiteX40" fmla="*/ 3186973 w 5173652"/>
                <a:gd name="connsiteY40" fmla="*/ 4845204 h 6052248"/>
                <a:gd name="connsiteX41" fmla="*/ 2111621 w 5173652"/>
                <a:gd name="connsiteY41" fmla="*/ 3210329 h 6052248"/>
                <a:gd name="connsiteX42" fmla="*/ 1941349 w 5173652"/>
                <a:gd name="connsiteY42" fmla="*/ 3331713 h 6052248"/>
                <a:gd name="connsiteX43" fmla="*/ 1919622 w 5173652"/>
                <a:gd name="connsiteY43" fmla="*/ 3350752 h 6052248"/>
                <a:gd name="connsiteX44" fmla="*/ 1905673 w 5173652"/>
                <a:gd name="connsiteY44" fmla="*/ 3329534 h 6052248"/>
                <a:gd name="connsiteX45" fmla="*/ 1926826 w 5173652"/>
                <a:gd name="connsiteY45" fmla="*/ 3311001 h 6052248"/>
                <a:gd name="connsiteX46" fmla="*/ 2097710 w 5173652"/>
                <a:gd name="connsiteY46" fmla="*/ 3189181 h 6052248"/>
                <a:gd name="connsiteX47" fmla="*/ 1602397 w 5173652"/>
                <a:gd name="connsiteY47" fmla="*/ 2436149 h 6052248"/>
                <a:gd name="connsiteX48" fmla="*/ 1410112 w 5173652"/>
                <a:gd name="connsiteY48" fmla="*/ 2575723 h 6052248"/>
                <a:gd name="connsiteX49" fmla="*/ 1396253 w 5173652"/>
                <a:gd name="connsiteY49" fmla="*/ 2554642 h 6052248"/>
                <a:gd name="connsiteX50" fmla="*/ 1588537 w 5173652"/>
                <a:gd name="connsiteY50" fmla="*/ 2415077 h 6052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173652" h="6052248">
                  <a:moveTo>
                    <a:pt x="2711979" y="1630734"/>
                  </a:moveTo>
                  <a:lnTo>
                    <a:pt x="1622698" y="2421413"/>
                  </a:lnTo>
                  <a:lnTo>
                    <a:pt x="2118107" y="3174640"/>
                  </a:lnTo>
                  <a:lnTo>
                    <a:pt x="3215545" y="2392294"/>
                  </a:lnTo>
                  <a:close/>
                  <a:moveTo>
                    <a:pt x="4055236" y="900453"/>
                  </a:moveTo>
                  <a:cubicBezTo>
                    <a:pt x="3869081" y="900453"/>
                    <a:pt x="3596794" y="988479"/>
                    <a:pt x="3446632" y="1097469"/>
                  </a:cubicBezTo>
                  <a:lnTo>
                    <a:pt x="2732437" y="1615884"/>
                  </a:lnTo>
                  <a:lnTo>
                    <a:pt x="3236122" y="2377624"/>
                  </a:lnTo>
                  <a:lnTo>
                    <a:pt x="5054716" y="1081177"/>
                  </a:lnTo>
                  <a:cubicBezTo>
                    <a:pt x="5123293" y="1032302"/>
                    <a:pt x="5156887" y="986079"/>
                    <a:pt x="5146783" y="954506"/>
                  </a:cubicBezTo>
                  <a:cubicBezTo>
                    <a:pt x="5136680" y="922933"/>
                    <a:pt x="5082627" y="904494"/>
                    <a:pt x="4998516" y="904241"/>
                  </a:cubicBezTo>
                  <a:lnTo>
                    <a:pt x="4058014" y="900453"/>
                  </a:lnTo>
                  <a:cubicBezTo>
                    <a:pt x="4057130" y="900453"/>
                    <a:pt x="4056247" y="900453"/>
                    <a:pt x="4055362" y="900453"/>
                  </a:cubicBezTo>
                  <a:close/>
                  <a:moveTo>
                    <a:pt x="0" y="0"/>
                  </a:moveTo>
                  <a:lnTo>
                    <a:pt x="30094" y="0"/>
                  </a:lnTo>
                  <a:lnTo>
                    <a:pt x="1608838" y="2400341"/>
                  </a:lnTo>
                  <a:lnTo>
                    <a:pt x="2698089" y="1609728"/>
                  </a:lnTo>
                  <a:lnTo>
                    <a:pt x="1633689" y="0"/>
                  </a:lnTo>
                  <a:lnTo>
                    <a:pt x="1663966" y="0"/>
                  </a:lnTo>
                  <a:lnTo>
                    <a:pt x="2718547" y="1594879"/>
                  </a:lnTo>
                  <a:lnTo>
                    <a:pt x="3431856" y="1077136"/>
                  </a:lnTo>
                  <a:cubicBezTo>
                    <a:pt x="3585680" y="965493"/>
                    <a:pt x="3864660" y="875194"/>
                    <a:pt x="4055236" y="875194"/>
                  </a:cubicBezTo>
                  <a:cubicBezTo>
                    <a:pt x="4056120" y="875194"/>
                    <a:pt x="4057004" y="875194"/>
                    <a:pt x="4058014" y="875194"/>
                  </a:cubicBezTo>
                  <a:lnTo>
                    <a:pt x="4998516" y="878983"/>
                  </a:lnTo>
                  <a:cubicBezTo>
                    <a:pt x="5095762" y="879362"/>
                    <a:pt x="5157013" y="903484"/>
                    <a:pt x="5170779" y="946928"/>
                  </a:cubicBezTo>
                  <a:cubicBezTo>
                    <a:pt x="5184545" y="990373"/>
                    <a:pt x="5148552" y="1045310"/>
                    <a:pt x="5069240" y="1101889"/>
                  </a:cubicBezTo>
                  <a:lnTo>
                    <a:pt x="3250083" y="2398738"/>
                  </a:lnTo>
                  <a:lnTo>
                    <a:pt x="4831683" y="4790645"/>
                  </a:lnTo>
                  <a:cubicBezTo>
                    <a:pt x="4939284" y="4953436"/>
                    <a:pt x="4898365" y="5179248"/>
                    <a:pt x="4740373" y="5293922"/>
                  </a:cubicBezTo>
                  <a:lnTo>
                    <a:pt x="3695606" y="6052248"/>
                  </a:lnTo>
                  <a:lnTo>
                    <a:pt x="3681727" y="6031137"/>
                  </a:lnTo>
                  <a:lnTo>
                    <a:pt x="4725597" y="5273462"/>
                  </a:lnTo>
                  <a:cubicBezTo>
                    <a:pt x="4872728" y="5166619"/>
                    <a:pt x="4910868" y="4956215"/>
                    <a:pt x="4810592" y="4804538"/>
                  </a:cubicBezTo>
                  <a:lnTo>
                    <a:pt x="3229505" y="2413407"/>
                  </a:lnTo>
                  <a:lnTo>
                    <a:pt x="2132018" y="3195789"/>
                  </a:lnTo>
                  <a:lnTo>
                    <a:pt x="3207811" y="4831438"/>
                  </a:lnTo>
                  <a:cubicBezTo>
                    <a:pt x="3288323" y="4953816"/>
                    <a:pt x="3284795" y="5110932"/>
                    <a:pt x="3210866" y="5229686"/>
                  </a:cubicBezTo>
                  <a:lnTo>
                    <a:pt x="3180722" y="5269045"/>
                  </a:lnTo>
                  <a:lnTo>
                    <a:pt x="3166174" y="5246915"/>
                  </a:lnTo>
                  <a:lnTo>
                    <a:pt x="3189780" y="5216084"/>
                  </a:lnTo>
                  <a:cubicBezTo>
                    <a:pt x="3258605" y="5105493"/>
                    <a:pt x="3261897" y="4959152"/>
                    <a:pt x="3186973" y="4845204"/>
                  </a:cubicBezTo>
                  <a:lnTo>
                    <a:pt x="2111621" y="3210329"/>
                  </a:lnTo>
                  <a:lnTo>
                    <a:pt x="1941349" y="3331713"/>
                  </a:lnTo>
                  <a:lnTo>
                    <a:pt x="1919622" y="3350752"/>
                  </a:lnTo>
                  <a:lnTo>
                    <a:pt x="1905673" y="3329534"/>
                  </a:lnTo>
                  <a:lnTo>
                    <a:pt x="1926826" y="3311001"/>
                  </a:lnTo>
                  <a:lnTo>
                    <a:pt x="2097710" y="3189181"/>
                  </a:lnTo>
                  <a:lnTo>
                    <a:pt x="1602397" y="2436149"/>
                  </a:lnTo>
                  <a:lnTo>
                    <a:pt x="1410112" y="2575723"/>
                  </a:lnTo>
                  <a:lnTo>
                    <a:pt x="1396253" y="2554642"/>
                  </a:lnTo>
                  <a:lnTo>
                    <a:pt x="1588537" y="2415077"/>
                  </a:lnTo>
                  <a:close/>
                </a:path>
              </a:pathLst>
            </a:custGeom>
            <a:grpFill/>
            <a:ln w="0" cap="flat">
              <a:noFill/>
              <a:prstDash val="solid"/>
              <a:miter/>
            </a:ln>
          </p:spPr>
          <p:txBody>
            <a:bodyPr wrap="square" rtlCol="0" anchor="ctr">
              <a:noAutofit/>
            </a:bodyPr>
            <a:lstStyle/>
            <a:p>
              <a:endParaRPr lang="de-DE"/>
            </a:p>
          </p:txBody>
        </p:sp>
      </p:grpSp>
      <p:sp>
        <p:nvSpPr>
          <p:cNvPr id="2" name="title">
            <a:extLst>
              <a:ext uri="{FF2B5EF4-FFF2-40B4-BE49-F238E27FC236}">
                <a16:creationId xmlns:a16="http://schemas.microsoft.com/office/drawing/2014/main" id="{2D63E91F-7C50-4944-B1AC-430EC102DAF7}"/>
              </a:ext>
            </a:extLst>
          </p:cNvPr>
          <p:cNvSpPr>
            <a:spLocks noGrp="1"/>
          </p:cNvSpPr>
          <p:nvPr>
            <p:ph type="ctrTitle"/>
          </p:nvPr>
        </p:nvSpPr>
        <p:spPr bwMode="black">
          <a:xfrm>
            <a:off x="6072000" y="1270800"/>
            <a:ext cx="6120000" cy="4024800"/>
          </a:xfrm>
          <a:noFill/>
        </p:spPr>
        <p:txBody>
          <a:bodyPr wrap="square" lIns="0" tIns="0" rIns="522000" bIns="0" anchor="b">
            <a:noAutofit/>
          </a:bodyPr>
          <a:lstStyle>
            <a:lvl1pPr algn="r">
              <a:lnSpc>
                <a:spcPct val="75000"/>
              </a:lnSpc>
              <a:defRPr sz="4000" b="0">
                <a:solidFill>
                  <a:schemeClr val="tx1"/>
                </a:solidFill>
              </a:defRPr>
            </a:lvl1pPr>
          </a:lstStyle>
          <a:p>
            <a:r>
              <a:rPr lang="de-DE"/>
              <a:t>Mastertitelformat bearbeiten</a:t>
            </a:r>
            <a:endParaRPr lang="en-US"/>
          </a:p>
        </p:txBody>
      </p:sp>
      <p:sp>
        <p:nvSpPr>
          <p:cNvPr id="12" name="number">
            <a:extLst>
              <a:ext uri="{FF2B5EF4-FFF2-40B4-BE49-F238E27FC236}">
                <a16:creationId xmlns:a16="http://schemas.microsoft.com/office/drawing/2014/main" id="{433E238A-1008-BEF5-DCAF-53BDEB7F3910}"/>
              </a:ext>
            </a:extLst>
          </p:cNvPr>
          <p:cNvSpPr>
            <a:spLocks noGrp="1"/>
          </p:cNvSpPr>
          <p:nvPr>
            <p:ph type="subTitle" idx="1" hasCustomPrompt="1"/>
          </p:nvPr>
        </p:nvSpPr>
        <p:spPr bwMode="black">
          <a:xfrm>
            <a:off x="5210862" y="5364000"/>
            <a:ext cx="6981138" cy="1494000"/>
          </a:xfrm>
        </p:spPr>
        <p:txBody>
          <a:bodyPr vert="horz" wrap="square" lIns="0" tIns="216000" rIns="522000" bIns="0" rtlCol="0" anchor="t" anchorCtr="0">
            <a:noAutofit/>
          </a:bodyPr>
          <a:lstStyle>
            <a:lvl1pPr marL="0" algn="r" defTabSz="914400" rtl="0" eaLnBrk="1" latinLnBrk="0" hangingPunct="1">
              <a:lnSpc>
                <a:spcPct val="65000"/>
              </a:lnSpc>
              <a:spcBef>
                <a:spcPct val="0"/>
              </a:spcBef>
              <a:buNone/>
              <a:defRPr lang="en-US" sz="7000" b="0" kern="1200" cap="all" baseline="0" dirty="0">
                <a:solidFill>
                  <a:schemeClr val="tx1"/>
                </a:solidFill>
                <a:latin typeface="+mj-lt"/>
                <a:ea typeface="+mj-ea"/>
                <a:cs typeface="+mj-cs"/>
              </a:defRPr>
            </a:lvl1pPr>
          </a:lstStyle>
          <a:p>
            <a:pPr lvl="0" algn="r">
              <a:lnSpc>
                <a:spcPct val="65000"/>
              </a:lnSpc>
              <a:spcBef>
                <a:spcPct val="0"/>
              </a:spcBef>
            </a:pPr>
            <a:r>
              <a:rPr lang="de-DE" err="1"/>
              <a:t>No</a:t>
            </a:r>
            <a:r>
              <a:rPr lang="de-DE"/>
              <a:t>.</a:t>
            </a:r>
            <a:endParaRPr lang="en-US"/>
          </a:p>
        </p:txBody>
      </p:sp>
      <p:sp>
        <p:nvSpPr>
          <p:cNvPr id="20" name="slide number">
            <a:extLst>
              <a:ext uri="{FF2B5EF4-FFF2-40B4-BE49-F238E27FC236}">
                <a16:creationId xmlns:a16="http://schemas.microsoft.com/office/drawing/2014/main" id="{3D3A038E-48F3-A53D-5CAB-041778F3A7BD}"/>
              </a:ext>
              <a:ext uri="{C183D7F6-B498-43B3-948B-1728B52AA6E4}">
                <adec:decorative xmlns:adec="http://schemas.microsoft.com/office/drawing/2017/decorative" val="1"/>
              </a:ext>
            </a:extLst>
          </p:cNvPr>
          <p:cNvSpPr>
            <a:spLocks noGrp="1"/>
          </p:cNvSpPr>
          <p:nvPr>
            <p:ph type="sldNum" sz="quarter" idx="12"/>
          </p:nvPr>
        </p:nvSpPr>
        <p:spPr bwMode="gray">
          <a:xfrm>
            <a:off x="0" y="6858000"/>
            <a:ext cx="0" cy="0"/>
          </a:xfrm>
        </p:spPr>
        <p:txBody>
          <a:bodyPr lIns="0" tIns="0" rIns="0" bIns="0"/>
          <a:lstStyle>
            <a:lvl1pPr>
              <a:defRPr sz="100">
                <a:solidFill>
                  <a:schemeClr val="bg1">
                    <a:alpha val="1000"/>
                  </a:schemeClr>
                </a:solidFill>
              </a:defRPr>
            </a:lvl1pPr>
          </a:lstStyle>
          <a:p>
            <a:fld id="{9829449A-3FF3-45CE-9F4F-09BADC0910C6}" type="slidenum">
              <a:rPr lang="de-DE"/>
              <a:pPr/>
              <a:t>‹Nr.›</a:t>
            </a:fld>
            <a:endParaRPr lang="de-DE"/>
          </a:p>
        </p:txBody>
      </p:sp>
      <p:sp>
        <p:nvSpPr>
          <p:cNvPr id="21" name="footer">
            <a:extLst>
              <a:ext uri="{FF2B5EF4-FFF2-40B4-BE49-F238E27FC236}">
                <a16:creationId xmlns:a16="http://schemas.microsoft.com/office/drawing/2014/main" id="{09EC508D-DD38-602F-FD2C-F6A96E04E082}"/>
              </a:ext>
              <a:ext uri="{C183D7F6-B498-43B3-948B-1728B52AA6E4}">
                <adec:decorative xmlns:adec="http://schemas.microsoft.com/office/drawing/2017/decorative" val="1"/>
              </a:ext>
            </a:extLst>
          </p:cNvPr>
          <p:cNvSpPr>
            <a:spLocks noGrp="1"/>
          </p:cNvSpPr>
          <p:nvPr>
            <p:ph type="ftr" sz="quarter" idx="11"/>
          </p:nvPr>
        </p:nvSpPr>
        <p:spPr bwMode="gray">
          <a:xfrm>
            <a:off x="0" y="6858000"/>
            <a:ext cx="0" cy="0"/>
          </a:xfrm>
        </p:spPr>
        <p:txBody>
          <a:bodyPr lIns="0" tIns="0" rIns="0" bIns="0"/>
          <a:lstStyle>
            <a:lvl1pPr>
              <a:defRPr sz="100">
                <a:solidFill>
                  <a:schemeClr val="bg1">
                    <a:alpha val="1000"/>
                  </a:schemeClr>
                </a:solidFill>
              </a:defRPr>
            </a:lvl1pPr>
          </a:lstStyle>
          <a:p>
            <a:r>
              <a:rPr lang="de-DE"/>
              <a:t>SNB - TGA - 28.08.2026</a:t>
            </a:r>
          </a:p>
        </p:txBody>
      </p:sp>
    </p:spTree>
    <p:extLst>
      <p:ext uri="{BB962C8B-B14F-4D97-AF65-F5344CB8AC3E}">
        <p14:creationId xmlns:p14="http://schemas.microsoft.com/office/powerpoint/2010/main" val="21031621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mp;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FFCB50B-5503-4467-8A0F-9FBB8B48B97D}"/>
              </a:ext>
            </a:extLst>
          </p:cNvPr>
          <p:cNvSpPr>
            <a:spLocks noGrp="1"/>
          </p:cNvSpPr>
          <p:nvPr>
            <p:ph type="title"/>
          </p:nvPr>
        </p:nvSpPr>
        <p:spPr bwMode="gray"/>
        <p:txBody>
          <a:bodyPr lIns="0" tIns="0" rIns="0" bIns="0"/>
          <a:lstStyle/>
          <a:p>
            <a:r>
              <a:rPr lang="de-DE"/>
              <a:t>Mastertitelformat bearbeiten</a:t>
            </a:r>
            <a:endParaRPr lang="en-US"/>
          </a:p>
        </p:txBody>
      </p:sp>
      <p:sp>
        <p:nvSpPr>
          <p:cNvPr id="4" name="MIO_CONVERT_SLIDES_SUBTITLE">
            <a:extLst>
              <a:ext uri="{FF2B5EF4-FFF2-40B4-BE49-F238E27FC236}">
                <a16:creationId xmlns:a16="http://schemas.microsoft.com/office/drawing/2014/main" id="{7086919D-8D03-4875-B9F0-05F0C8564079}"/>
              </a:ext>
            </a:extLst>
          </p:cNvPr>
          <p:cNvSpPr>
            <a:spLocks noGrp="1"/>
          </p:cNvSpPr>
          <p:nvPr>
            <p:ph type="body" sz="quarter" idx="14" hasCustomPrompt="1"/>
          </p:nvPr>
        </p:nvSpPr>
        <p:spPr bwMode="gray">
          <a:xfrm>
            <a:off x="525600" y="1022400"/>
            <a:ext cx="11138400" cy="504000"/>
          </a:xfrm>
        </p:spPr>
        <p:txBody>
          <a:bodyPr/>
          <a:lstStyle>
            <a:lvl1pPr>
              <a:lnSpc>
                <a:spcPct val="85000"/>
              </a:lnSpc>
              <a:spcBef>
                <a:spcPts val="0"/>
              </a:spcBef>
              <a:spcAft>
                <a:spcPts val="0"/>
              </a:spcAft>
              <a:defRPr sz="2000"/>
            </a:lvl1pPr>
          </a:lstStyle>
          <a:p>
            <a:pPr lvl="0"/>
            <a:r>
              <a:rPr lang="de-DE" err="1"/>
              <a:t>Subtitle</a:t>
            </a:r>
            <a:endParaRPr lang="en-US"/>
          </a:p>
        </p:txBody>
      </p:sp>
      <p:sp>
        <p:nvSpPr>
          <p:cNvPr id="7" name="content">
            <a:extLst>
              <a:ext uri="{FF2B5EF4-FFF2-40B4-BE49-F238E27FC236}">
                <a16:creationId xmlns:a16="http://schemas.microsoft.com/office/drawing/2014/main" id="{5ACBB9A0-3E08-4278-AF60-F20CD65CA5C6}"/>
              </a:ext>
            </a:extLst>
          </p:cNvPr>
          <p:cNvSpPr>
            <a:spLocks noGrp="1"/>
          </p:cNvSpPr>
          <p:nvPr>
            <p:ph idx="1"/>
          </p:nvPr>
        </p:nvSpPr>
        <p:spPr bwMode="gray">
          <a:xfrm>
            <a:off x="525600" y="1602000"/>
            <a:ext cx="11138400" cy="44964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slide number">
            <a:extLst>
              <a:ext uri="{FF2B5EF4-FFF2-40B4-BE49-F238E27FC236}">
                <a16:creationId xmlns:a16="http://schemas.microsoft.com/office/drawing/2014/main" id="{90B54C2D-8235-4852-8EB7-5E05529B2499}"/>
              </a:ext>
            </a:extLst>
          </p:cNvPr>
          <p:cNvSpPr>
            <a:spLocks noGrp="1"/>
          </p:cNvSpPr>
          <p:nvPr>
            <p:ph type="sldNum" sz="quarter" idx="12"/>
          </p:nvPr>
        </p:nvSpPr>
        <p:spPr bwMode="gray"/>
        <p:txBody>
          <a:bodyPr lIns="0" tIns="0" rIns="0" bIns="0"/>
          <a:lstStyle/>
          <a:p>
            <a:fld id="{9829449A-3FF3-45CE-9F4F-09BADC0910C6}" type="slidenum">
              <a:rPr lang="de-DE" noProof="0"/>
              <a:t>‹Nr.›</a:t>
            </a:fld>
            <a:endParaRPr lang="de-DE" noProof="0"/>
          </a:p>
        </p:txBody>
      </p:sp>
      <p:sp>
        <p:nvSpPr>
          <p:cNvPr id="5" name="footer">
            <a:extLst>
              <a:ext uri="{FF2B5EF4-FFF2-40B4-BE49-F238E27FC236}">
                <a16:creationId xmlns:a16="http://schemas.microsoft.com/office/drawing/2014/main" id="{A4534FC4-D037-44B0-B266-D9E820FC1DF2}"/>
              </a:ext>
            </a:extLst>
          </p:cNvPr>
          <p:cNvSpPr>
            <a:spLocks noGrp="1"/>
          </p:cNvSpPr>
          <p:nvPr>
            <p:ph type="ftr" sz="quarter" idx="11"/>
          </p:nvPr>
        </p:nvSpPr>
        <p:spPr bwMode="gray"/>
        <p:txBody>
          <a:bodyPr lIns="0" tIns="0" rIns="0" bIns="0"/>
          <a:lstStyle/>
          <a:p>
            <a:r>
              <a:rPr lang="de-DE" noProof="0"/>
              <a:t>SNB - TGA - 28.08.2026</a:t>
            </a:r>
          </a:p>
        </p:txBody>
      </p:sp>
      <p:sp>
        <p:nvSpPr>
          <p:cNvPr id="3" name="MIO_Placeholder_Mapping" hidden="1">
            <a:extLst>
              <a:ext uri="{FF2B5EF4-FFF2-40B4-BE49-F238E27FC236}">
                <a16:creationId xmlns:a16="http://schemas.microsoft.com/office/drawing/2014/main" id="{C25675CC-21EA-3CAD-87AE-C078ECA4B51D}"/>
              </a:ext>
            </a:extLst>
          </p:cNvPr>
          <p:cNvSpPr/>
          <p:nvPr userDrawn="1">
            <p:custDataLst>
              <p:tags r:id="rId1"/>
            </p:custDataLst>
          </p:nvPr>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1384412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6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ARK Title &amp; Content">
    <p:bg>
      <p:bgRef idx="1001">
        <a:schemeClr val="bg1"/>
      </p:bgRef>
    </p:bg>
    <p:spTree>
      <p:nvGrpSpPr>
        <p:cNvPr id="1" name=""/>
        <p:cNvGrpSpPr/>
        <p:nvPr/>
      </p:nvGrpSpPr>
      <p:grpSpPr>
        <a:xfrm>
          <a:off x="0" y="0"/>
          <a:ext cx="0" cy="0"/>
          <a:chOff x="0" y="0"/>
          <a:chExt cx="0" cy="0"/>
        </a:xfrm>
      </p:grpSpPr>
      <p:pic>
        <p:nvPicPr>
          <p:cNvPr id="3" name="background dreso">
            <a:extLst>
              <a:ext uri="{FF2B5EF4-FFF2-40B4-BE49-F238E27FC236}">
                <a16:creationId xmlns:a16="http://schemas.microsoft.com/office/drawing/2014/main" id="{5D38EE72-0690-4674-3982-774E2EBB82DA}"/>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white">
          <a:xfrm>
            <a:off x="0" y="0"/>
            <a:ext cx="12191999" cy="6858000"/>
          </a:xfrm>
          <a:prstGeom prst="rect">
            <a:avLst/>
          </a:prstGeom>
        </p:spPr>
      </p:pic>
      <p:sp>
        <p:nvSpPr>
          <p:cNvPr id="2" name="title">
            <a:extLst>
              <a:ext uri="{FF2B5EF4-FFF2-40B4-BE49-F238E27FC236}">
                <a16:creationId xmlns:a16="http://schemas.microsoft.com/office/drawing/2014/main" id="{8FFCB50B-5503-4467-8A0F-9FBB8B48B97D}"/>
              </a:ext>
            </a:extLst>
          </p:cNvPr>
          <p:cNvSpPr>
            <a:spLocks noGrp="1"/>
          </p:cNvSpPr>
          <p:nvPr>
            <p:ph type="title"/>
          </p:nvPr>
        </p:nvSpPr>
        <p:spPr bwMode="black"/>
        <p:txBody>
          <a:bodyPr lIns="0" tIns="0" rIns="0" bIns="0"/>
          <a:lstStyle>
            <a:lvl1pPr>
              <a:defRPr>
                <a:solidFill>
                  <a:schemeClr val="tx1"/>
                </a:solidFill>
              </a:defRPr>
            </a:lvl1pPr>
          </a:lstStyle>
          <a:p>
            <a:r>
              <a:rPr lang="de-DE"/>
              <a:t>Mastertitelformat bearbeiten</a:t>
            </a:r>
            <a:endParaRPr lang="en-US"/>
          </a:p>
        </p:txBody>
      </p:sp>
      <p:sp>
        <p:nvSpPr>
          <p:cNvPr id="4" name="MIO_CONVERT_SLIDES_SUBTITLE">
            <a:extLst>
              <a:ext uri="{FF2B5EF4-FFF2-40B4-BE49-F238E27FC236}">
                <a16:creationId xmlns:a16="http://schemas.microsoft.com/office/drawing/2014/main" id="{7086919D-8D03-4875-B9F0-05F0C8564079}"/>
              </a:ext>
            </a:extLst>
          </p:cNvPr>
          <p:cNvSpPr>
            <a:spLocks noGrp="1"/>
          </p:cNvSpPr>
          <p:nvPr>
            <p:ph type="body" sz="quarter" idx="14" hasCustomPrompt="1"/>
          </p:nvPr>
        </p:nvSpPr>
        <p:spPr bwMode="black">
          <a:xfrm>
            <a:off x="525600" y="1022400"/>
            <a:ext cx="11138400" cy="504000"/>
          </a:xfrm>
        </p:spPr>
        <p:txBody>
          <a:bodyPr/>
          <a:lstStyle>
            <a:lvl1pPr>
              <a:lnSpc>
                <a:spcPct val="85000"/>
              </a:lnSpc>
              <a:spcBef>
                <a:spcPts val="0"/>
              </a:spcBef>
              <a:spcAft>
                <a:spcPts val="0"/>
              </a:spcAft>
              <a:defRPr sz="2000">
                <a:solidFill>
                  <a:schemeClr val="tx1"/>
                </a:solidFill>
              </a:defRPr>
            </a:lvl1pPr>
          </a:lstStyle>
          <a:p>
            <a:pPr lvl="0"/>
            <a:r>
              <a:rPr lang="de-DE" err="1"/>
              <a:t>Subtitle</a:t>
            </a:r>
            <a:endParaRPr lang="en-US"/>
          </a:p>
        </p:txBody>
      </p:sp>
      <p:sp>
        <p:nvSpPr>
          <p:cNvPr id="7" name="content">
            <a:extLst>
              <a:ext uri="{FF2B5EF4-FFF2-40B4-BE49-F238E27FC236}">
                <a16:creationId xmlns:a16="http://schemas.microsoft.com/office/drawing/2014/main" id="{5ACBB9A0-3E08-4278-AF60-F20CD65CA5C6}"/>
              </a:ext>
            </a:extLst>
          </p:cNvPr>
          <p:cNvSpPr>
            <a:spLocks noGrp="1"/>
          </p:cNvSpPr>
          <p:nvPr>
            <p:ph idx="1"/>
          </p:nvPr>
        </p:nvSpPr>
        <p:spPr bwMode="black">
          <a:xfrm>
            <a:off x="525600" y="1602000"/>
            <a:ext cx="11138400" cy="4496400"/>
          </a:xfrm>
        </p:spPr>
        <p:txBody>
          <a:bodyPr/>
          <a:lstStyle>
            <a:lvl1pPr>
              <a:defRPr>
                <a:solidFill>
                  <a:schemeClr val="tx1"/>
                </a:solidFill>
              </a:defRPr>
            </a:lvl1pPr>
            <a:lvl2pPr>
              <a:buClr>
                <a:schemeClr val="tx1"/>
              </a:buClr>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defRPr>
                <a:solidFill>
                  <a:schemeClr val="tx1"/>
                </a:solidFill>
              </a:defRPr>
            </a:lvl5pPr>
            <a:lvl7pPr>
              <a:defRPr>
                <a:solidFill>
                  <a:schemeClr val="tx1"/>
                </a:solidFill>
              </a:defRPr>
            </a:lvl7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slide number">
            <a:extLst>
              <a:ext uri="{FF2B5EF4-FFF2-40B4-BE49-F238E27FC236}">
                <a16:creationId xmlns:a16="http://schemas.microsoft.com/office/drawing/2014/main" id="{90B54C2D-8235-4852-8EB7-5E05529B2499}"/>
              </a:ext>
            </a:extLst>
          </p:cNvPr>
          <p:cNvSpPr>
            <a:spLocks noGrp="1"/>
          </p:cNvSpPr>
          <p:nvPr>
            <p:ph type="sldNum" sz="quarter" idx="12"/>
          </p:nvPr>
        </p:nvSpPr>
        <p:spPr bwMode="black"/>
        <p:txBody>
          <a:bodyPr lIns="0" tIns="0" rIns="0" bIns="0"/>
          <a:lstStyle>
            <a:lvl1pPr>
              <a:defRPr>
                <a:solidFill>
                  <a:schemeClr val="tx1"/>
                </a:solidFill>
              </a:defRPr>
            </a:lvl1pPr>
          </a:lstStyle>
          <a:p>
            <a:fld id="{9829449A-3FF3-45CE-9F4F-09BADC0910C6}" type="slidenum">
              <a:rPr lang="de-DE"/>
              <a:pPr/>
              <a:t>‹Nr.›</a:t>
            </a:fld>
            <a:endParaRPr lang="de-DE"/>
          </a:p>
        </p:txBody>
      </p:sp>
      <p:sp>
        <p:nvSpPr>
          <p:cNvPr id="5" name="footer">
            <a:extLst>
              <a:ext uri="{FF2B5EF4-FFF2-40B4-BE49-F238E27FC236}">
                <a16:creationId xmlns:a16="http://schemas.microsoft.com/office/drawing/2014/main" id="{A4534FC4-D037-44B0-B266-D9E820FC1DF2}"/>
              </a:ext>
            </a:extLst>
          </p:cNvPr>
          <p:cNvSpPr>
            <a:spLocks noGrp="1"/>
          </p:cNvSpPr>
          <p:nvPr>
            <p:ph type="ftr" sz="quarter" idx="11"/>
          </p:nvPr>
        </p:nvSpPr>
        <p:spPr bwMode="black"/>
        <p:txBody>
          <a:bodyPr lIns="0" tIns="0" rIns="0" bIns="0"/>
          <a:lstStyle>
            <a:lvl1pPr>
              <a:defRPr>
                <a:solidFill>
                  <a:schemeClr val="tx1"/>
                </a:solidFill>
              </a:defRPr>
            </a:lvl1pPr>
          </a:lstStyle>
          <a:p>
            <a:r>
              <a:rPr lang="de-DE"/>
              <a:t>SNB - TGA - 28.08.2026</a:t>
            </a:r>
          </a:p>
        </p:txBody>
      </p:sp>
      <p:grpSp>
        <p:nvGrpSpPr>
          <p:cNvPr id="8" name="logo drees&amp;sommer blue">
            <a:extLst>
              <a:ext uri="{FF2B5EF4-FFF2-40B4-BE49-F238E27FC236}">
                <a16:creationId xmlns:a16="http://schemas.microsoft.com/office/drawing/2014/main" id="{C316DF8B-0659-1C32-3FD2-8E2399A36540}"/>
              </a:ext>
              <a:ext uri="{C183D7F6-B498-43B3-948B-1728B52AA6E4}">
                <adec:decorative xmlns:adec="http://schemas.microsoft.com/office/drawing/2017/decorative" val="1"/>
              </a:ext>
            </a:extLst>
          </p:cNvPr>
          <p:cNvGrpSpPr>
            <a:grpSpLocks noChangeAspect="1"/>
          </p:cNvGrpSpPr>
          <p:nvPr userDrawn="1"/>
        </p:nvGrpSpPr>
        <p:grpSpPr bwMode="black">
          <a:xfrm>
            <a:off x="10716797" y="6331911"/>
            <a:ext cx="948154" cy="286131"/>
            <a:chOff x="95247" y="1619247"/>
            <a:chExt cx="12004075" cy="3622552"/>
          </a:xfrm>
          <a:solidFill>
            <a:schemeClr val="tx1"/>
          </a:solidFill>
        </p:grpSpPr>
        <p:sp>
          <p:nvSpPr>
            <p:cNvPr id="9" name="d">
              <a:extLst>
                <a:ext uri="{FF2B5EF4-FFF2-40B4-BE49-F238E27FC236}">
                  <a16:creationId xmlns:a16="http://schemas.microsoft.com/office/drawing/2014/main" id="{2201F69C-F718-3BD4-3507-257EBFF8C84B}"/>
                </a:ext>
              </a:extLst>
            </p:cNvPr>
            <p:cNvSpPr/>
            <p:nvPr/>
          </p:nvSpPr>
          <p:spPr bwMode="black">
            <a:xfrm>
              <a:off x="146585" y="1619247"/>
              <a:ext cx="1890145" cy="1555528"/>
            </a:xfrm>
            <a:custGeom>
              <a:avLst/>
              <a:gdLst>
                <a:gd name="connsiteX0" fmla="*/ 361760 w 1890141"/>
                <a:gd name="connsiteY0" fmla="*/ 1263206 h 1555527"/>
                <a:gd name="connsiteX1" fmla="*/ 361760 w 1890141"/>
                <a:gd name="connsiteY1" fmla="*/ 277368 h 1555527"/>
                <a:gd name="connsiteX2" fmla="*/ 1003840 w 1890141"/>
                <a:gd name="connsiteY2" fmla="*/ 277368 h 1555527"/>
                <a:gd name="connsiteX3" fmla="*/ 1516380 w 1890141"/>
                <a:gd name="connsiteY3" fmla="*/ 762762 h 1555527"/>
                <a:gd name="connsiteX4" fmla="*/ 828961 w 1890141"/>
                <a:gd name="connsiteY4" fmla="*/ 1263206 h 1555527"/>
                <a:gd name="connsiteX5" fmla="*/ 361760 w 1890141"/>
                <a:gd name="connsiteY5" fmla="*/ 1263206 h 1555527"/>
                <a:gd name="connsiteX6" fmla="*/ 0 w 1890141"/>
                <a:gd name="connsiteY6" fmla="*/ 1555528 h 1555527"/>
                <a:gd name="connsiteX7" fmla="*/ 907447 w 1890141"/>
                <a:gd name="connsiteY7" fmla="*/ 1555528 h 1555527"/>
                <a:gd name="connsiteX8" fmla="*/ 1546574 w 1890141"/>
                <a:gd name="connsiteY8" fmla="*/ 1435037 h 1555527"/>
                <a:gd name="connsiteX9" fmla="*/ 1890141 w 1890141"/>
                <a:gd name="connsiteY9" fmla="*/ 768763 h 1555527"/>
                <a:gd name="connsiteX10" fmla="*/ 1000792 w 1890141"/>
                <a:gd name="connsiteY10" fmla="*/ 0 h 1555527"/>
                <a:gd name="connsiteX11" fmla="*/ 0 w 1890141"/>
                <a:gd name="connsiteY11" fmla="*/ 0 h 1555527"/>
                <a:gd name="connsiteX12" fmla="*/ 0 w 1890141"/>
                <a:gd name="connsiteY12" fmla="*/ 1555528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0141" h="1555527">
                  <a:moveTo>
                    <a:pt x="361760" y="1263206"/>
                  </a:moveTo>
                  <a:lnTo>
                    <a:pt x="361760" y="277368"/>
                  </a:lnTo>
                  <a:lnTo>
                    <a:pt x="1003840" y="277368"/>
                  </a:lnTo>
                  <a:cubicBezTo>
                    <a:pt x="1344549" y="277368"/>
                    <a:pt x="1516380" y="446246"/>
                    <a:pt x="1516380" y="762762"/>
                  </a:cubicBezTo>
                  <a:cubicBezTo>
                    <a:pt x="1516380" y="1148620"/>
                    <a:pt x="1287209" y="1263206"/>
                    <a:pt x="828961" y="1263206"/>
                  </a:cubicBezTo>
                  <a:lnTo>
                    <a:pt x="361760" y="1263206"/>
                  </a:lnTo>
                  <a:close/>
                  <a:moveTo>
                    <a:pt x="0" y="1555528"/>
                  </a:moveTo>
                  <a:lnTo>
                    <a:pt x="907447" y="1555528"/>
                  </a:lnTo>
                  <a:cubicBezTo>
                    <a:pt x="1184624" y="1555528"/>
                    <a:pt x="1395698" y="1528382"/>
                    <a:pt x="1546574" y="1435037"/>
                  </a:cubicBezTo>
                  <a:cubicBezTo>
                    <a:pt x="1763649" y="1302353"/>
                    <a:pt x="1890141" y="1061180"/>
                    <a:pt x="1890141" y="768763"/>
                  </a:cubicBezTo>
                  <a:cubicBezTo>
                    <a:pt x="1890141" y="286417"/>
                    <a:pt x="1582769" y="0"/>
                    <a:pt x="1000792" y="0"/>
                  </a:cubicBezTo>
                  <a:lnTo>
                    <a:pt x="0" y="0"/>
                  </a:lnTo>
                  <a:lnTo>
                    <a:pt x="0" y="1555528"/>
                  </a:lnTo>
                  <a:close/>
                </a:path>
              </a:pathLst>
            </a:custGeom>
            <a:grpFill/>
            <a:ln w="9525" cap="flat">
              <a:noFill/>
              <a:prstDash val="solid"/>
              <a:miter/>
            </a:ln>
          </p:spPr>
          <p:txBody>
            <a:bodyPr lIns="0" tIns="0" rIns="0" bIns="0" rtlCol="0" anchor="ctr"/>
            <a:lstStyle/>
            <a:p>
              <a:endParaRPr lang="de-DE" sz="100"/>
            </a:p>
          </p:txBody>
        </p:sp>
        <p:sp>
          <p:nvSpPr>
            <p:cNvPr id="10" name="r">
              <a:extLst>
                <a:ext uri="{FF2B5EF4-FFF2-40B4-BE49-F238E27FC236}">
                  <a16:creationId xmlns:a16="http://schemas.microsoft.com/office/drawing/2014/main" id="{95274FA3-BA0D-36F2-B4AE-12A33F505787}"/>
                </a:ext>
              </a:extLst>
            </p:cNvPr>
            <p:cNvSpPr/>
            <p:nvPr/>
          </p:nvSpPr>
          <p:spPr bwMode="black">
            <a:xfrm>
              <a:off x="2405150" y="1899664"/>
              <a:ext cx="1579811" cy="1275112"/>
            </a:xfrm>
            <a:custGeom>
              <a:avLst/>
              <a:gdLst>
                <a:gd name="connsiteX0" fmla="*/ 1015937 w 1579816"/>
                <a:gd name="connsiteY0" fmla="*/ 220028 h 1275111"/>
                <a:gd name="connsiteX1" fmla="*/ 1157668 w 1579816"/>
                <a:gd name="connsiteY1" fmla="*/ 322517 h 1275111"/>
                <a:gd name="connsiteX2" fmla="*/ 1157668 w 1579816"/>
                <a:gd name="connsiteY2" fmla="*/ 470249 h 1275111"/>
                <a:gd name="connsiteX3" fmla="*/ 1015937 w 1579816"/>
                <a:gd name="connsiteY3" fmla="*/ 572738 h 1275111"/>
                <a:gd name="connsiteX4" fmla="*/ 307467 w 1579816"/>
                <a:gd name="connsiteY4" fmla="*/ 572738 h 1275111"/>
                <a:gd name="connsiteX5" fmla="*/ 307467 w 1579816"/>
                <a:gd name="connsiteY5" fmla="*/ 220028 h 1275111"/>
                <a:gd name="connsiteX6" fmla="*/ 1015937 w 1579816"/>
                <a:gd name="connsiteY6" fmla="*/ 220028 h 1275111"/>
                <a:gd name="connsiteX7" fmla="*/ 0 w 1579816"/>
                <a:gd name="connsiteY7" fmla="*/ 1275112 h 1275111"/>
                <a:gd name="connsiteX8" fmla="*/ 307562 w 1579816"/>
                <a:gd name="connsiteY8" fmla="*/ 1275112 h 1275111"/>
                <a:gd name="connsiteX9" fmla="*/ 307562 w 1579816"/>
                <a:gd name="connsiteY9" fmla="*/ 792671 h 1275111"/>
                <a:gd name="connsiteX10" fmla="*/ 599980 w 1579816"/>
                <a:gd name="connsiteY10" fmla="*/ 792671 h 1275111"/>
                <a:gd name="connsiteX11" fmla="*/ 1133570 w 1579816"/>
                <a:gd name="connsiteY11" fmla="*/ 1275112 h 1275111"/>
                <a:gd name="connsiteX12" fmla="*/ 1579817 w 1579816"/>
                <a:gd name="connsiteY12" fmla="*/ 1275112 h 1275111"/>
                <a:gd name="connsiteX13" fmla="*/ 973741 w 1579816"/>
                <a:gd name="connsiteY13" fmla="*/ 792671 h 1275111"/>
                <a:gd name="connsiteX14" fmla="*/ 1148620 w 1579816"/>
                <a:gd name="connsiteY14" fmla="*/ 792671 h 1275111"/>
                <a:gd name="connsiteX15" fmla="*/ 1447133 w 1579816"/>
                <a:gd name="connsiteY15" fmla="*/ 548640 h 1275111"/>
                <a:gd name="connsiteX16" fmla="*/ 1447133 w 1579816"/>
                <a:gd name="connsiteY16" fmla="*/ 247174 h 1275111"/>
                <a:gd name="connsiteX17" fmla="*/ 1148620 w 1579816"/>
                <a:gd name="connsiteY17" fmla="*/ 0 h 1275111"/>
                <a:gd name="connsiteX18" fmla="*/ 0 w 1579816"/>
                <a:gd name="connsiteY18" fmla="*/ 0 h 1275111"/>
                <a:gd name="connsiteX19" fmla="*/ 0 w 1579816"/>
                <a:gd name="connsiteY19" fmla="*/ 1275112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79816" h="1275111">
                  <a:moveTo>
                    <a:pt x="1015937" y="220028"/>
                  </a:moveTo>
                  <a:cubicBezTo>
                    <a:pt x="1109282" y="220028"/>
                    <a:pt x="1157668" y="238220"/>
                    <a:pt x="1157668" y="322517"/>
                  </a:cubicBezTo>
                  <a:lnTo>
                    <a:pt x="1157668" y="470249"/>
                  </a:lnTo>
                  <a:cubicBezTo>
                    <a:pt x="1157668" y="554736"/>
                    <a:pt x="1109282" y="572738"/>
                    <a:pt x="1015937" y="572738"/>
                  </a:cubicBezTo>
                  <a:lnTo>
                    <a:pt x="307467" y="572738"/>
                  </a:lnTo>
                  <a:lnTo>
                    <a:pt x="307467" y="220028"/>
                  </a:lnTo>
                  <a:lnTo>
                    <a:pt x="1015937" y="220028"/>
                  </a:lnTo>
                  <a:close/>
                  <a:moveTo>
                    <a:pt x="0" y="1275112"/>
                  </a:moveTo>
                  <a:lnTo>
                    <a:pt x="307562" y="1275112"/>
                  </a:lnTo>
                  <a:lnTo>
                    <a:pt x="307562" y="792671"/>
                  </a:lnTo>
                  <a:lnTo>
                    <a:pt x="599980" y="792671"/>
                  </a:lnTo>
                  <a:lnTo>
                    <a:pt x="1133570" y="1275112"/>
                  </a:lnTo>
                  <a:lnTo>
                    <a:pt x="1579817" y="1275112"/>
                  </a:lnTo>
                  <a:lnTo>
                    <a:pt x="973741" y="792671"/>
                  </a:lnTo>
                  <a:lnTo>
                    <a:pt x="1148620" y="792671"/>
                  </a:lnTo>
                  <a:cubicBezTo>
                    <a:pt x="1353693" y="792671"/>
                    <a:pt x="1447133" y="723329"/>
                    <a:pt x="1447133" y="548640"/>
                  </a:cubicBezTo>
                  <a:lnTo>
                    <a:pt x="1447133" y="247174"/>
                  </a:lnTo>
                  <a:cubicBezTo>
                    <a:pt x="1447133" y="69342"/>
                    <a:pt x="1353598" y="0"/>
                    <a:pt x="1148620" y="0"/>
                  </a:cubicBezTo>
                  <a:lnTo>
                    <a:pt x="0" y="0"/>
                  </a:lnTo>
                  <a:lnTo>
                    <a:pt x="0" y="1275112"/>
                  </a:lnTo>
                  <a:close/>
                </a:path>
              </a:pathLst>
            </a:custGeom>
            <a:grpFill/>
            <a:ln w="9525" cap="flat">
              <a:noFill/>
              <a:prstDash val="solid"/>
              <a:miter/>
            </a:ln>
          </p:spPr>
          <p:txBody>
            <a:bodyPr lIns="0" tIns="0" rIns="0" bIns="0" rtlCol="0" anchor="ctr"/>
            <a:lstStyle/>
            <a:p>
              <a:endParaRPr lang="de-DE" sz="100"/>
            </a:p>
          </p:txBody>
        </p:sp>
        <p:sp>
          <p:nvSpPr>
            <p:cNvPr id="11" name="e">
              <a:extLst>
                <a:ext uri="{FF2B5EF4-FFF2-40B4-BE49-F238E27FC236}">
                  <a16:creationId xmlns:a16="http://schemas.microsoft.com/office/drawing/2014/main" id="{F8A16897-EEBB-54E2-A33A-C26694D42C74}"/>
                </a:ext>
              </a:extLst>
            </p:cNvPr>
            <p:cNvSpPr/>
            <p:nvPr/>
          </p:nvSpPr>
          <p:spPr bwMode="black">
            <a:xfrm>
              <a:off x="4279102" y="1899664"/>
              <a:ext cx="1383701" cy="1275112"/>
            </a:xfrm>
            <a:custGeom>
              <a:avLst/>
              <a:gdLst>
                <a:gd name="connsiteX0" fmla="*/ 0 w 1383696"/>
                <a:gd name="connsiteY0" fmla="*/ 1275112 h 1275111"/>
                <a:gd name="connsiteX1" fmla="*/ 1383697 w 1383696"/>
                <a:gd name="connsiteY1" fmla="*/ 1275112 h 1275111"/>
                <a:gd name="connsiteX2" fmla="*/ 1383697 w 1383696"/>
                <a:gd name="connsiteY2" fmla="*/ 1036987 h 1275111"/>
                <a:gd name="connsiteX3" fmla="*/ 313563 w 1383696"/>
                <a:gd name="connsiteY3" fmla="*/ 1036987 h 1275111"/>
                <a:gd name="connsiteX4" fmla="*/ 313563 w 1383696"/>
                <a:gd name="connsiteY4" fmla="*/ 723424 h 1275111"/>
                <a:gd name="connsiteX5" fmla="*/ 928497 w 1383696"/>
                <a:gd name="connsiteY5" fmla="*/ 723424 h 1275111"/>
                <a:gd name="connsiteX6" fmla="*/ 928497 w 1383696"/>
                <a:gd name="connsiteY6" fmla="*/ 503396 h 1275111"/>
                <a:gd name="connsiteX7" fmla="*/ 313563 w 1383696"/>
                <a:gd name="connsiteY7" fmla="*/ 503396 h 1275111"/>
                <a:gd name="connsiteX8" fmla="*/ 313563 w 1383696"/>
                <a:gd name="connsiteY8" fmla="*/ 226028 h 1275111"/>
                <a:gd name="connsiteX9" fmla="*/ 1368743 w 1383696"/>
                <a:gd name="connsiteY9" fmla="*/ 226028 h 1275111"/>
                <a:gd name="connsiteX10" fmla="*/ 1368743 w 1383696"/>
                <a:gd name="connsiteY10" fmla="*/ 0 h 1275111"/>
                <a:gd name="connsiteX11" fmla="*/ 0 w 1383696"/>
                <a:gd name="connsiteY11" fmla="*/ 0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3696" h="1275111">
                  <a:moveTo>
                    <a:pt x="0" y="1275112"/>
                  </a:moveTo>
                  <a:lnTo>
                    <a:pt x="1383697" y="1275112"/>
                  </a:lnTo>
                  <a:lnTo>
                    <a:pt x="1383697" y="1036987"/>
                  </a:lnTo>
                  <a:lnTo>
                    <a:pt x="313563" y="1036987"/>
                  </a:lnTo>
                  <a:lnTo>
                    <a:pt x="313563" y="723424"/>
                  </a:lnTo>
                  <a:lnTo>
                    <a:pt x="928497" y="723424"/>
                  </a:lnTo>
                  <a:lnTo>
                    <a:pt x="928497" y="503396"/>
                  </a:lnTo>
                  <a:lnTo>
                    <a:pt x="313563" y="503396"/>
                  </a:lnTo>
                  <a:lnTo>
                    <a:pt x="313563" y="226028"/>
                  </a:lnTo>
                  <a:lnTo>
                    <a:pt x="1368743" y="226028"/>
                  </a:lnTo>
                  <a:lnTo>
                    <a:pt x="1368743" y="0"/>
                  </a:lnTo>
                  <a:lnTo>
                    <a:pt x="0" y="0"/>
                  </a:lnTo>
                  <a:close/>
                </a:path>
              </a:pathLst>
            </a:custGeom>
            <a:grpFill/>
            <a:ln w="9525" cap="flat">
              <a:noFill/>
              <a:prstDash val="solid"/>
              <a:miter/>
            </a:ln>
          </p:spPr>
          <p:txBody>
            <a:bodyPr lIns="0" tIns="0" rIns="0" bIns="0" rtlCol="0" anchor="ctr"/>
            <a:lstStyle/>
            <a:p>
              <a:endParaRPr lang="de-DE" sz="100"/>
            </a:p>
          </p:txBody>
        </p:sp>
        <p:sp>
          <p:nvSpPr>
            <p:cNvPr id="12" name="e">
              <a:extLst>
                <a:ext uri="{FF2B5EF4-FFF2-40B4-BE49-F238E27FC236}">
                  <a16:creationId xmlns:a16="http://schemas.microsoft.com/office/drawing/2014/main" id="{5EB64B3F-03FC-AD15-884A-4708C58CB758}"/>
                </a:ext>
              </a:extLst>
            </p:cNvPr>
            <p:cNvSpPr/>
            <p:nvPr/>
          </p:nvSpPr>
          <p:spPr bwMode="black">
            <a:xfrm>
              <a:off x="6022562" y="1899664"/>
              <a:ext cx="1383701" cy="1275112"/>
            </a:xfrm>
            <a:custGeom>
              <a:avLst/>
              <a:gdLst>
                <a:gd name="connsiteX0" fmla="*/ 0 w 1383696"/>
                <a:gd name="connsiteY0" fmla="*/ 1275112 h 1275111"/>
                <a:gd name="connsiteX1" fmla="*/ 1383697 w 1383696"/>
                <a:gd name="connsiteY1" fmla="*/ 1275112 h 1275111"/>
                <a:gd name="connsiteX2" fmla="*/ 1383697 w 1383696"/>
                <a:gd name="connsiteY2" fmla="*/ 1036987 h 1275111"/>
                <a:gd name="connsiteX3" fmla="*/ 313563 w 1383696"/>
                <a:gd name="connsiteY3" fmla="*/ 1036987 h 1275111"/>
                <a:gd name="connsiteX4" fmla="*/ 313563 w 1383696"/>
                <a:gd name="connsiteY4" fmla="*/ 723424 h 1275111"/>
                <a:gd name="connsiteX5" fmla="*/ 928497 w 1383696"/>
                <a:gd name="connsiteY5" fmla="*/ 723424 h 1275111"/>
                <a:gd name="connsiteX6" fmla="*/ 928497 w 1383696"/>
                <a:gd name="connsiteY6" fmla="*/ 503396 h 1275111"/>
                <a:gd name="connsiteX7" fmla="*/ 313563 w 1383696"/>
                <a:gd name="connsiteY7" fmla="*/ 503396 h 1275111"/>
                <a:gd name="connsiteX8" fmla="*/ 313563 w 1383696"/>
                <a:gd name="connsiteY8" fmla="*/ 226028 h 1275111"/>
                <a:gd name="connsiteX9" fmla="*/ 1368743 w 1383696"/>
                <a:gd name="connsiteY9" fmla="*/ 226028 h 1275111"/>
                <a:gd name="connsiteX10" fmla="*/ 1368743 w 1383696"/>
                <a:gd name="connsiteY10" fmla="*/ 0 h 1275111"/>
                <a:gd name="connsiteX11" fmla="*/ 0 w 1383696"/>
                <a:gd name="connsiteY11" fmla="*/ 0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3696" h="1275111">
                  <a:moveTo>
                    <a:pt x="0" y="1275112"/>
                  </a:moveTo>
                  <a:lnTo>
                    <a:pt x="1383697" y="1275112"/>
                  </a:lnTo>
                  <a:lnTo>
                    <a:pt x="1383697" y="1036987"/>
                  </a:lnTo>
                  <a:lnTo>
                    <a:pt x="313563" y="1036987"/>
                  </a:lnTo>
                  <a:lnTo>
                    <a:pt x="313563" y="723424"/>
                  </a:lnTo>
                  <a:lnTo>
                    <a:pt x="928497" y="723424"/>
                  </a:lnTo>
                  <a:lnTo>
                    <a:pt x="928497" y="503396"/>
                  </a:lnTo>
                  <a:lnTo>
                    <a:pt x="313563" y="503396"/>
                  </a:lnTo>
                  <a:lnTo>
                    <a:pt x="313563" y="226028"/>
                  </a:lnTo>
                  <a:lnTo>
                    <a:pt x="1368743" y="226028"/>
                  </a:lnTo>
                  <a:lnTo>
                    <a:pt x="1368743" y="0"/>
                  </a:lnTo>
                  <a:lnTo>
                    <a:pt x="0" y="0"/>
                  </a:lnTo>
                  <a:close/>
                </a:path>
              </a:pathLst>
            </a:custGeom>
            <a:grpFill/>
            <a:ln w="9525" cap="flat">
              <a:noFill/>
              <a:prstDash val="solid"/>
              <a:miter/>
            </a:ln>
          </p:spPr>
          <p:txBody>
            <a:bodyPr lIns="0" tIns="0" rIns="0" bIns="0" rtlCol="0" anchor="ctr"/>
            <a:lstStyle/>
            <a:p>
              <a:endParaRPr lang="de-DE" sz="100"/>
            </a:p>
          </p:txBody>
        </p:sp>
        <p:sp>
          <p:nvSpPr>
            <p:cNvPr id="13" name="s">
              <a:extLst>
                <a:ext uri="{FF2B5EF4-FFF2-40B4-BE49-F238E27FC236}">
                  <a16:creationId xmlns:a16="http://schemas.microsoft.com/office/drawing/2014/main" id="{28D75B1D-B4E7-1281-8D40-44E5B8CF383B}"/>
                </a:ext>
              </a:extLst>
            </p:cNvPr>
            <p:cNvSpPr/>
            <p:nvPr/>
          </p:nvSpPr>
          <p:spPr bwMode="black">
            <a:xfrm>
              <a:off x="7714204" y="1899664"/>
              <a:ext cx="1495239" cy="1275213"/>
            </a:xfrm>
            <a:custGeom>
              <a:avLst/>
              <a:gdLst>
                <a:gd name="connsiteX0" fmla="*/ 1211770 w 1495234"/>
                <a:gd name="connsiteY0" fmla="*/ 229076 h 1275207"/>
                <a:gd name="connsiteX1" fmla="*/ 1211770 w 1495234"/>
                <a:gd name="connsiteY1" fmla="*/ 348234 h 1275207"/>
                <a:gd name="connsiteX2" fmla="*/ 1479995 w 1495234"/>
                <a:gd name="connsiteY2" fmla="*/ 291084 h 1275207"/>
                <a:gd name="connsiteX3" fmla="*/ 1479995 w 1495234"/>
                <a:gd name="connsiteY3" fmla="*/ 277368 h 1275207"/>
                <a:gd name="connsiteX4" fmla="*/ 1145477 w 1495234"/>
                <a:gd name="connsiteY4" fmla="*/ 0 h 1275207"/>
                <a:gd name="connsiteX5" fmla="*/ 388905 w 1495234"/>
                <a:gd name="connsiteY5" fmla="*/ 0 h 1275207"/>
                <a:gd name="connsiteX6" fmla="*/ 54197 w 1495234"/>
                <a:gd name="connsiteY6" fmla="*/ 301561 h 1275207"/>
                <a:gd name="connsiteX7" fmla="*/ 54197 w 1495234"/>
                <a:gd name="connsiteY7" fmla="*/ 443294 h 1275207"/>
                <a:gd name="connsiteX8" fmla="*/ 388905 w 1495234"/>
                <a:gd name="connsiteY8" fmla="*/ 744665 h 1275207"/>
                <a:gd name="connsiteX9" fmla="*/ 1214818 w 1495234"/>
                <a:gd name="connsiteY9" fmla="*/ 744665 h 1275207"/>
                <a:gd name="connsiteX10" fmla="*/ 1214818 w 1495234"/>
                <a:gd name="connsiteY10" fmla="*/ 1037177 h 1275207"/>
                <a:gd name="connsiteX11" fmla="*/ 277177 w 1495234"/>
                <a:gd name="connsiteY11" fmla="*/ 1037177 h 1275207"/>
                <a:gd name="connsiteX12" fmla="*/ 277177 w 1495234"/>
                <a:gd name="connsiteY12" fmla="*/ 902875 h 1275207"/>
                <a:gd name="connsiteX13" fmla="*/ 0 w 1495234"/>
                <a:gd name="connsiteY13" fmla="*/ 954214 h 1275207"/>
                <a:gd name="connsiteX14" fmla="*/ 0 w 1495234"/>
                <a:gd name="connsiteY14" fmla="*/ 973836 h 1275207"/>
                <a:gd name="connsiteX15" fmla="*/ 334518 w 1495234"/>
                <a:gd name="connsiteY15" fmla="*/ 1275207 h 1275207"/>
                <a:gd name="connsiteX16" fmla="*/ 1163669 w 1495234"/>
                <a:gd name="connsiteY16" fmla="*/ 1275207 h 1275207"/>
                <a:gd name="connsiteX17" fmla="*/ 1495234 w 1495234"/>
                <a:gd name="connsiteY17" fmla="*/ 973836 h 1275207"/>
                <a:gd name="connsiteX18" fmla="*/ 1495234 w 1495234"/>
                <a:gd name="connsiteY18" fmla="*/ 798957 h 1275207"/>
                <a:gd name="connsiteX19" fmla="*/ 1163669 w 1495234"/>
                <a:gd name="connsiteY19" fmla="*/ 497586 h 1275207"/>
                <a:gd name="connsiteX20" fmla="*/ 334518 w 1495234"/>
                <a:gd name="connsiteY20" fmla="*/ 497586 h 1275207"/>
                <a:gd name="connsiteX21" fmla="*/ 334518 w 1495234"/>
                <a:gd name="connsiteY21" fmla="*/ 229076 h 1275207"/>
                <a:gd name="connsiteX22" fmla="*/ 1211770 w 1495234"/>
                <a:gd name="connsiteY22" fmla="*/ 229076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95234" h="1275207">
                  <a:moveTo>
                    <a:pt x="1211770" y="229076"/>
                  </a:moveTo>
                  <a:lnTo>
                    <a:pt x="1211770" y="348234"/>
                  </a:lnTo>
                  <a:lnTo>
                    <a:pt x="1479995" y="291084"/>
                  </a:lnTo>
                  <a:lnTo>
                    <a:pt x="1479995" y="277368"/>
                  </a:lnTo>
                  <a:cubicBezTo>
                    <a:pt x="1479995" y="54388"/>
                    <a:pt x="1380649" y="0"/>
                    <a:pt x="1145477" y="0"/>
                  </a:cubicBezTo>
                  <a:lnTo>
                    <a:pt x="388905" y="0"/>
                  </a:lnTo>
                  <a:cubicBezTo>
                    <a:pt x="138684" y="0"/>
                    <a:pt x="54197" y="60388"/>
                    <a:pt x="54197" y="301561"/>
                  </a:cubicBezTo>
                  <a:lnTo>
                    <a:pt x="54197" y="443294"/>
                  </a:lnTo>
                  <a:cubicBezTo>
                    <a:pt x="54197" y="684467"/>
                    <a:pt x="138684" y="744665"/>
                    <a:pt x="388905" y="744665"/>
                  </a:cubicBezTo>
                  <a:lnTo>
                    <a:pt x="1214818" y="744665"/>
                  </a:lnTo>
                  <a:lnTo>
                    <a:pt x="1214818" y="1037177"/>
                  </a:lnTo>
                  <a:lnTo>
                    <a:pt x="277177" y="1037177"/>
                  </a:lnTo>
                  <a:lnTo>
                    <a:pt x="277177" y="902875"/>
                  </a:lnTo>
                  <a:lnTo>
                    <a:pt x="0" y="954214"/>
                  </a:lnTo>
                  <a:lnTo>
                    <a:pt x="0" y="973836"/>
                  </a:lnTo>
                  <a:cubicBezTo>
                    <a:pt x="0" y="1212056"/>
                    <a:pt x="81343" y="1275207"/>
                    <a:pt x="334518" y="1275207"/>
                  </a:cubicBezTo>
                  <a:lnTo>
                    <a:pt x="1163669" y="1275207"/>
                  </a:lnTo>
                  <a:cubicBezTo>
                    <a:pt x="1416844" y="1275207"/>
                    <a:pt x="1495234" y="1212056"/>
                    <a:pt x="1495234" y="973836"/>
                  </a:cubicBezTo>
                  <a:lnTo>
                    <a:pt x="1495234" y="798957"/>
                  </a:lnTo>
                  <a:cubicBezTo>
                    <a:pt x="1495234" y="557784"/>
                    <a:pt x="1416939" y="497586"/>
                    <a:pt x="1163669" y="497586"/>
                  </a:cubicBezTo>
                  <a:lnTo>
                    <a:pt x="334518" y="497586"/>
                  </a:lnTo>
                  <a:lnTo>
                    <a:pt x="334518" y="229076"/>
                  </a:lnTo>
                  <a:lnTo>
                    <a:pt x="1211770" y="229076"/>
                  </a:lnTo>
                  <a:close/>
                </a:path>
              </a:pathLst>
            </a:custGeom>
            <a:grpFill/>
            <a:ln w="9525" cap="flat">
              <a:noFill/>
              <a:prstDash val="solid"/>
              <a:miter/>
            </a:ln>
          </p:spPr>
          <p:txBody>
            <a:bodyPr lIns="0" tIns="0" rIns="0" bIns="0" rtlCol="0" anchor="ctr"/>
            <a:lstStyle/>
            <a:p>
              <a:endParaRPr lang="de-DE" sz="100"/>
            </a:p>
          </p:txBody>
        </p:sp>
        <p:sp>
          <p:nvSpPr>
            <p:cNvPr id="14" name="&amp;">
              <a:extLst>
                <a:ext uri="{FF2B5EF4-FFF2-40B4-BE49-F238E27FC236}">
                  <a16:creationId xmlns:a16="http://schemas.microsoft.com/office/drawing/2014/main" id="{CFCB0EBD-0C88-CA1A-83DB-2E7C5A24B109}"/>
                </a:ext>
              </a:extLst>
            </p:cNvPr>
            <p:cNvSpPr/>
            <p:nvPr/>
          </p:nvSpPr>
          <p:spPr bwMode="black">
            <a:xfrm>
              <a:off x="9995063" y="1619247"/>
              <a:ext cx="2104259" cy="1555528"/>
            </a:xfrm>
            <a:custGeom>
              <a:avLst/>
              <a:gdLst>
                <a:gd name="connsiteX0" fmla="*/ 304514 w 2104263"/>
                <a:gd name="connsiteY0" fmla="*/ 1284161 h 1555527"/>
                <a:gd name="connsiteX1" fmla="*/ 304514 w 2104263"/>
                <a:gd name="connsiteY1" fmla="*/ 1018985 h 1555527"/>
                <a:gd name="connsiteX2" fmla="*/ 702373 w 2104263"/>
                <a:gd name="connsiteY2" fmla="*/ 771811 h 1555527"/>
                <a:gd name="connsiteX3" fmla="*/ 1169575 w 2104263"/>
                <a:gd name="connsiteY3" fmla="*/ 1160717 h 1555527"/>
                <a:gd name="connsiteX4" fmla="*/ 1024890 w 2104263"/>
                <a:gd name="connsiteY4" fmla="*/ 1284256 h 1555527"/>
                <a:gd name="connsiteX5" fmla="*/ 304514 w 2104263"/>
                <a:gd name="connsiteY5" fmla="*/ 1284256 h 1555527"/>
                <a:gd name="connsiteX6" fmla="*/ 388811 w 2104263"/>
                <a:gd name="connsiteY6" fmla="*/ 1555528 h 1555527"/>
                <a:gd name="connsiteX7" fmla="*/ 943547 w 2104263"/>
                <a:gd name="connsiteY7" fmla="*/ 1555528 h 1555527"/>
                <a:gd name="connsiteX8" fmla="*/ 1235964 w 2104263"/>
                <a:gd name="connsiteY8" fmla="*/ 1461992 h 1555527"/>
                <a:gd name="connsiteX9" fmla="*/ 1374649 w 2104263"/>
                <a:gd name="connsiteY9" fmla="*/ 1338453 h 1555527"/>
                <a:gd name="connsiteX10" fmla="*/ 1630870 w 2104263"/>
                <a:gd name="connsiteY10" fmla="*/ 1555528 h 1555527"/>
                <a:gd name="connsiteX11" fmla="*/ 2104264 w 2104263"/>
                <a:gd name="connsiteY11" fmla="*/ 1555528 h 1555527"/>
                <a:gd name="connsiteX12" fmla="*/ 1612869 w 2104263"/>
                <a:gd name="connsiteY12" fmla="*/ 1142429 h 1555527"/>
                <a:gd name="connsiteX13" fmla="*/ 1971580 w 2104263"/>
                <a:gd name="connsiteY13" fmla="*/ 844106 h 1555527"/>
                <a:gd name="connsiteX14" fmla="*/ 1766507 w 2104263"/>
                <a:gd name="connsiteY14" fmla="*/ 666274 h 1555527"/>
                <a:gd name="connsiteX15" fmla="*/ 1404747 w 2104263"/>
                <a:gd name="connsiteY15" fmla="*/ 967645 h 1555527"/>
                <a:gd name="connsiteX16" fmla="*/ 672180 w 2104263"/>
                <a:gd name="connsiteY16" fmla="*/ 358712 h 1555527"/>
                <a:gd name="connsiteX17" fmla="*/ 672180 w 2104263"/>
                <a:gd name="connsiteY17" fmla="*/ 247174 h 1555527"/>
                <a:gd name="connsiteX18" fmla="*/ 1181767 w 2104263"/>
                <a:gd name="connsiteY18" fmla="*/ 247174 h 1555527"/>
                <a:gd name="connsiteX19" fmla="*/ 1181767 w 2104263"/>
                <a:gd name="connsiteY19" fmla="*/ 455295 h 1555527"/>
                <a:gd name="connsiteX20" fmla="*/ 1461992 w 2104263"/>
                <a:gd name="connsiteY20" fmla="*/ 407099 h 1555527"/>
                <a:gd name="connsiteX21" fmla="*/ 1461992 w 2104263"/>
                <a:gd name="connsiteY21" fmla="*/ 313563 h 1555527"/>
                <a:gd name="connsiteX22" fmla="*/ 1076134 w 2104263"/>
                <a:gd name="connsiteY22" fmla="*/ 0 h 1555527"/>
                <a:gd name="connsiteX23" fmla="*/ 762763 w 2104263"/>
                <a:gd name="connsiteY23" fmla="*/ 0 h 1555527"/>
                <a:gd name="connsiteX24" fmla="*/ 376905 w 2104263"/>
                <a:gd name="connsiteY24" fmla="*/ 283369 h 1555527"/>
                <a:gd name="connsiteX25" fmla="*/ 376905 w 2104263"/>
                <a:gd name="connsiteY25" fmla="*/ 370713 h 1555527"/>
                <a:gd name="connsiteX26" fmla="*/ 509588 w 2104263"/>
                <a:gd name="connsiteY26" fmla="*/ 605885 h 1555527"/>
                <a:gd name="connsiteX27" fmla="*/ 192881 w 2104263"/>
                <a:gd name="connsiteY27" fmla="*/ 795909 h 1555527"/>
                <a:gd name="connsiteX28" fmla="*/ 0 w 2104263"/>
                <a:gd name="connsiteY28" fmla="*/ 1085279 h 1555527"/>
                <a:gd name="connsiteX29" fmla="*/ 0 w 2104263"/>
                <a:gd name="connsiteY29" fmla="*/ 1187768 h 1555527"/>
                <a:gd name="connsiteX30" fmla="*/ 388811 w 2104263"/>
                <a:gd name="connsiteY30" fmla="*/ 1555528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04263" h="1555527">
                  <a:moveTo>
                    <a:pt x="304514" y="1284161"/>
                  </a:moveTo>
                  <a:lnTo>
                    <a:pt x="304514" y="1018985"/>
                  </a:lnTo>
                  <a:lnTo>
                    <a:pt x="702373" y="771811"/>
                  </a:lnTo>
                  <a:lnTo>
                    <a:pt x="1169575" y="1160717"/>
                  </a:lnTo>
                  <a:lnTo>
                    <a:pt x="1024890" y="1284256"/>
                  </a:lnTo>
                  <a:lnTo>
                    <a:pt x="304514" y="1284256"/>
                  </a:lnTo>
                  <a:close/>
                  <a:moveTo>
                    <a:pt x="388811" y="1555528"/>
                  </a:moveTo>
                  <a:lnTo>
                    <a:pt x="943547" y="1555528"/>
                  </a:lnTo>
                  <a:cubicBezTo>
                    <a:pt x="1073087" y="1555528"/>
                    <a:pt x="1136428" y="1549527"/>
                    <a:pt x="1235964" y="1461992"/>
                  </a:cubicBezTo>
                  <a:lnTo>
                    <a:pt x="1374649" y="1338453"/>
                  </a:lnTo>
                  <a:lnTo>
                    <a:pt x="1630870" y="1555528"/>
                  </a:lnTo>
                  <a:lnTo>
                    <a:pt x="2104264" y="1555528"/>
                  </a:lnTo>
                  <a:lnTo>
                    <a:pt x="1612869" y="1142429"/>
                  </a:lnTo>
                  <a:lnTo>
                    <a:pt x="1971580" y="844106"/>
                  </a:lnTo>
                  <a:lnTo>
                    <a:pt x="1766507" y="666274"/>
                  </a:lnTo>
                  <a:lnTo>
                    <a:pt x="1404747" y="967645"/>
                  </a:lnTo>
                  <a:lnTo>
                    <a:pt x="672180" y="358712"/>
                  </a:lnTo>
                  <a:lnTo>
                    <a:pt x="672180" y="247174"/>
                  </a:lnTo>
                  <a:lnTo>
                    <a:pt x="1181767" y="247174"/>
                  </a:lnTo>
                  <a:lnTo>
                    <a:pt x="1181767" y="455295"/>
                  </a:lnTo>
                  <a:lnTo>
                    <a:pt x="1461992" y="407099"/>
                  </a:lnTo>
                  <a:lnTo>
                    <a:pt x="1461992" y="313563"/>
                  </a:lnTo>
                  <a:cubicBezTo>
                    <a:pt x="1461992" y="60389"/>
                    <a:pt x="1356456" y="0"/>
                    <a:pt x="1076134" y="0"/>
                  </a:cubicBezTo>
                  <a:lnTo>
                    <a:pt x="762763" y="0"/>
                  </a:lnTo>
                  <a:cubicBezTo>
                    <a:pt x="497395" y="0"/>
                    <a:pt x="376905" y="60389"/>
                    <a:pt x="376905" y="283369"/>
                  </a:cubicBezTo>
                  <a:lnTo>
                    <a:pt x="376905" y="370713"/>
                  </a:lnTo>
                  <a:cubicBezTo>
                    <a:pt x="376905" y="461200"/>
                    <a:pt x="419100" y="530543"/>
                    <a:pt x="509588" y="605885"/>
                  </a:cubicBezTo>
                  <a:lnTo>
                    <a:pt x="192881" y="795909"/>
                  </a:lnTo>
                  <a:cubicBezTo>
                    <a:pt x="57341" y="877253"/>
                    <a:pt x="0" y="925449"/>
                    <a:pt x="0" y="1085279"/>
                  </a:cubicBezTo>
                  <a:lnTo>
                    <a:pt x="0" y="1187768"/>
                  </a:lnTo>
                  <a:cubicBezTo>
                    <a:pt x="0" y="1480185"/>
                    <a:pt x="96488" y="1555528"/>
                    <a:pt x="388811" y="1555528"/>
                  </a:cubicBezTo>
                </a:path>
              </a:pathLst>
            </a:custGeom>
            <a:grpFill/>
            <a:ln w="9525" cap="flat">
              <a:noFill/>
              <a:prstDash val="solid"/>
              <a:miter/>
            </a:ln>
          </p:spPr>
          <p:txBody>
            <a:bodyPr lIns="0" tIns="0" rIns="0" bIns="0" rtlCol="0" anchor="ctr"/>
            <a:lstStyle/>
            <a:p>
              <a:endParaRPr lang="de-DE" sz="100"/>
            </a:p>
          </p:txBody>
        </p:sp>
        <p:sp>
          <p:nvSpPr>
            <p:cNvPr id="15" name="s">
              <a:extLst>
                <a:ext uri="{FF2B5EF4-FFF2-40B4-BE49-F238E27FC236}">
                  <a16:creationId xmlns:a16="http://schemas.microsoft.com/office/drawing/2014/main" id="{56F8EC74-A14D-D1E0-E6F1-C95FFDD128E2}"/>
                </a:ext>
              </a:extLst>
            </p:cNvPr>
            <p:cNvSpPr/>
            <p:nvPr/>
          </p:nvSpPr>
          <p:spPr bwMode="black">
            <a:xfrm>
              <a:off x="95247" y="3686081"/>
              <a:ext cx="1739650" cy="1555528"/>
            </a:xfrm>
            <a:custGeom>
              <a:avLst/>
              <a:gdLst>
                <a:gd name="connsiteX0" fmla="*/ 1398842 w 1739645"/>
                <a:gd name="connsiteY0" fmla="*/ 271367 h 1555527"/>
                <a:gd name="connsiteX1" fmla="*/ 1398842 w 1739645"/>
                <a:gd name="connsiteY1" fmla="*/ 439865 h 1555527"/>
                <a:gd name="connsiteX2" fmla="*/ 1718405 w 1739645"/>
                <a:gd name="connsiteY2" fmla="*/ 364522 h 1555527"/>
                <a:gd name="connsiteX3" fmla="*/ 1718405 w 1739645"/>
                <a:gd name="connsiteY3" fmla="*/ 340709 h 1555527"/>
                <a:gd name="connsiteX4" fmla="*/ 1332548 w 1739645"/>
                <a:gd name="connsiteY4" fmla="*/ 0 h 1555527"/>
                <a:gd name="connsiteX5" fmla="*/ 449199 w 1739645"/>
                <a:gd name="connsiteY5" fmla="*/ 0 h 1555527"/>
                <a:gd name="connsiteX6" fmla="*/ 63341 w 1739645"/>
                <a:gd name="connsiteY6" fmla="*/ 367855 h 1555527"/>
                <a:gd name="connsiteX7" fmla="*/ 63341 w 1739645"/>
                <a:gd name="connsiteY7" fmla="*/ 539496 h 1555527"/>
                <a:gd name="connsiteX8" fmla="*/ 449199 w 1739645"/>
                <a:gd name="connsiteY8" fmla="*/ 907351 h 1555527"/>
                <a:gd name="connsiteX9" fmla="*/ 1419987 w 1739645"/>
                <a:gd name="connsiteY9" fmla="*/ 907351 h 1555527"/>
                <a:gd name="connsiteX10" fmla="*/ 1419987 w 1739645"/>
                <a:gd name="connsiteY10" fmla="*/ 1263110 h 1555527"/>
                <a:gd name="connsiteX11" fmla="*/ 319754 w 1739645"/>
                <a:gd name="connsiteY11" fmla="*/ 1263110 h 1555527"/>
                <a:gd name="connsiteX12" fmla="*/ 319754 w 1739645"/>
                <a:gd name="connsiteY12" fmla="*/ 1095661 h 1555527"/>
                <a:gd name="connsiteX13" fmla="*/ 0 w 1739645"/>
                <a:gd name="connsiteY13" fmla="*/ 1162050 h 1555527"/>
                <a:gd name="connsiteX14" fmla="*/ 0 w 1739645"/>
                <a:gd name="connsiteY14" fmla="*/ 1187768 h 1555527"/>
                <a:gd name="connsiteX15" fmla="*/ 388906 w 1739645"/>
                <a:gd name="connsiteY15" fmla="*/ 1555528 h 1555527"/>
                <a:gd name="connsiteX16" fmla="*/ 1350740 w 1739645"/>
                <a:gd name="connsiteY16" fmla="*/ 1555528 h 1555527"/>
                <a:gd name="connsiteX17" fmla="*/ 1739646 w 1739645"/>
                <a:gd name="connsiteY17" fmla="*/ 1187768 h 1555527"/>
                <a:gd name="connsiteX18" fmla="*/ 1739646 w 1739645"/>
                <a:gd name="connsiteY18" fmla="*/ 973741 h 1555527"/>
                <a:gd name="connsiteX19" fmla="*/ 1350740 w 1739645"/>
                <a:gd name="connsiteY19" fmla="*/ 605885 h 1555527"/>
                <a:gd name="connsiteX20" fmla="*/ 379857 w 1739645"/>
                <a:gd name="connsiteY20" fmla="*/ 605885 h 1555527"/>
                <a:gd name="connsiteX21" fmla="*/ 379857 w 1739645"/>
                <a:gd name="connsiteY21" fmla="*/ 271367 h 1555527"/>
                <a:gd name="connsiteX22" fmla="*/ 1398842 w 1739645"/>
                <a:gd name="connsiteY22" fmla="*/ 271367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39645" h="1555527">
                  <a:moveTo>
                    <a:pt x="1398842" y="271367"/>
                  </a:moveTo>
                  <a:lnTo>
                    <a:pt x="1398842" y="439865"/>
                  </a:lnTo>
                  <a:lnTo>
                    <a:pt x="1718405" y="364522"/>
                  </a:lnTo>
                  <a:lnTo>
                    <a:pt x="1718405" y="340709"/>
                  </a:lnTo>
                  <a:cubicBezTo>
                    <a:pt x="1718405" y="72295"/>
                    <a:pt x="1609916" y="0"/>
                    <a:pt x="1332548" y="0"/>
                  </a:cubicBezTo>
                  <a:lnTo>
                    <a:pt x="449199" y="0"/>
                  </a:lnTo>
                  <a:cubicBezTo>
                    <a:pt x="156781" y="0"/>
                    <a:pt x="63341" y="75343"/>
                    <a:pt x="63341" y="367855"/>
                  </a:cubicBezTo>
                  <a:lnTo>
                    <a:pt x="63341" y="539496"/>
                  </a:lnTo>
                  <a:cubicBezTo>
                    <a:pt x="63341" y="832009"/>
                    <a:pt x="156877" y="907351"/>
                    <a:pt x="449199" y="907351"/>
                  </a:cubicBezTo>
                  <a:lnTo>
                    <a:pt x="1419987" y="907351"/>
                  </a:lnTo>
                  <a:lnTo>
                    <a:pt x="1419987" y="1263110"/>
                  </a:lnTo>
                  <a:lnTo>
                    <a:pt x="319754" y="1263110"/>
                  </a:lnTo>
                  <a:lnTo>
                    <a:pt x="319754" y="1095661"/>
                  </a:lnTo>
                  <a:lnTo>
                    <a:pt x="0" y="1162050"/>
                  </a:lnTo>
                  <a:lnTo>
                    <a:pt x="0" y="1187768"/>
                  </a:lnTo>
                  <a:cubicBezTo>
                    <a:pt x="0" y="1480185"/>
                    <a:pt x="96488" y="1555528"/>
                    <a:pt x="388906" y="1555528"/>
                  </a:cubicBezTo>
                  <a:lnTo>
                    <a:pt x="1350740" y="1555528"/>
                  </a:lnTo>
                  <a:cubicBezTo>
                    <a:pt x="1643158" y="1555528"/>
                    <a:pt x="1739646" y="1480185"/>
                    <a:pt x="1739646" y="1187768"/>
                  </a:cubicBezTo>
                  <a:lnTo>
                    <a:pt x="1739646" y="973741"/>
                  </a:lnTo>
                  <a:cubicBezTo>
                    <a:pt x="1739646" y="681228"/>
                    <a:pt x="1643158" y="605885"/>
                    <a:pt x="1350740" y="605885"/>
                  </a:cubicBezTo>
                  <a:lnTo>
                    <a:pt x="379857" y="605885"/>
                  </a:lnTo>
                  <a:lnTo>
                    <a:pt x="379857" y="271367"/>
                  </a:lnTo>
                  <a:lnTo>
                    <a:pt x="1398842" y="271367"/>
                  </a:lnTo>
                  <a:close/>
                </a:path>
              </a:pathLst>
            </a:custGeom>
            <a:grpFill/>
            <a:ln w="9525" cap="flat">
              <a:noFill/>
              <a:prstDash val="solid"/>
              <a:miter/>
            </a:ln>
          </p:spPr>
          <p:txBody>
            <a:bodyPr lIns="0" tIns="0" rIns="0" bIns="0" rtlCol="0" anchor="ctr"/>
            <a:lstStyle/>
            <a:p>
              <a:endParaRPr lang="de-DE" sz="100"/>
            </a:p>
          </p:txBody>
        </p:sp>
        <p:sp>
          <p:nvSpPr>
            <p:cNvPr id="16" name="o">
              <a:extLst>
                <a:ext uri="{FF2B5EF4-FFF2-40B4-BE49-F238E27FC236}">
                  <a16:creationId xmlns:a16="http://schemas.microsoft.com/office/drawing/2014/main" id="{228AC5B5-14E1-0033-6A4A-93BF844C8813}"/>
                </a:ext>
              </a:extLst>
            </p:cNvPr>
            <p:cNvSpPr/>
            <p:nvPr/>
          </p:nvSpPr>
          <p:spPr bwMode="black">
            <a:xfrm>
              <a:off x="2206937" y="3966587"/>
              <a:ext cx="1682019" cy="1275212"/>
            </a:xfrm>
            <a:custGeom>
              <a:avLst/>
              <a:gdLst>
                <a:gd name="connsiteX0" fmla="*/ 326041 w 1682019"/>
                <a:gd name="connsiteY0" fmla="*/ 234982 h 1275207"/>
                <a:gd name="connsiteX1" fmla="*/ 1374648 w 1682019"/>
                <a:gd name="connsiteY1" fmla="*/ 234982 h 1275207"/>
                <a:gd name="connsiteX2" fmla="*/ 1374648 w 1682019"/>
                <a:gd name="connsiteY2" fmla="*/ 1030891 h 1275207"/>
                <a:gd name="connsiteX3" fmla="*/ 326041 w 1682019"/>
                <a:gd name="connsiteY3" fmla="*/ 1030891 h 1275207"/>
                <a:gd name="connsiteX4" fmla="*/ 326041 w 1682019"/>
                <a:gd name="connsiteY4" fmla="*/ 234982 h 1275207"/>
                <a:gd name="connsiteX5" fmla="*/ 0 w 1682019"/>
                <a:gd name="connsiteY5" fmla="*/ 301371 h 1275207"/>
                <a:gd name="connsiteX6" fmla="*/ 0 w 1682019"/>
                <a:gd name="connsiteY6" fmla="*/ 973646 h 1275207"/>
                <a:gd name="connsiteX7" fmla="*/ 338233 w 1682019"/>
                <a:gd name="connsiteY7" fmla="*/ 1275207 h 1275207"/>
                <a:gd name="connsiteX8" fmla="*/ 1343787 w 1682019"/>
                <a:gd name="connsiteY8" fmla="*/ 1275207 h 1275207"/>
                <a:gd name="connsiteX9" fmla="*/ 1682020 w 1682019"/>
                <a:gd name="connsiteY9" fmla="*/ 973646 h 1275207"/>
                <a:gd name="connsiteX10" fmla="*/ 1682020 w 1682019"/>
                <a:gd name="connsiteY10" fmla="*/ 301371 h 1275207"/>
                <a:gd name="connsiteX11" fmla="*/ 1343787 w 1682019"/>
                <a:gd name="connsiteY11" fmla="*/ 0 h 1275207"/>
                <a:gd name="connsiteX12" fmla="*/ 338233 w 1682019"/>
                <a:gd name="connsiteY12" fmla="*/ 0 h 1275207"/>
                <a:gd name="connsiteX13" fmla="*/ 0 w 1682019"/>
                <a:gd name="connsiteY13" fmla="*/ 301371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2019" h="1275207">
                  <a:moveTo>
                    <a:pt x="326041" y="234982"/>
                  </a:moveTo>
                  <a:lnTo>
                    <a:pt x="1374648" y="234982"/>
                  </a:lnTo>
                  <a:lnTo>
                    <a:pt x="1374648" y="1030891"/>
                  </a:lnTo>
                  <a:lnTo>
                    <a:pt x="326041" y="1030891"/>
                  </a:lnTo>
                  <a:lnTo>
                    <a:pt x="326041" y="234982"/>
                  </a:lnTo>
                  <a:close/>
                  <a:moveTo>
                    <a:pt x="0" y="301371"/>
                  </a:moveTo>
                  <a:lnTo>
                    <a:pt x="0" y="973646"/>
                  </a:lnTo>
                  <a:cubicBezTo>
                    <a:pt x="0" y="1214819"/>
                    <a:pt x="79915" y="1275207"/>
                    <a:pt x="338233" y="1275207"/>
                  </a:cubicBezTo>
                  <a:lnTo>
                    <a:pt x="1343787" y="1275207"/>
                  </a:lnTo>
                  <a:cubicBezTo>
                    <a:pt x="1598962" y="1275207"/>
                    <a:pt x="1682020" y="1214819"/>
                    <a:pt x="1682020" y="973646"/>
                  </a:cubicBezTo>
                  <a:lnTo>
                    <a:pt x="1682020" y="301371"/>
                  </a:lnTo>
                  <a:cubicBezTo>
                    <a:pt x="1682020" y="57150"/>
                    <a:pt x="1598867" y="0"/>
                    <a:pt x="1343787" y="0"/>
                  </a:cubicBezTo>
                  <a:lnTo>
                    <a:pt x="338233" y="0"/>
                  </a:lnTo>
                  <a:cubicBezTo>
                    <a:pt x="83153" y="0"/>
                    <a:pt x="0" y="57150"/>
                    <a:pt x="0" y="301371"/>
                  </a:cubicBezTo>
                </a:path>
              </a:pathLst>
            </a:custGeom>
            <a:grpFill/>
            <a:ln w="9525" cap="flat">
              <a:noFill/>
              <a:prstDash val="solid"/>
              <a:miter/>
            </a:ln>
          </p:spPr>
          <p:txBody>
            <a:bodyPr lIns="0" tIns="0" rIns="0" bIns="0" rtlCol="0" anchor="ctr"/>
            <a:lstStyle/>
            <a:p>
              <a:endParaRPr lang="de-DE" sz="100"/>
            </a:p>
          </p:txBody>
        </p:sp>
        <p:sp>
          <p:nvSpPr>
            <p:cNvPr id="17" name="m">
              <a:extLst>
                <a:ext uri="{FF2B5EF4-FFF2-40B4-BE49-F238E27FC236}">
                  <a16:creationId xmlns:a16="http://schemas.microsoft.com/office/drawing/2014/main" id="{68723F5E-62A4-C0E2-CB3A-550787EE1FB8}"/>
                </a:ext>
              </a:extLst>
            </p:cNvPr>
            <p:cNvSpPr/>
            <p:nvPr/>
          </p:nvSpPr>
          <p:spPr bwMode="black">
            <a:xfrm>
              <a:off x="4290154" y="3966498"/>
              <a:ext cx="1815752" cy="1275212"/>
            </a:xfrm>
            <a:custGeom>
              <a:avLst/>
              <a:gdLst>
                <a:gd name="connsiteX0" fmla="*/ 1560576 w 1815750"/>
                <a:gd name="connsiteY0" fmla="*/ 0 h 1275207"/>
                <a:gd name="connsiteX1" fmla="*/ 927163 w 1815750"/>
                <a:gd name="connsiteY1" fmla="*/ 756571 h 1275207"/>
                <a:gd name="connsiteX2" fmla="*/ 290703 w 1815750"/>
                <a:gd name="connsiteY2" fmla="*/ 0 h 1275207"/>
                <a:gd name="connsiteX3" fmla="*/ 0 w 1815750"/>
                <a:gd name="connsiteY3" fmla="*/ 0 h 1275207"/>
                <a:gd name="connsiteX4" fmla="*/ 0 w 1815750"/>
                <a:gd name="connsiteY4" fmla="*/ 1275207 h 1275207"/>
                <a:gd name="connsiteX5" fmla="*/ 290703 w 1815750"/>
                <a:gd name="connsiteY5" fmla="*/ 1275207 h 1275207"/>
                <a:gd name="connsiteX6" fmla="*/ 290703 w 1815750"/>
                <a:gd name="connsiteY6" fmla="*/ 419100 h 1275207"/>
                <a:gd name="connsiteX7" fmla="*/ 877919 w 1815750"/>
                <a:gd name="connsiteY7" fmla="*/ 1121474 h 1275207"/>
                <a:gd name="connsiteX8" fmla="*/ 939356 w 1815750"/>
                <a:gd name="connsiteY8" fmla="*/ 1121474 h 1275207"/>
                <a:gd name="connsiteX9" fmla="*/ 1520571 w 1815750"/>
                <a:gd name="connsiteY9" fmla="*/ 397859 h 1275207"/>
                <a:gd name="connsiteX10" fmla="*/ 1520571 w 1815750"/>
                <a:gd name="connsiteY10" fmla="*/ 1275207 h 1275207"/>
                <a:gd name="connsiteX11" fmla="*/ 1815751 w 1815750"/>
                <a:gd name="connsiteY11" fmla="*/ 1275207 h 1275207"/>
                <a:gd name="connsiteX12" fmla="*/ 1815751 w 1815750"/>
                <a:gd name="connsiteY12"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5750" h="1275207">
                  <a:moveTo>
                    <a:pt x="1560576" y="0"/>
                  </a:moveTo>
                  <a:lnTo>
                    <a:pt x="927163" y="756571"/>
                  </a:lnTo>
                  <a:lnTo>
                    <a:pt x="290703" y="0"/>
                  </a:lnTo>
                  <a:lnTo>
                    <a:pt x="0" y="0"/>
                  </a:lnTo>
                  <a:lnTo>
                    <a:pt x="0" y="1275207"/>
                  </a:lnTo>
                  <a:lnTo>
                    <a:pt x="290703" y="1275207"/>
                  </a:lnTo>
                  <a:lnTo>
                    <a:pt x="290703" y="419100"/>
                  </a:lnTo>
                  <a:lnTo>
                    <a:pt x="877919" y="1121474"/>
                  </a:lnTo>
                  <a:lnTo>
                    <a:pt x="939356" y="1121474"/>
                  </a:lnTo>
                  <a:lnTo>
                    <a:pt x="1520571" y="397859"/>
                  </a:lnTo>
                  <a:lnTo>
                    <a:pt x="1520571" y="1275207"/>
                  </a:lnTo>
                  <a:lnTo>
                    <a:pt x="1815751" y="1275207"/>
                  </a:lnTo>
                  <a:lnTo>
                    <a:pt x="1815751" y="0"/>
                  </a:lnTo>
                  <a:close/>
                </a:path>
              </a:pathLst>
            </a:custGeom>
            <a:grpFill/>
            <a:ln w="9525" cap="flat">
              <a:noFill/>
              <a:prstDash val="solid"/>
              <a:miter/>
            </a:ln>
          </p:spPr>
          <p:txBody>
            <a:bodyPr lIns="0" tIns="0" rIns="0" bIns="0" rtlCol="0" anchor="ctr"/>
            <a:lstStyle/>
            <a:p>
              <a:endParaRPr lang="de-DE" sz="100"/>
            </a:p>
          </p:txBody>
        </p:sp>
        <p:sp>
          <p:nvSpPr>
            <p:cNvPr id="27" name="m">
              <a:extLst>
                <a:ext uri="{FF2B5EF4-FFF2-40B4-BE49-F238E27FC236}">
                  <a16:creationId xmlns:a16="http://schemas.microsoft.com/office/drawing/2014/main" id="{2F13456E-1A92-3BD6-9772-1DE1C5C997B7}"/>
                </a:ext>
              </a:extLst>
            </p:cNvPr>
            <p:cNvSpPr/>
            <p:nvPr/>
          </p:nvSpPr>
          <p:spPr bwMode="black">
            <a:xfrm>
              <a:off x="6535096" y="3966498"/>
              <a:ext cx="1815752" cy="1275212"/>
            </a:xfrm>
            <a:custGeom>
              <a:avLst/>
              <a:gdLst>
                <a:gd name="connsiteX0" fmla="*/ 1560672 w 1815750"/>
                <a:gd name="connsiteY0" fmla="*/ 0 h 1275207"/>
                <a:gd name="connsiteX1" fmla="*/ 927164 w 1815750"/>
                <a:gd name="connsiteY1" fmla="*/ 756571 h 1275207"/>
                <a:gd name="connsiteX2" fmla="*/ 290799 w 1815750"/>
                <a:gd name="connsiteY2" fmla="*/ 0 h 1275207"/>
                <a:gd name="connsiteX3" fmla="*/ 0 w 1815750"/>
                <a:gd name="connsiteY3" fmla="*/ 0 h 1275207"/>
                <a:gd name="connsiteX4" fmla="*/ 0 w 1815750"/>
                <a:gd name="connsiteY4" fmla="*/ 1275207 h 1275207"/>
                <a:gd name="connsiteX5" fmla="*/ 290799 w 1815750"/>
                <a:gd name="connsiteY5" fmla="*/ 1275207 h 1275207"/>
                <a:gd name="connsiteX6" fmla="*/ 290799 w 1815750"/>
                <a:gd name="connsiteY6" fmla="*/ 419100 h 1275207"/>
                <a:gd name="connsiteX7" fmla="*/ 878015 w 1815750"/>
                <a:gd name="connsiteY7" fmla="*/ 1121474 h 1275207"/>
                <a:gd name="connsiteX8" fmla="*/ 939546 w 1815750"/>
                <a:gd name="connsiteY8" fmla="*/ 1121474 h 1275207"/>
                <a:gd name="connsiteX9" fmla="*/ 1520571 w 1815750"/>
                <a:gd name="connsiteY9" fmla="*/ 397859 h 1275207"/>
                <a:gd name="connsiteX10" fmla="*/ 1520571 w 1815750"/>
                <a:gd name="connsiteY10" fmla="*/ 1275207 h 1275207"/>
                <a:gd name="connsiteX11" fmla="*/ 1815751 w 1815750"/>
                <a:gd name="connsiteY11" fmla="*/ 1275207 h 1275207"/>
                <a:gd name="connsiteX12" fmla="*/ 1815751 w 1815750"/>
                <a:gd name="connsiteY12"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5750" h="1275207">
                  <a:moveTo>
                    <a:pt x="1560672" y="0"/>
                  </a:moveTo>
                  <a:lnTo>
                    <a:pt x="927164" y="756571"/>
                  </a:lnTo>
                  <a:lnTo>
                    <a:pt x="290799" y="0"/>
                  </a:lnTo>
                  <a:lnTo>
                    <a:pt x="0" y="0"/>
                  </a:lnTo>
                  <a:lnTo>
                    <a:pt x="0" y="1275207"/>
                  </a:lnTo>
                  <a:lnTo>
                    <a:pt x="290799" y="1275207"/>
                  </a:lnTo>
                  <a:lnTo>
                    <a:pt x="290799" y="419100"/>
                  </a:lnTo>
                  <a:lnTo>
                    <a:pt x="878015" y="1121474"/>
                  </a:lnTo>
                  <a:lnTo>
                    <a:pt x="939546" y="1121474"/>
                  </a:lnTo>
                  <a:lnTo>
                    <a:pt x="1520571" y="397859"/>
                  </a:lnTo>
                  <a:lnTo>
                    <a:pt x="1520571" y="1275207"/>
                  </a:lnTo>
                  <a:lnTo>
                    <a:pt x="1815751" y="1275207"/>
                  </a:lnTo>
                  <a:lnTo>
                    <a:pt x="1815751" y="0"/>
                  </a:lnTo>
                  <a:close/>
                </a:path>
              </a:pathLst>
            </a:custGeom>
            <a:grpFill/>
            <a:ln w="9525" cap="flat">
              <a:noFill/>
              <a:prstDash val="solid"/>
              <a:miter/>
            </a:ln>
          </p:spPr>
          <p:txBody>
            <a:bodyPr lIns="0" tIns="0" rIns="0" bIns="0" rtlCol="0" anchor="ctr"/>
            <a:lstStyle/>
            <a:p>
              <a:endParaRPr lang="de-DE" sz="100"/>
            </a:p>
          </p:txBody>
        </p:sp>
        <p:sp>
          <p:nvSpPr>
            <p:cNvPr id="28" name="e">
              <a:extLst>
                <a:ext uri="{FF2B5EF4-FFF2-40B4-BE49-F238E27FC236}">
                  <a16:creationId xmlns:a16="http://schemas.microsoft.com/office/drawing/2014/main" id="{8E2C6F22-355A-8FFC-62A2-3291024634A7}"/>
                </a:ext>
              </a:extLst>
            </p:cNvPr>
            <p:cNvSpPr/>
            <p:nvPr/>
          </p:nvSpPr>
          <p:spPr bwMode="black">
            <a:xfrm>
              <a:off x="8765757" y="3966498"/>
              <a:ext cx="1411313" cy="1275212"/>
            </a:xfrm>
            <a:custGeom>
              <a:avLst/>
              <a:gdLst>
                <a:gd name="connsiteX0" fmla="*/ 0 w 1411319"/>
                <a:gd name="connsiteY0" fmla="*/ 0 h 1275207"/>
                <a:gd name="connsiteX1" fmla="*/ 0 w 1411319"/>
                <a:gd name="connsiteY1" fmla="*/ 1275207 h 1275207"/>
                <a:gd name="connsiteX2" fmla="*/ 1411319 w 1411319"/>
                <a:gd name="connsiteY2" fmla="*/ 1275207 h 1275207"/>
                <a:gd name="connsiteX3" fmla="*/ 1411319 w 1411319"/>
                <a:gd name="connsiteY3" fmla="*/ 1036987 h 1275207"/>
                <a:gd name="connsiteX4" fmla="*/ 319850 w 1411319"/>
                <a:gd name="connsiteY4" fmla="*/ 1036987 h 1275207"/>
                <a:gd name="connsiteX5" fmla="*/ 319850 w 1411319"/>
                <a:gd name="connsiteY5" fmla="*/ 723424 h 1275207"/>
                <a:gd name="connsiteX6" fmla="*/ 947166 w 1411319"/>
                <a:gd name="connsiteY6" fmla="*/ 723424 h 1275207"/>
                <a:gd name="connsiteX7" fmla="*/ 947166 w 1411319"/>
                <a:gd name="connsiteY7" fmla="*/ 503396 h 1275207"/>
                <a:gd name="connsiteX8" fmla="*/ 319850 w 1411319"/>
                <a:gd name="connsiteY8" fmla="*/ 503396 h 1275207"/>
                <a:gd name="connsiteX9" fmla="*/ 319850 w 1411319"/>
                <a:gd name="connsiteY9" fmla="*/ 226219 h 1275207"/>
                <a:gd name="connsiteX10" fmla="*/ 1395984 w 1411319"/>
                <a:gd name="connsiteY10" fmla="*/ 226219 h 1275207"/>
                <a:gd name="connsiteX11" fmla="*/ 1395984 w 1411319"/>
                <a:gd name="connsiteY11"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1319" h="1275207">
                  <a:moveTo>
                    <a:pt x="0" y="0"/>
                  </a:moveTo>
                  <a:lnTo>
                    <a:pt x="0" y="1275207"/>
                  </a:lnTo>
                  <a:lnTo>
                    <a:pt x="1411319" y="1275207"/>
                  </a:lnTo>
                  <a:lnTo>
                    <a:pt x="1411319" y="1036987"/>
                  </a:lnTo>
                  <a:lnTo>
                    <a:pt x="319850" y="1036987"/>
                  </a:lnTo>
                  <a:lnTo>
                    <a:pt x="319850" y="723424"/>
                  </a:lnTo>
                  <a:lnTo>
                    <a:pt x="947166" y="723424"/>
                  </a:lnTo>
                  <a:lnTo>
                    <a:pt x="947166" y="503396"/>
                  </a:lnTo>
                  <a:lnTo>
                    <a:pt x="319850" y="503396"/>
                  </a:lnTo>
                  <a:lnTo>
                    <a:pt x="319850" y="226219"/>
                  </a:lnTo>
                  <a:lnTo>
                    <a:pt x="1395984" y="226219"/>
                  </a:lnTo>
                  <a:lnTo>
                    <a:pt x="1395984" y="0"/>
                  </a:lnTo>
                  <a:close/>
                </a:path>
              </a:pathLst>
            </a:custGeom>
            <a:grpFill/>
            <a:ln w="9525" cap="flat">
              <a:noFill/>
              <a:prstDash val="solid"/>
              <a:miter/>
            </a:ln>
          </p:spPr>
          <p:txBody>
            <a:bodyPr lIns="0" tIns="0" rIns="0" bIns="0" rtlCol="0" anchor="ctr"/>
            <a:lstStyle/>
            <a:p>
              <a:endParaRPr lang="de-DE" sz="100"/>
            </a:p>
          </p:txBody>
        </p:sp>
        <p:sp>
          <p:nvSpPr>
            <p:cNvPr id="29" name="r">
              <a:extLst>
                <a:ext uri="{FF2B5EF4-FFF2-40B4-BE49-F238E27FC236}">
                  <a16:creationId xmlns:a16="http://schemas.microsoft.com/office/drawing/2014/main" id="{3B7D1B9F-A6AE-8137-784D-59DEAD8C0AFC}"/>
                </a:ext>
              </a:extLst>
            </p:cNvPr>
            <p:cNvSpPr/>
            <p:nvPr/>
          </p:nvSpPr>
          <p:spPr bwMode="black">
            <a:xfrm>
              <a:off x="10504356" y="3966498"/>
              <a:ext cx="1579811" cy="1275212"/>
            </a:xfrm>
            <a:custGeom>
              <a:avLst/>
              <a:gdLst>
                <a:gd name="connsiteX0" fmla="*/ 1015937 w 1579817"/>
                <a:gd name="connsiteY0" fmla="*/ 220028 h 1275207"/>
                <a:gd name="connsiteX1" fmla="*/ 1157669 w 1579817"/>
                <a:gd name="connsiteY1" fmla="*/ 322517 h 1275207"/>
                <a:gd name="connsiteX2" fmla="*/ 1157669 w 1579817"/>
                <a:gd name="connsiteY2" fmla="*/ 470249 h 1275207"/>
                <a:gd name="connsiteX3" fmla="*/ 1015937 w 1579817"/>
                <a:gd name="connsiteY3" fmla="*/ 572738 h 1275207"/>
                <a:gd name="connsiteX4" fmla="*/ 307467 w 1579817"/>
                <a:gd name="connsiteY4" fmla="*/ 572738 h 1275207"/>
                <a:gd name="connsiteX5" fmla="*/ 307467 w 1579817"/>
                <a:gd name="connsiteY5" fmla="*/ 220028 h 1275207"/>
                <a:gd name="connsiteX6" fmla="*/ 1015937 w 1579817"/>
                <a:gd name="connsiteY6" fmla="*/ 220028 h 1275207"/>
                <a:gd name="connsiteX7" fmla="*/ 0 w 1579817"/>
                <a:gd name="connsiteY7" fmla="*/ 1275207 h 1275207"/>
                <a:gd name="connsiteX8" fmla="*/ 307563 w 1579817"/>
                <a:gd name="connsiteY8" fmla="*/ 1275207 h 1275207"/>
                <a:gd name="connsiteX9" fmla="*/ 307563 w 1579817"/>
                <a:gd name="connsiteY9" fmla="*/ 792766 h 1275207"/>
                <a:gd name="connsiteX10" fmla="*/ 599981 w 1579817"/>
                <a:gd name="connsiteY10" fmla="*/ 792766 h 1275207"/>
                <a:gd name="connsiteX11" fmla="*/ 1133570 w 1579817"/>
                <a:gd name="connsiteY11" fmla="*/ 1275207 h 1275207"/>
                <a:gd name="connsiteX12" fmla="*/ 1579818 w 1579817"/>
                <a:gd name="connsiteY12" fmla="*/ 1275207 h 1275207"/>
                <a:gd name="connsiteX13" fmla="*/ 973931 w 1579817"/>
                <a:gd name="connsiteY13" fmla="*/ 792766 h 1275207"/>
                <a:gd name="connsiteX14" fmla="*/ 1148811 w 1579817"/>
                <a:gd name="connsiteY14" fmla="*/ 792766 h 1275207"/>
                <a:gd name="connsiteX15" fmla="*/ 1447229 w 1579817"/>
                <a:gd name="connsiteY15" fmla="*/ 548545 h 1275207"/>
                <a:gd name="connsiteX16" fmla="*/ 1447229 w 1579817"/>
                <a:gd name="connsiteY16" fmla="*/ 247174 h 1275207"/>
                <a:gd name="connsiteX17" fmla="*/ 1148811 w 1579817"/>
                <a:gd name="connsiteY17" fmla="*/ 0 h 1275207"/>
                <a:gd name="connsiteX18" fmla="*/ 191 w 1579817"/>
                <a:gd name="connsiteY18" fmla="*/ 0 h 1275207"/>
                <a:gd name="connsiteX19" fmla="*/ 191 w 1579817"/>
                <a:gd name="connsiteY19" fmla="*/ 1275207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79817" h="1275207">
                  <a:moveTo>
                    <a:pt x="1015937" y="220028"/>
                  </a:moveTo>
                  <a:cubicBezTo>
                    <a:pt x="1109282" y="220028"/>
                    <a:pt x="1157669" y="238220"/>
                    <a:pt x="1157669" y="322517"/>
                  </a:cubicBezTo>
                  <a:lnTo>
                    <a:pt x="1157669" y="470249"/>
                  </a:lnTo>
                  <a:cubicBezTo>
                    <a:pt x="1157669" y="554736"/>
                    <a:pt x="1109282" y="572738"/>
                    <a:pt x="1015937" y="572738"/>
                  </a:cubicBezTo>
                  <a:lnTo>
                    <a:pt x="307467" y="572738"/>
                  </a:lnTo>
                  <a:lnTo>
                    <a:pt x="307467" y="220028"/>
                  </a:lnTo>
                  <a:lnTo>
                    <a:pt x="1015937" y="220028"/>
                  </a:lnTo>
                  <a:close/>
                  <a:moveTo>
                    <a:pt x="0" y="1275207"/>
                  </a:moveTo>
                  <a:lnTo>
                    <a:pt x="307563" y="1275207"/>
                  </a:lnTo>
                  <a:lnTo>
                    <a:pt x="307563" y="792766"/>
                  </a:lnTo>
                  <a:lnTo>
                    <a:pt x="599981" y="792766"/>
                  </a:lnTo>
                  <a:lnTo>
                    <a:pt x="1133570" y="1275207"/>
                  </a:lnTo>
                  <a:lnTo>
                    <a:pt x="1579818" y="1275207"/>
                  </a:lnTo>
                  <a:lnTo>
                    <a:pt x="973931" y="792766"/>
                  </a:lnTo>
                  <a:lnTo>
                    <a:pt x="1148811" y="792766"/>
                  </a:lnTo>
                  <a:cubicBezTo>
                    <a:pt x="1353693" y="792766"/>
                    <a:pt x="1447229" y="723424"/>
                    <a:pt x="1447229" y="548545"/>
                  </a:cubicBezTo>
                  <a:lnTo>
                    <a:pt x="1447229" y="247174"/>
                  </a:lnTo>
                  <a:cubicBezTo>
                    <a:pt x="1447229" y="69342"/>
                    <a:pt x="1353693" y="0"/>
                    <a:pt x="1148811" y="0"/>
                  </a:cubicBezTo>
                  <a:lnTo>
                    <a:pt x="191" y="0"/>
                  </a:lnTo>
                  <a:lnTo>
                    <a:pt x="191" y="1275207"/>
                  </a:lnTo>
                  <a:close/>
                </a:path>
              </a:pathLst>
            </a:custGeom>
            <a:grpFill/>
            <a:ln w="9525" cap="flat">
              <a:noFill/>
              <a:prstDash val="solid"/>
              <a:miter/>
            </a:ln>
          </p:spPr>
          <p:txBody>
            <a:bodyPr lIns="0" tIns="0" rIns="0" bIns="0" rtlCol="0" anchor="ctr"/>
            <a:lstStyle/>
            <a:p>
              <a:endParaRPr lang="de-DE" sz="100"/>
            </a:p>
          </p:txBody>
        </p:sp>
      </p:grpSp>
    </p:spTree>
    <p:extLst>
      <p:ext uri="{BB962C8B-B14F-4D97-AF65-F5344CB8AC3E}">
        <p14:creationId xmlns:p14="http://schemas.microsoft.com/office/powerpoint/2010/main" val="39351532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6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FFCB50B-5503-4467-8A0F-9FBB8B48B97D}"/>
              </a:ext>
            </a:extLst>
          </p:cNvPr>
          <p:cNvSpPr>
            <a:spLocks noGrp="1"/>
          </p:cNvSpPr>
          <p:nvPr>
            <p:ph type="title"/>
          </p:nvPr>
        </p:nvSpPr>
        <p:spPr bwMode="gray"/>
        <p:txBody>
          <a:bodyPr lIns="0" tIns="0" rIns="0" bIns="0"/>
          <a:lstStyle/>
          <a:p>
            <a:r>
              <a:rPr lang="de-DE"/>
              <a:t>Mastertitelformat bearbeiten</a:t>
            </a:r>
            <a:endParaRPr lang="en-US"/>
          </a:p>
        </p:txBody>
      </p:sp>
      <p:sp>
        <p:nvSpPr>
          <p:cNvPr id="4" name="MIO_CONVERT_SLIDES_SUBTITLE">
            <a:extLst>
              <a:ext uri="{FF2B5EF4-FFF2-40B4-BE49-F238E27FC236}">
                <a16:creationId xmlns:a16="http://schemas.microsoft.com/office/drawing/2014/main" id="{7086919D-8D03-4875-B9F0-05F0C8564079}"/>
              </a:ext>
              <a:ext uri="{C183D7F6-B498-43B3-948B-1728B52AA6E4}">
                <adec:decorative xmlns:adec="http://schemas.microsoft.com/office/drawing/2017/decorative" val="0"/>
              </a:ext>
            </a:extLst>
          </p:cNvPr>
          <p:cNvSpPr>
            <a:spLocks noGrp="1"/>
          </p:cNvSpPr>
          <p:nvPr>
            <p:ph type="body" sz="quarter" idx="14" hasCustomPrompt="1"/>
          </p:nvPr>
        </p:nvSpPr>
        <p:spPr bwMode="gray">
          <a:xfrm>
            <a:off x="525600" y="1022400"/>
            <a:ext cx="11138400" cy="504000"/>
          </a:xfrm>
        </p:spPr>
        <p:txBody>
          <a:bodyPr/>
          <a:lstStyle>
            <a:lvl1pPr>
              <a:lnSpc>
                <a:spcPct val="85000"/>
              </a:lnSpc>
              <a:spcBef>
                <a:spcPts val="0"/>
              </a:spcBef>
              <a:spcAft>
                <a:spcPts val="0"/>
              </a:spcAft>
              <a:defRPr sz="2000"/>
            </a:lvl1pPr>
          </a:lstStyle>
          <a:p>
            <a:pPr lvl="0"/>
            <a:r>
              <a:rPr lang="de-DE" err="1"/>
              <a:t>Subtitle</a:t>
            </a:r>
            <a:endParaRPr lang="en-US"/>
          </a:p>
        </p:txBody>
      </p:sp>
      <p:sp>
        <p:nvSpPr>
          <p:cNvPr id="7" name="content 1">
            <a:extLst>
              <a:ext uri="{FF2B5EF4-FFF2-40B4-BE49-F238E27FC236}">
                <a16:creationId xmlns:a16="http://schemas.microsoft.com/office/drawing/2014/main" id="{5ACBB9A0-3E08-4278-AF60-F20CD65CA5C6}"/>
              </a:ext>
            </a:extLst>
          </p:cNvPr>
          <p:cNvSpPr>
            <a:spLocks noGrp="1"/>
          </p:cNvSpPr>
          <p:nvPr>
            <p:ph idx="1"/>
          </p:nvPr>
        </p:nvSpPr>
        <p:spPr bwMode="gray">
          <a:xfrm>
            <a:off x="525600" y="1602000"/>
            <a:ext cx="5425200" cy="44964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8" name="content 2">
            <a:extLst>
              <a:ext uri="{FF2B5EF4-FFF2-40B4-BE49-F238E27FC236}">
                <a16:creationId xmlns:a16="http://schemas.microsoft.com/office/drawing/2014/main" id="{F8E171C8-9693-4EB0-997E-3FFD3AB31E5E}"/>
              </a:ext>
            </a:extLst>
          </p:cNvPr>
          <p:cNvSpPr>
            <a:spLocks noGrp="1"/>
          </p:cNvSpPr>
          <p:nvPr>
            <p:ph idx="15"/>
          </p:nvPr>
        </p:nvSpPr>
        <p:spPr bwMode="gray">
          <a:xfrm>
            <a:off x="6238799" y="1602000"/>
            <a:ext cx="5425200" cy="44964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slide number">
            <a:extLst>
              <a:ext uri="{FF2B5EF4-FFF2-40B4-BE49-F238E27FC236}">
                <a16:creationId xmlns:a16="http://schemas.microsoft.com/office/drawing/2014/main" id="{90B54C2D-8235-4852-8EB7-5E05529B2499}"/>
              </a:ext>
            </a:extLst>
          </p:cNvPr>
          <p:cNvSpPr>
            <a:spLocks noGrp="1"/>
          </p:cNvSpPr>
          <p:nvPr>
            <p:ph type="sldNum" sz="quarter" idx="12"/>
          </p:nvPr>
        </p:nvSpPr>
        <p:spPr bwMode="gray"/>
        <p:txBody>
          <a:bodyPr lIns="0" tIns="0" rIns="0" bIns="0"/>
          <a:lstStyle/>
          <a:p>
            <a:fld id="{9829449A-3FF3-45CE-9F4F-09BADC0910C6}" type="slidenum">
              <a:rPr lang="de-DE" noProof="0"/>
              <a:t>‹Nr.›</a:t>
            </a:fld>
            <a:endParaRPr lang="de-DE" noProof="0"/>
          </a:p>
        </p:txBody>
      </p:sp>
      <p:sp>
        <p:nvSpPr>
          <p:cNvPr id="5" name="footer">
            <a:extLst>
              <a:ext uri="{FF2B5EF4-FFF2-40B4-BE49-F238E27FC236}">
                <a16:creationId xmlns:a16="http://schemas.microsoft.com/office/drawing/2014/main" id="{A4534FC4-D037-44B0-B266-D9E820FC1DF2}"/>
              </a:ext>
            </a:extLst>
          </p:cNvPr>
          <p:cNvSpPr>
            <a:spLocks noGrp="1"/>
          </p:cNvSpPr>
          <p:nvPr>
            <p:ph type="ftr" sz="quarter" idx="11"/>
          </p:nvPr>
        </p:nvSpPr>
        <p:spPr bwMode="gray"/>
        <p:txBody>
          <a:bodyPr lIns="0" tIns="0" rIns="0" bIns="0"/>
          <a:lstStyle/>
          <a:p>
            <a:r>
              <a:rPr lang="de-DE" noProof="0"/>
              <a:t>SNB - TGA - 28.08.2026</a:t>
            </a:r>
          </a:p>
        </p:txBody>
      </p:sp>
      <p:sp>
        <p:nvSpPr>
          <p:cNvPr id="3" name="MIO_Placeholder_Mapping" hidden="1">
            <a:extLst>
              <a:ext uri="{FF2B5EF4-FFF2-40B4-BE49-F238E27FC236}">
                <a16:creationId xmlns:a16="http://schemas.microsoft.com/office/drawing/2014/main" id="{A1BA04C3-6B71-E41B-D956-8377E360B511}"/>
              </a:ext>
            </a:extLst>
          </p:cNvPr>
          <p:cNvSpPr/>
          <p:nvPr userDrawn="1">
            <p:custDataLst>
              <p:tags r:id="rId1"/>
            </p:custDataLst>
          </p:nvPr>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1126403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640">
          <p15:clr>
            <a:srgbClr val="FBAE40"/>
          </p15:clr>
        </p15:guide>
        <p15:guide id="2" pos="3750">
          <p15:clr>
            <a:srgbClr val="FBAE40"/>
          </p15:clr>
        </p15:guide>
        <p15:guide id="3" pos="392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ARK Content 2">
    <p:bg>
      <p:bgRef idx="1001">
        <a:schemeClr val="bg1"/>
      </p:bgRef>
    </p:bg>
    <p:spTree>
      <p:nvGrpSpPr>
        <p:cNvPr id="1" name=""/>
        <p:cNvGrpSpPr/>
        <p:nvPr/>
      </p:nvGrpSpPr>
      <p:grpSpPr>
        <a:xfrm>
          <a:off x="0" y="0"/>
          <a:ext cx="0" cy="0"/>
          <a:chOff x="0" y="0"/>
          <a:chExt cx="0" cy="0"/>
        </a:xfrm>
      </p:grpSpPr>
      <p:pic>
        <p:nvPicPr>
          <p:cNvPr id="3" name="background dreso">
            <a:extLst>
              <a:ext uri="{FF2B5EF4-FFF2-40B4-BE49-F238E27FC236}">
                <a16:creationId xmlns:a16="http://schemas.microsoft.com/office/drawing/2014/main" id="{5D38EE72-0690-4674-3982-774E2EBB82DA}"/>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white">
          <a:xfrm>
            <a:off x="0" y="0"/>
            <a:ext cx="12191999" cy="6858000"/>
          </a:xfrm>
          <a:prstGeom prst="rect">
            <a:avLst/>
          </a:prstGeom>
        </p:spPr>
      </p:pic>
      <p:sp>
        <p:nvSpPr>
          <p:cNvPr id="2" name="title">
            <a:extLst>
              <a:ext uri="{FF2B5EF4-FFF2-40B4-BE49-F238E27FC236}">
                <a16:creationId xmlns:a16="http://schemas.microsoft.com/office/drawing/2014/main" id="{8FFCB50B-5503-4467-8A0F-9FBB8B48B97D}"/>
              </a:ext>
            </a:extLst>
          </p:cNvPr>
          <p:cNvSpPr>
            <a:spLocks noGrp="1"/>
          </p:cNvSpPr>
          <p:nvPr>
            <p:ph type="title"/>
          </p:nvPr>
        </p:nvSpPr>
        <p:spPr bwMode="black"/>
        <p:txBody>
          <a:bodyPr lIns="0" tIns="0" rIns="0" bIns="0"/>
          <a:lstStyle>
            <a:lvl1pPr>
              <a:defRPr>
                <a:solidFill>
                  <a:schemeClr val="tx1"/>
                </a:solidFill>
              </a:defRPr>
            </a:lvl1pPr>
          </a:lstStyle>
          <a:p>
            <a:r>
              <a:rPr lang="de-DE"/>
              <a:t>Mastertitelformat bearbeiten</a:t>
            </a:r>
            <a:endParaRPr lang="en-US"/>
          </a:p>
        </p:txBody>
      </p:sp>
      <p:sp>
        <p:nvSpPr>
          <p:cNvPr id="4" name="MIO_CONVERT_SLIDES_SUBTITLE">
            <a:extLst>
              <a:ext uri="{FF2B5EF4-FFF2-40B4-BE49-F238E27FC236}">
                <a16:creationId xmlns:a16="http://schemas.microsoft.com/office/drawing/2014/main" id="{7086919D-8D03-4875-B9F0-05F0C8564079}"/>
              </a:ext>
            </a:extLst>
          </p:cNvPr>
          <p:cNvSpPr>
            <a:spLocks noGrp="1"/>
          </p:cNvSpPr>
          <p:nvPr>
            <p:ph type="body" sz="quarter" idx="14" hasCustomPrompt="1"/>
          </p:nvPr>
        </p:nvSpPr>
        <p:spPr bwMode="black">
          <a:xfrm>
            <a:off x="525600" y="1022400"/>
            <a:ext cx="11138400" cy="504000"/>
          </a:xfrm>
        </p:spPr>
        <p:txBody>
          <a:bodyPr/>
          <a:lstStyle>
            <a:lvl1pPr>
              <a:lnSpc>
                <a:spcPct val="85000"/>
              </a:lnSpc>
              <a:spcBef>
                <a:spcPts val="0"/>
              </a:spcBef>
              <a:spcAft>
                <a:spcPts val="0"/>
              </a:spcAft>
              <a:defRPr sz="2000">
                <a:solidFill>
                  <a:schemeClr val="tx1"/>
                </a:solidFill>
              </a:defRPr>
            </a:lvl1pPr>
          </a:lstStyle>
          <a:p>
            <a:pPr lvl="0"/>
            <a:r>
              <a:rPr lang="de-DE" err="1"/>
              <a:t>Subtitle</a:t>
            </a:r>
            <a:endParaRPr lang="en-US"/>
          </a:p>
        </p:txBody>
      </p:sp>
      <p:sp>
        <p:nvSpPr>
          <p:cNvPr id="7" name="content 1">
            <a:extLst>
              <a:ext uri="{FF2B5EF4-FFF2-40B4-BE49-F238E27FC236}">
                <a16:creationId xmlns:a16="http://schemas.microsoft.com/office/drawing/2014/main" id="{5ACBB9A0-3E08-4278-AF60-F20CD65CA5C6}"/>
              </a:ext>
            </a:extLst>
          </p:cNvPr>
          <p:cNvSpPr>
            <a:spLocks noGrp="1"/>
          </p:cNvSpPr>
          <p:nvPr>
            <p:ph idx="1"/>
          </p:nvPr>
        </p:nvSpPr>
        <p:spPr bwMode="black">
          <a:xfrm>
            <a:off x="525600" y="1602000"/>
            <a:ext cx="5425200" cy="4496401"/>
          </a:xfrm>
        </p:spPr>
        <p:txBody>
          <a:bodyPr/>
          <a:lstStyle>
            <a:lvl1pPr>
              <a:defRPr>
                <a:solidFill>
                  <a:schemeClr val="tx1"/>
                </a:solidFill>
              </a:defRPr>
            </a:lvl1pPr>
            <a:lvl2pPr>
              <a:buClr>
                <a:schemeClr val="tx1"/>
              </a:buClr>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defRPr>
                <a:solidFill>
                  <a:schemeClr val="tx1"/>
                </a:solidFill>
              </a:defRPr>
            </a:lvl5pPr>
            <a:lvl7pPr>
              <a:defRPr>
                <a:solidFill>
                  <a:schemeClr val="tx1"/>
                </a:solidFill>
              </a:defRPr>
            </a:lvl7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23" name="content 2">
            <a:extLst>
              <a:ext uri="{FF2B5EF4-FFF2-40B4-BE49-F238E27FC236}">
                <a16:creationId xmlns:a16="http://schemas.microsoft.com/office/drawing/2014/main" id="{131BC30C-9809-2F51-7AC8-4E2712E33383}"/>
              </a:ext>
            </a:extLst>
          </p:cNvPr>
          <p:cNvSpPr>
            <a:spLocks noGrp="1"/>
          </p:cNvSpPr>
          <p:nvPr>
            <p:ph sz="quarter" idx="15"/>
          </p:nvPr>
        </p:nvSpPr>
        <p:spPr>
          <a:xfrm>
            <a:off x="6238799" y="1602000"/>
            <a:ext cx="5425200" cy="4496401"/>
          </a:xfrm>
        </p:spPr>
        <p:txBody>
          <a:bodyPr/>
          <a:lstStyle>
            <a:lvl7pPr>
              <a:defRPr>
                <a:solidFill>
                  <a:schemeClr val="tx1"/>
                </a:solidFill>
              </a:defRPr>
            </a:lvl7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slide number">
            <a:extLst>
              <a:ext uri="{FF2B5EF4-FFF2-40B4-BE49-F238E27FC236}">
                <a16:creationId xmlns:a16="http://schemas.microsoft.com/office/drawing/2014/main" id="{90B54C2D-8235-4852-8EB7-5E05529B2499}"/>
              </a:ext>
            </a:extLst>
          </p:cNvPr>
          <p:cNvSpPr>
            <a:spLocks noGrp="1"/>
          </p:cNvSpPr>
          <p:nvPr>
            <p:ph type="sldNum" sz="quarter" idx="12"/>
          </p:nvPr>
        </p:nvSpPr>
        <p:spPr bwMode="black"/>
        <p:txBody>
          <a:bodyPr lIns="0" tIns="0" rIns="0" bIns="0"/>
          <a:lstStyle>
            <a:lvl1pPr>
              <a:defRPr>
                <a:solidFill>
                  <a:schemeClr val="tx1"/>
                </a:solidFill>
              </a:defRPr>
            </a:lvl1pPr>
          </a:lstStyle>
          <a:p>
            <a:fld id="{9829449A-3FF3-45CE-9F4F-09BADC0910C6}" type="slidenum">
              <a:rPr lang="de-DE"/>
              <a:pPr/>
              <a:t>‹Nr.›</a:t>
            </a:fld>
            <a:endParaRPr lang="de-DE"/>
          </a:p>
        </p:txBody>
      </p:sp>
      <p:sp>
        <p:nvSpPr>
          <p:cNvPr id="5" name="footer">
            <a:extLst>
              <a:ext uri="{FF2B5EF4-FFF2-40B4-BE49-F238E27FC236}">
                <a16:creationId xmlns:a16="http://schemas.microsoft.com/office/drawing/2014/main" id="{A4534FC4-D037-44B0-B266-D9E820FC1DF2}"/>
              </a:ext>
            </a:extLst>
          </p:cNvPr>
          <p:cNvSpPr>
            <a:spLocks noGrp="1"/>
          </p:cNvSpPr>
          <p:nvPr>
            <p:ph type="ftr" sz="quarter" idx="11"/>
          </p:nvPr>
        </p:nvSpPr>
        <p:spPr bwMode="black"/>
        <p:txBody>
          <a:bodyPr lIns="0" tIns="0" rIns="0" bIns="0"/>
          <a:lstStyle>
            <a:lvl1pPr>
              <a:defRPr>
                <a:solidFill>
                  <a:schemeClr val="tx1"/>
                </a:solidFill>
              </a:defRPr>
            </a:lvl1pPr>
          </a:lstStyle>
          <a:p>
            <a:r>
              <a:rPr lang="de-DE"/>
              <a:t>SNB - TGA - 28.08.2026</a:t>
            </a:r>
          </a:p>
        </p:txBody>
      </p:sp>
      <p:grpSp>
        <p:nvGrpSpPr>
          <p:cNvPr id="9" name="logo drees&amp;sommer white">
            <a:extLst>
              <a:ext uri="{FF2B5EF4-FFF2-40B4-BE49-F238E27FC236}">
                <a16:creationId xmlns:a16="http://schemas.microsoft.com/office/drawing/2014/main" id="{0434AE1B-6250-4BCA-9595-4ACDEB8BD34F}"/>
              </a:ext>
              <a:ext uri="{C183D7F6-B498-43B3-948B-1728B52AA6E4}">
                <adec:decorative xmlns:adec="http://schemas.microsoft.com/office/drawing/2017/decorative" val="1"/>
              </a:ext>
            </a:extLst>
          </p:cNvPr>
          <p:cNvGrpSpPr>
            <a:grpSpLocks noChangeAspect="1"/>
          </p:cNvGrpSpPr>
          <p:nvPr userDrawn="1"/>
        </p:nvGrpSpPr>
        <p:grpSpPr bwMode="black">
          <a:xfrm>
            <a:off x="10716797" y="6331911"/>
            <a:ext cx="948154" cy="286131"/>
            <a:chOff x="95247" y="1619247"/>
            <a:chExt cx="12004075" cy="3622552"/>
          </a:xfrm>
          <a:solidFill>
            <a:schemeClr val="tx1"/>
          </a:solidFill>
        </p:grpSpPr>
        <p:sp>
          <p:nvSpPr>
            <p:cNvPr id="10" name="d">
              <a:extLst>
                <a:ext uri="{FF2B5EF4-FFF2-40B4-BE49-F238E27FC236}">
                  <a16:creationId xmlns:a16="http://schemas.microsoft.com/office/drawing/2014/main" id="{530D9F4D-E088-EB16-A01F-BBD62400FDF0}"/>
                </a:ext>
              </a:extLst>
            </p:cNvPr>
            <p:cNvSpPr/>
            <p:nvPr/>
          </p:nvSpPr>
          <p:spPr bwMode="black">
            <a:xfrm>
              <a:off x="146585" y="1619247"/>
              <a:ext cx="1890145" cy="1555528"/>
            </a:xfrm>
            <a:custGeom>
              <a:avLst/>
              <a:gdLst>
                <a:gd name="connsiteX0" fmla="*/ 361760 w 1890141"/>
                <a:gd name="connsiteY0" fmla="*/ 1263206 h 1555527"/>
                <a:gd name="connsiteX1" fmla="*/ 361760 w 1890141"/>
                <a:gd name="connsiteY1" fmla="*/ 277368 h 1555527"/>
                <a:gd name="connsiteX2" fmla="*/ 1003840 w 1890141"/>
                <a:gd name="connsiteY2" fmla="*/ 277368 h 1555527"/>
                <a:gd name="connsiteX3" fmla="*/ 1516380 w 1890141"/>
                <a:gd name="connsiteY3" fmla="*/ 762762 h 1555527"/>
                <a:gd name="connsiteX4" fmla="*/ 828961 w 1890141"/>
                <a:gd name="connsiteY4" fmla="*/ 1263206 h 1555527"/>
                <a:gd name="connsiteX5" fmla="*/ 361760 w 1890141"/>
                <a:gd name="connsiteY5" fmla="*/ 1263206 h 1555527"/>
                <a:gd name="connsiteX6" fmla="*/ 0 w 1890141"/>
                <a:gd name="connsiteY6" fmla="*/ 1555528 h 1555527"/>
                <a:gd name="connsiteX7" fmla="*/ 907447 w 1890141"/>
                <a:gd name="connsiteY7" fmla="*/ 1555528 h 1555527"/>
                <a:gd name="connsiteX8" fmla="*/ 1546574 w 1890141"/>
                <a:gd name="connsiteY8" fmla="*/ 1435037 h 1555527"/>
                <a:gd name="connsiteX9" fmla="*/ 1890141 w 1890141"/>
                <a:gd name="connsiteY9" fmla="*/ 768763 h 1555527"/>
                <a:gd name="connsiteX10" fmla="*/ 1000792 w 1890141"/>
                <a:gd name="connsiteY10" fmla="*/ 0 h 1555527"/>
                <a:gd name="connsiteX11" fmla="*/ 0 w 1890141"/>
                <a:gd name="connsiteY11" fmla="*/ 0 h 1555527"/>
                <a:gd name="connsiteX12" fmla="*/ 0 w 1890141"/>
                <a:gd name="connsiteY12" fmla="*/ 1555528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0141" h="1555527">
                  <a:moveTo>
                    <a:pt x="361760" y="1263206"/>
                  </a:moveTo>
                  <a:lnTo>
                    <a:pt x="361760" y="277368"/>
                  </a:lnTo>
                  <a:lnTo>
                    <a:pt x="1003840" y="277368"/>
                  </a:lnTo>
                  <a:cubicBezTo>
                    <a:pt x="1344549" y="277368"/>
                    <a:pt x="1516380" y="446246"/>
                    <a:pt x="1516380" y="762762"/>
                  </a:cubicBezTo>
                  <a:cubicBezTo>
                    <a:pt x="1516380" y="1148620"/>
                    <a:pt x="1287209" y="1263206"/>
                    <a:pt x="828961" y="1263206"/>
                  </a:cubicBezTo>
                  <a:lnTo>
                    <a:pt x="361760" y="1263206"/>
                  </a:lnTo>
                  <a:close/>
                  <a:moveTo>
                    <a:pt x="0" y="1555528"/>
                  </a:moveTo>
                  <a:lnTo>
                    <a:pt x="907447" y="1555528"/>
                  </a:lnTo>
                  <a:cubicBezTo>
                    <a:pt x="1184624" y="1555528"/>
                    <a:pt x="1395698" y="1528382"/>
                    <a:pt x="1546574" y="1435037"/>
                  </a:cubicBezTo>
                  <a:cubicBezTo>
                    <a:pt x="1763649" y="1302353"/>
                    <a:pt x="1890141" y="1061180"/>
                    <a:pt x="1890141" y="768763"/>
                  </a:cubicBezTo>
                  <a:cubicBezTo>
                    <a:pt x="1890141" y="286417"/>
                    <a:pt x="1582769" y="0"/>
                    <a:pt x="1000792" y="0"/>
                  </a:cubicBezTo>
                  <a:lnTo>
                    <a:pt x="0" y="0"/>
                  </a:lnTo>
                  <a:lnTo>
                    <a:pt x="0" y="1555528"/>
                  </a:lnTo>
                  <a:close/>
                </a:path>
              </a:pathLst>
            </a:custGeom>
            <a:grpFill/>
            <a:ln w="9525" cap="flat">
              <a:noFill/>
              <a:prstDash val="solid"/>
              <a:miter/>
            </a:ln>
          </p:spPr>
          <p:txBody>
            <a:bodyPr lIns="0" tIns="0" rIns="0" bIns="0" rtlCol="0" anchor="ctr"/>
            <a:lstStyle/>
            <a:p>
              <a:endParaRPr lang="de-DE" sz="100"/>
            </a:p>
          </p:txBody>
        </p:sp>
        <p:sp>
          <p:nvSpPr>
            <p:cNvPr id="11" name="r">
              <a:extLst>
                <a:ext uri="{FF2B5EF4-FFF2-40B4-BE49-F238E27FC236}">
                  <a16:creationId xmlns:a16="http://schemas.microsoft.com/office/drawing/2014/main" id="{539EC954-FF54-7155-5493-51CCF9427C22}"/>
                </a:ext>
              </a:extLst>
            </p:cNvPr>
            <p:cNvSpPr/>
            <p:nvPr/>
          </p:nvSpPr>
          <p:spPr bwMode="black">
            <a:xfrm>
              <a:off x="2405150" y="1899664"/>
              <a:ext cx="1579811" cy="1275112"/>
            </a:xfrm>
            <a:custGeom>
              <a:avLst/>
              <a:gdLst>
                <a:gd name="connsiteX0" fmla="*/ 1015937 w 1579816"/>
                <a:gd name="connsiteY0" fmla="*/ 220028 h 1275111"/>
                <a:gd name="connsiteX1" fmla="*/ 1157668 w 1579816"/>
                <a:gd name="connsiteY1" fmla="*/ 322517 h 1275111"/>
                <a:gd name="connsiteX2" fmla="*/ 1157668 w 1579816"/>
                <a:gd name="connsiteY2" fmla="*/ 470249 h 1275111"/>
                <a:gd name="connsiteX3" fmla="*/ 1015937 w 1579816"/>
                <a:gd name="connsiteY3" fmla="*/ 572738 h 1275111"/>
                <a:gd name="connsiteX4" fmla="*/ 307467 w 1579816"/>
                <a:gd name="connsiteY4" fmla="*/ 572738 h 1275111"/>
                <a:gd name="connsiteX5" fmla="*/ 307467 w 1579816"/>
                <a:gd name="connsiteY5" fmla="*/ 220028 h 1275111"/>
                <a:gd name="connsiteX6" fmla="*/ 1015937 w 1579816"/>
                <a:gd name="connsiteY6" fmla="*/ 220028 h 1275111"/>
                <a:gd name="connsiteX7" fmla="*/ 0 w 1579816"/>
                <a:gd name="connsiteY7" fmla="*/ 1275112 h 1275111"/>
                <a:gd name="connsiteX8" fmla="*/ 307562 w 1579816"/>
                <a:gd name="connsiteY8" fmla="*/ 1275112 h 1275111"/>
                <a:gd name="connsiteX9" fmla="*/ 307562 w 1579816"/>
                <a:gd name="connsiteY9" fmla="*/ 792671 h 1275111"/>
                <a:gd name="connsiteX10" fmla="*/ 599980 w 1579816"/>
                <a:gd name="connsiteY10" fmla="*/ 792671 h 1275111"/>
                <a:gd name="connsiteX11" fmla="*/ 1133570 w 1579816"/>
                <a:gd name="connsiteY11" fmla="*/ 1275112 h 1275111"/>
                <a:gd name="connsiteX12" fmla="*/ 1579817 w 1579816"/>
                <a:gd name="connsiteY12" fmla="*/ 1275112 h 1275111"/>
                <a:gd name="connsiteX13" fmla="*/ 973741 w 1579816"/>
                <a:gd name="connsiteY13" fmla="*/ 792671 h 1275111"/>
                <a:gd name="connsiteX14" fmla="*/ 1148620 w 1579816"/>
                <a:gd name="connsiteY14" fmla="*/ 792671 h 1275111"/>
                <a:gd name="connsiteX15" fmla="*/ 1447133 w 1579816"/>
                <a:gd name="connsiteY15" fmla="*/ 548640 h 1275111"/>
                <a:gd name="connsiteX16" fmla="*/ 1447133 w 1579816"/>
                <a:gd name="connsiteY16" fmla="*/ 247174 h 1275111"/>
                <a:gd name="connsiteX17" fmla="*/ 1148620 w 1579816"/>
                <a:gd name="connsiteY17" fmla="*/ 0 h 1275111"/>
                <a:gd name="connsiteX18" fmla="*/ 0 w 1579816"/>
                <a:gd name="connsiteY18" fmla="*/ 0 h 1275111"/>
                <a:gd name="connsiteX19" fmla="*/ 0 w 1579816"/>
                <a:gd name="connsiteY19" fmla="*/ 1275112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79816" h="1275111">
                  <a:moveTo>
                    <a:pt x="1015937" y="220028"/>
                  </a:moveTo>
                  <a:cubicBezTo>
                    <a:pt x="1109282" y="220028"/>
                    <a:pt x="1157668" y="238220"/>
                    <a:pt x="1157668" y="322517"/>
                  </a:cubicBezTo>
                  <a:lnTo>
                    <a:pt x="1157668" y="470249"/>
                  </a:lnTo>
                  <a:cubicBezTo>
                    <a:pt x="1157668" y="554736"/>
                    <a:pt x="1109282" y="572738"/>
                    <a:pt x="1015937" y="572738"/>
                  </a:cubicBezTo>
                  <a:lnTo>
                    <a:pt x="307467" y="572738"/>
                  </a:lnTo>
                  <a:lnTo>
                    <a:pt x="307467" y="220028"/>
                  </a:lnTo>
                  <a:lnTo>
                    <a:pt x="1015937" y="220028"/>
                  </a:lnTo>
                  <a:close/>
                  <a:moveTo>
                    <a:pt x="0" y="1275112"/>
                  </a:moveTo>
                  <a:lnTo>
                    <a:pt x="307562" y="1275112"/>
                  </a:lnTo>
                  <a:lnTo>
                    <a:pt x="307562" y="792671"/>
                  </a:lnTo>
                  <a:lnTo>
                    <a:pt x="599980" y="792671"/>
                  </a:lnTo>
                  <a:lnTo>
                    <a:pt x="1133570" y="1275112"/>
                  </a:lnTo>
                  <a:lnTo>
                    <a:pt x="1579817" y="1275112"/>
                  </a:lnTo>
                  <a:lnTo>
                    <a:pt x="973741" y="792671"/>
                  </a:lnTo>
                  <a:lnTo>
                    <a:pt x="1148620" y="792671"/>
                  </a:lnTo>
                  <a:cubicBezTo>
                    <a:pt x="1353693" y="792671"/>
                    <a:pt x="1447133" y="723329"/>
                    <a:pt x="1447133" y="548640"/>
                  </a:cubicBezTo>
                  <a:lnTo>
                    <a:pt x="1447133" y="247174"/>
                  </a:lnTo>
                  <a:cubicBezTo>
                    <a:pt x="1447133" y="69342"/>
                    <a:pt x="1353598" y="0"/>
                    <a:pt x="1148620" y="0"/>
                  </a:cubicBezTo>
                  <a:lnTo>
                    <a:pt x="0" y="0"/>
                  </a:lnTo>
                  <a:lnTo>
                    <a:pt x="0" y="1275112"/>
                  </a:lnTo>
                  <a:close/>
                </a:path>
              </a:pathLst>
            </a:custGeom>
            <a:grpFill/>
            <a:ln w="9525" cap="flat">
              <a:noFill/>
              <a:prstDash val="solid"/>
              <a:miter/>
            </a:ln>
          </p:spPr>
          <p:txBody>
            <a:bodyPr lIns="0" tIns="0" rIns="0" bIns="0" rtlCol="0" anchor="ctr"/>
            <a:lstStyle/>
            <a:p>
              <a:endParaRPr lang="de-DE" sz="100"/>
            </a:p>
          </p:txBody>
        </p:sp>
        <p:sp>
          <p:nvSpPr>
            <p:cNvPr id="12" name="e">
              <a:extLst>
                <a:ext uri="{FF2B5EF4-FFF2-40B4-BE49-F238E27FC236}">
                  <a16:creationId xmlns:a16="http://schemas.microsoft.com/office/drawing/2014/main" id="{8F278286-E9A7-8B1F-D167-4B0A22D50CC0}"/>
                </a:ext>
              </a:extLst>
            </p:cNvPr>
            <p:cNvSpPr/>
            <p:nvPr/>
          </p:nvSpPr>
          <p:spPr bwMode="black">
            <a:xfrm>
              <a:off x="4279102" y="1899664"/>
              <a:ext cx="1383701" cy="1275112"/>
            </a:xfrm>
            <a:custGeom>
              <a:avLst/>
              <a:gdLst>
                <a:gd name="connsiteX0" fmla="*/ 0 w 1383696"/>
                <a:gd name="connsiteY0" fmla="*/ 1275112 h 1275111"/>
                <a:gd name="connsiteX1" fmla="*/ 1383697 w 1383696"/>
                <a:gd name="connsiteY1" fmla="*/ 1275112 h 1275111"/>
                <a:gd name="connsiteX2" fmla="*/ 1383697 w 1383696"/>
                <a:gd name="connsiteY2" fmla="*/ 1036987 h 1275111"/>
                <a:gd name="connsiteX3" fmla="*/ 313563 w 1383696"/>
                <a:gd name="connsiteY3" fmla="*/ 1036987 h 1275111"/>
                <a:gd name="connsiteX4" fmla="*/ 313563 w 1383696"/>
                <a:gd name="connsiteY4" fmla="*/ 723424 h 1275111"/>
                <a:gd name="connsiteX5" fmla="*/ 928497 w 1383696"/>
                <a:gd name="connsiteY5" fmla="*/ 723424 h 1275111"/>
                <a:gd name="connsiteX6" fmla="*/ 928497 w 1383696"/>
                <a:gd name="connsiteY6" fmla="*/ 503396 h 1275111"/>
                <a:gd name="connsiteX7" fmla="*/ 313563 w 1383696"/>
                <a:gd name="connsiteY7" fmla="*/ 503396 h 1275111"/>
                <a:gd name="connsiteX8" fmla="*/ 313563 w 1383696"/>
                <a:gd name="connsiteY8" fmla="*/ 226028 h 1275111"/>
                <a:gd name="connsiteX9" fmla="*/ 1368743 w 1383696"/>
                <a:gd name="connsiteY9" fmla="*/ 226028 h 1275111"/>
                <a:gd name="connsiteX10" fmla="*/ 1368743 w 1383696"/>
                <a:gd name="connsiteY10" fmla="*/ 0 h 1275111"/>
                <a:gd name="connsiteX11" fmla="*/ 0 w 1383696"/>
                <a:gd name="connsiteY11" fmla="*/ 0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3696" h="1275111">
                  <a:moveTo>
                    <a:pt x="0" y="1275112"/>
                  </a:moveTo>
                  <a:lnTo>
                    <a:pt x="1383697" y="1275112"/>
                  </a:lnTo>
                  <a:lnTo>
                    <a:pt x="1383697" y="1036987"/>
                  </a:lnTo>
                  <a:lnTo>
                    <a:pt x="313563" y="1036987"/>
                  </a:lnTo>
                  <a:lnTo>
                    <a:pt x="313563" y="723424"/>
                  </a:lnTo>
                  <a:lnTo>
                    <a:pt x="928497" y="723424"/>
                  </a:lnTo>
                  <a:lnTo>
                    <a:pt x="928497" y="503396"/>
                  </a:lnTo>
                  <a:lnTo>
                    <a:pt x="313563" y="503396"/>
                  </a:lnTo>
                  <a:lnTo>
                    <a:pt x="313563" y="226028"/>
                  </a:lnTo>
                  <a:lnTo>
                    <a:pt x="1368743" y="226028"/>
                  </a:lnTo>
                  <a:lnTo>
                    <a:pt x="1368743" y="0"/>
                  </a:lnTo>
                  <a:lnTo>
                    <a:pt x="0" y="0"/>
                  </a:lnTo>
                  <a:close/>
                </a:path>
              </a:pathLst>
            </a:custGeom>
            <a:grpFill/>
            <a:ln w="9525" cap="flat">
              <a:noFill/>
              <a:prstDash val="solid"/>
              <a:miter/>
            </a:ln>
          </p:spPr>
          <p:txBody>
            <a:bodyPr lIns="0" tIns="0" rIns="0" bIns="0" rtlCol="0" anchor="ctr"/>
            <a:lstStyle/>
            <a:p>
              <a:endParaRPr lang="de-DE" sz="100"/>
            </a:p>
          </p:txBody>
        </p:sp>
        <p:sp>
          <p:nvSpPr>
            <p:cNvPr id="13" name="e">
              <a:extLst>
                <a:ext uri="{FF2B5EF4-FFF2-40B4-BE49-F238E27FC236}">
                  <a16:creationId xmlns:a16="http://schemas.microsoft.com/office/drawing/2014/main" id="{A5C66B37-CD1B-2403-136D-FB23807FAD8C}"/>
                </a:ext>
              </a:extLst>
            </p:cNvPr>
            <p:cNvSpPr/>
            <p:nvPr/>
          </p:nvSpPr>
          <p:spPr bwMode="black">
            <a:xfrm>
              <a:off x="6022562" y="1899664"/>
              <a:ext cx="1383701" cy="1275112"/>
            </a:xfrm>
            <a:custGeom>
              <a:avLst/>
              <a:gdLst>
                <a:gd name="connsiteX0" fmla="*/ 0 w 1383696"/>
                <a:gd name="connsiteY0" fmla="*/ 1275112 h 1275111"/>
                <a:gd name="connsiteX1" fmla="*/ 1383697 w 1383696"/>
                <a:gd name="connsiteY1" fmla="*/ 1275112 h 1275111"/>
                <a:gd name="connsiteX2" fmla="*/ 1383697 w 1383696"/>
                <a:gd name="connsiteY2" fmla="*/ 1036987 h 1275111"/>
                <a:gd name="connsiteX3" fmla="*/ 313563 w 1383696"/>
                <a:gd name="connsiteY3" fmla="*/ 1036987 h 1275111"/>
                <a:gd name="connsiteX4" fmla="*/ 313563 w 1383696"/>
                <a:gd name="connsiteY4" fmla="*/ 723424 h 1275111"/>
                <a:gd name="connsiteX5" fmla="*/ 928497 w 1383696"/>
                <a:gd name="connsiteY5" fmla="*/ 723424 h 1275111"/>
                <a:gd name="connsiteX6" fmla="*/ 928497 w 1383696"/>
                <a:gd name="connsiteY6" fmla="*/ 503396 h 1275111"/>
                <a:gd name="connsiteX7" fmla="*/ 313563 w 1383696"/>
                <a:gd name="connsiteY7" fmla="*/ 503396 h 1275111"/>
                <a:gd name="connsiteX8" fmla="*/ 313563 w 1383696"/>
                <a:gd name="connsiteY8" fmla="*/ 226028 h 1275111"/>
                <a:gd name="connsiteX9" fmla="*/ 1368743 w 1383696"/>
                <a:gd name="connsiteY9" fmla="*/ 226028 h 1275111"/>
                <a:gd name="connsiteX10" fmla="*/ 1368743 w 1383696"/>
                <a:gd name="connsiteY10" fmla="*/ 0 h 1275111"/>
                <a:gd name="connsiteX11" fmla="*/ 0 w 1383696"/>
                <a:gd name="connsiteY11" fmla="*/ 0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3696" h="1275111">
                  <a:moveTo>
                    <a:pt x="0" y="1275112"/>
                  </a:moveTo>
                  <a:lnTo>
                    <a:pt x="1383697" y="1275112"/>
                  </a:lnTo>
                  <a:lnTo>
                    <a:pt x="1383697" y="1036987"/>
                  </a:lnTo>
                  <a:lnTo>
                    <a:pt x="313563" y="1036987"/>
                  </a:lnTo>
                  <a:lnTo>
                    <a:pt x="313563" y="723424"/>
                  </a:lnTo>
                  <a:lnTo>
                    <a:pt x="928497" y="723424"/>
                  </a:lnTo>
                  <a:lnTo>
                    <a:pt x="928497" y="503396"/>
                  </a:lnTo>
                  <a:lnTo>
                    <a:pt x="313563" y="503396"/>
                  </a:lnTo>
                  <a:lnTo>
                    <a:pt x="313563" y="226028"/>
                  </a:lnTo>
                  <a:lnTo>
                    <a:pt x="1368743" y="226028"/>
                  </a:lnTo>
                  <a:lnTo>
                    <a:pt x="1368743" y="0"/>
                  </a:lnTo>
                  <a:lnTo>
                    <a:pt x="0" y="0"/>
                  </a:lnTo>
                  <a:close/>
                </a:path>
              </a:pathLst>
            </a:custGeom>
            <a:grpFill/>
            <a:ln w="9525" cap="flat">
              <a:noFill/>
              <a:prstDash val="solid"/>
              <a:miter/>
            </a:ln>
          </p:spPr>
          <p:txBody>
            <a:bodyPr lIns="0" tIns="0" rIns="0" bIns="0" rtlCol="0" anchor="ctr"/>
            <a:lstStyle/>
            <a:p>
              <a:endParaRPr lang="de-DE" sz="100"/>
            </a:p>
          </p:txBody>
        </p:sp>
        <p:sp>
          <p:nvSpPr>
            <p:cNvPr id="14" name="s">
              <a:extLst>
                <a:ext uri="{FF2B5EF4-FFF2-40B4-BE49-F238E27FC236}">
                  <a16:creationId xmlns:a16="http://schemas.microsoft.com/office/drawing/2014/main" id="{464DD853-F945-70DC-20E3-FBA68BC8EDCB}"/>
                </a:ext>
              </a:extLst>
            </p:cNvPr>
            <p:cNvSpPr/>
            <p:nvPr/>
          </p:nvSpPr>
          <p:spPr bwMode="black">
            <a:xfrm>
              <a:off x="7714204" y="1899664"/>
              <a:ext cx="1495239" cy="1275213"/>
            </a:xfrm>
            <a:custGeom>
              <a:avLst/>
              <a:gdLst>
                <a:gd name="connsiteX0" fmla="*/ 1211770 w 1495234"/>
                <a:gd name="connsiteY0" fmla="*/ 229076 h 1275207"/>
                <a:gd name="connsiteX1" fmla="*/ 1211770 w 1495234"/>
                <a:gd name="connsiteY1" fmla="*/ 348234 h 1275207"/>
                <a:gd name="connsiteX2" fmla="*/ 1479995 w 1495234"/>
                <a:gd name="connsiteY2" fmla="*/ 291084 h 1275207"/>
                <a:gd name="connsiteX3" fmla="*/ 1479995 w 1495234"/>
                <a:gd name="connsiteY3" fmla="*/ 277368 h 1275207"/>
                <a:gd name="connsiteX4" fmla="*/ 1145477 w 1495234"/>
                <a:gd name="connsiteY4" fmla="*/ 0 h 1275207"/>
                <a:gd name="connsiteX5" fmla="*/ 388905 w 1495234"/>
                <a:gd name="connsiteY5" fmla="*/ 0 h 1275207"/>
                <a:gd name="connsiteX6" fmla="*/ 54197 w 1495234"/>
                <a:gd name="connsiteY6" fmla="*/ 301561 h 1275207"/>
                <a:gd name="connsiteX7" fmla="*/ 54197 w 1495234"/>
                <a:gd name="connsiteY7" fmla="*/ 443294 h 1275207"/>
                <a:gd name="connsiteX8" fmla="*/ 388905 w 1495234"/>
                <a:gd name="connsiteY8" fmla="*/ 744665 h 1275207"/>
                <a:gd name="connsiteX9" fmla="*/ 1214818 w 1495234"/>
                <a:gd name="connsiteY9" fmla="*/ 744665 h 1275207"/>
                <a:gd name="connsiteX10" fmla="*/ 1214818 w 1495234"/>
                <a:gd name="connsiteY10" fmla="*/ 1037177 h 1275207"/>
                <a:gd name="connsiteX11" fmla="*/ 277177 w 1495234"/>
                <a:gd name="connsiteY11" fmla="*/ 1037177 h 1275207"/>
                <a:gd name="connsiteX12" fmla="*/ 277177 w 1495234"/>
                <a:gd name="connsiteY12" fmla="*/ 902875 h 1275207"/>
                <a:gd name="connsiteX13" fmla="*/ 0 w 1495234"/>
                <a:gd name="connsiteY13" fmla="*/ 954214 h 1275207"/>
                <a:gd name="connsiteX14" fmla="*/ 0 w 1495234"/>
                <a:gd name="connsiteY14" fmla="*/ 973836 h 1275207"/>
                <a:gd name="connsiteX15" fmla="*/ 334518 w 1495234"/>
                <a:gd name="connsiteY15" fmla="*/ 1275207 h 1275207"/>
                <a:gd name="connsiteX16" fmla="*/ 1163669 w 1495234"/>
                <a:gd name="connsiteY16" fmla="*/ 1275207 h 1275207"/>
                <a:gd name="connsiteX17" fmla="*/ 1495234 w 1495234"/>
                <a:gd name="connsiteY17" fmla="*/ 973836 h 1275207"/>
                <a:gd name="connsiteX18" fmla="*/ 1495234 w 1495234"/>
                <a:gd name="connsiteY18" fmla="*/ 798957 h 1275207"/>
                <a:gd name="connsiteX19" fmla="*/ 1163669 w 1495234"/>
                <a:gd name="connsiteY19" fmla="*/ 497586 h 1275207"/>
                <a:gd name="connsiteX20" fmla="*/ 334518 w 1495234"/>
                <a:gd name="connsiteY20" fmla="*/ 497586 h 1275207"/>
                <a:gd name="connsiteX21" fmla="*/ 334518 w 1495234"/>
                <a:gd name="connsiteY21" fmla="*/ 229076 h 1275207"/>
                <a:gd name="connsiteX22" fmla="*/ 1211770 w 1495234"/>
                <a:gd name="connsiteY22" fmla="*/ 229076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95234" h="1275207">
                  <a:moveTo>
                    <a:pt x="1211770" y="229076"/>
                  </a:moveTo>
                  <a:lnTo>
                    <a:pt x="1211770" y="348234"/>
                  </a:lnTo>
                  <a:lnTo>
                    <a:pt x="1479995" y="291084"/>
                  </a:lnTo>
                  <a:lnTo>
                    <a:pt x="1479995" y="277368"/>
                  </a:lnTo>
                  <a:cubicBezTo>
                    <a:pt x="1479995" y="54388"/>
                    <a:pt x="1380649" y="0"/>
                    <a:pt x="1145477" y="0"/>
                  </a:cubicBezTo>
                  <a:lnTo>
                    <a:pt x="388905" y="0"/>
                  </a:lnTo>
                  <a:cubicBezTo>
                    <a:pt x="138684" y="0"/>
                    <a:pt x="54197" y="60388"/>
                    <a:pt x="54197" y="301561"/>
                  </a:cubicBezTo>
                  <a:lnTo>
                    <a:pt x="54197" y="443294"/>
                  </a:lnTo>
                  <a:cubicBezTo>
                    <a:pt x="54197" y="684467"/>
                    <a:pt x="138684" y="744665"/>
                    <a:pt x="388905" y="744665"/>
                  </a:cubicBezTo>
                  <a:lnTo>
                    <a:pt x="1214818" y="744665"/>
                  </a:lnTo>
                  <a:lnTo>
                    <a:pt x="1214818" y="1037177"/>
                  </a:lnTo>
                  <a:lnTo>
                    <a:pt x="277177" y="1037177"/>
                  </a:lnTo>
                  <a:lnTo>
                    <a:pt x="277177" y="902875"/>
                  </a:lnTo>
                  <a:lnTo>
                    <a:pt x="0" y="954214"/>
                  </a:lnTo>
                  <a:lnTo>
                    <a:pt x="0" y="973836"/>
                  </a:lnTo>
                  <a:cubicBezTo>
                    <a:pt x="0" y="1212056"/>
                    <a:pt x="81343" y="1275207"/>
                    <a:pt x="334518" y="1275207"/>
                  </a:cubicBezTo>
                  <a:lnTo>
                    <a:pt x="1163669" y="1275207"/>
                  </a:lnTo>
                  <a:cubicBezTo>
                    <a:pt x="1416844" y="1275207"/>
                    <a:pt x="1495234" y="1212056"/>
                    <a:pt x="1495234" y="973836"/>
                  </a:cubicBezTo>
                  <a:lnTo>
                    <a:pt x="1495234" y="798957"/>
                  </a:lnTo>
                  <a:cubicBezTo>
                    <a:pt x="1495234" y="557784"/>
                    <a:pt x="1416939" y="497586"/>
                    <a:pt x="1163669" y="497586"/>
                  </a:cubicBezTo>
                  <a:lnTo>
                    <a:pt x="334518" y="497586"/>
                  </a:lnTo>
                  <a:lnTo>
                    <a:pt x="334518" y="229076"/>
                  </a:lnTo>
                  <a:lnTo>
                    <a:pt x="1211770" y="229076"/>
                  </a:lnTo>
                  <a:close/>
                </a:path>
              </a:pathLst>
            </a:custGeom>
            <a:grpFill/>
            <a:ln w="9525" cap="flat">
              <a:noFill/>
              <a:prstDash val="solid"/>
              <a:miter/>
            </a:ln>
          </p:spPr>
          <p:txBody>
            <a:bodyPr lIns="0" tIns="0" rIns="0" bIns="0" rtlCol="0" anchor="ctr"/>
            <a:lstStyle/>
            <a:p>
              <a:endParaRPr lang="de-DE" sz="100"/>
            </a:p>
          </p:txBody>
        </p:sp>
        <p:sp>
          <p:nvSpPr>
            <p:cNvPr id="15" name="&amp;">
              <a:extLst>
                <a:ext uri="{FF2B5EF4-FFF2-40B4-BE49-F238E27FC236}">
                  <a16:creationId xmlns:a16="http://schemas.microsoft.com/office/drawing/2014/main" id="{A7F6730E-2961-DEB1-2AEA-2F6261E5C68E}"/>
                </a:ext>
              </a:extLst>
            </p:cNvPr>
            <p:cNvSpPr/>
            <p:nvPr/>
          </p:nvSpPr>
          <p:spPr bwMode="black">
            <a:xfrm>
              <a:off x="9995063" y="1619247"/>
              <a:ext cx="2104259" cy="1555528"/>
            </a:xfrm>
            <a:custGeom>
              <a:avLst/>
              <a:gdLst>
                <a:gd name="connsiteX0" fmla="*/ 304514 w 2104263"/>
                <a:gd name="connsiteY0" fmla="*/ 1284161 h 1555527"/>
                <a:gd name="connsiteX1" fmla="*/ 304514 w 2104263"/>
                <a:gd name="connsiteY1" fmla="*/ 1018985 h 1555527"/>
                <a:gd name="connsiteX2" fmla="*/ 702373 w 2104263"/>
                <a:gd name="connsiteY2" fmla="*/ 771811 h 1555527"/>
                <a:gd name="connsiteX3" fmla="*/ 1169575 w 2104263"/>
                <a:gd name="connsiteY3" fmla="*/ 1160717 h 1555527"/>
                <a:gd name="connsiteX4" fmla="*/ 1024890 w 2104263"/>
                <a:gd name="connsiteY4" fmla="*/ 1284256 h 1555527"/>
                <a:gd name="connsiteX5" fmla="*/ 304514 w 2104263"/>
                <a:gd name="connsiteY5" fmla="*/ 1284256 h 1555527"/>
                <a:gd name="connsiteX6" fmla="*/ 388811 w 2104263"/>
                <a:gd name="connsiteY6" fmla="*/ 1555528 h 1555527"/>
                <a:gd name="connsiteX7" fmla="*/ 943547 w 2104263"/>
                <a:gd name="connsiteY7" fmla="*/ 1555528 h 1555527"/>
                <a:gd name="connsiteX8" fmla="*/ 1235964 w 2104263"/>
                <a:gd name="connsiteY8" fmla="*/ 1461992 h 1555527"/>
                <a:gd name="connsiteX9" fmla="*/ 1374649 w 2104263"/>
                <a:gd name="connsiteY9" fmla="*/ 1338453 h 1555527"/>
                <a:gd name="connsiteX10" fmla="*/ 1630870 w 2104263"/>
                <a:gd name="connsiteY10" fmla="*/ 1555528 h 1555527"/>
                <a:gd name="connsiteX11" fmla="*/ 2104264 w 2104263"/>
                <a:gd name="connsiteY11" fmla="*/ 1555528 h 1555527"/>
                <a:gd name="connsiteX12" fmla="*/ 1612869 w 2104263"/>
                <a:gd name="connsiteY12" fmla="*/ 1142429 h 1555527"/>
                <a:gd name="connsiteX13" fmla="*/ 1971580 w 2104263"/>
                <a:gd name="connsiteY13" fmla="*/ 844106 h 1555527"/>
                <a:gd name="connsiteX14" fmla="*/ 1766507 w 2104263"/>
                <a:gd name="connsiteY14" fmla="*/ 666274 h 1555527"/>
                <a:gd name="connsiteX15" fmla="*/ 1404747 w 2104263"/>
                <a:gd name="connsiteY15" fmla="*/ 967645 h 1555527"/>
                <a:gd name="connsiteX16" fmla="*/ 672180 w 2104263"/>
                <a:gd name="connsiteY16" fmla="*/ 358712 h 1555527"/>
                <a:gd name="connsiteX17" fmla="*/ 672180 w 2104263"/>
                <a:gd name="connsiteY17" fmla="*/ 247174 h 1555527"/>
                <a:gd name="connsiteX18" fmla="*/ 1181767 w 2104263"/>
                <a:gd name="connsiteY18" fmla="*/ 247174 h 1555527"/>
                <a:gd name="connsiteX19" fmla="*/ 1181767 w 2104263"/>
                <a:gd name="connsiteY19" fmla="*/ 455295 h 1555527"/>
                <a:gd name="connsiteX20" fmla="*/ 1461992 w 2104263"/>
                <a:gd name="connsiteY20" fmla="*/ 407099 h 1555527"/>
                <a:gd name="connsiteX21" fmla="*/ 1461992 w 2104263"/>
                <a:gd name="connsiteY21" fmla="*/ 313563 h 1555527"/>
                <a:gd name="connsiteX22" fmla="*/ 1076134 w 2104263"/>
                <a:gd name="connsiteY22" fmla="*/ 0 h 1555527"/>
                <a:gd name="connsiteX23" fmla="*/ 762763 w 2104263"/>
                <a:gd name="connsiteY23" fmla="*/ 0 h 1555527"/>
                <a:gd name="connsiteX24" fmla="*/ 376905 w 2104263"/>
                <a:gd name="connsiteY24" fmla="*/ 283369 h 1555527"/>
                <a:gd name="connsiteX25" fmla="*/ 376905 w 2104263"/>
                <a:gd name="connsiteY25" fmla="*/ 370713 h 1555527"/>
                <a:gd name="connsiteX26" fmla="*/ 509588 w 2104263"/>
                <a:gd name="connsiteY26" fmla="*/ 605885 h 1555527"/>
                <a:gd name="connsiteX27" fmla="*/ 192881 w 2104263"/>
                <a:gd name="connsiteY27" fmla="*/ 795909 h 1555527"/>
                <a:gd name="connsiteX28" fmla="*/ 0 w 2104263"/>
                <a:gd name="connsiteY28" fmla="*/ 1085279 h 1555527"/>
                <a:gd name="connsiteX29" fmla="*/ 0 w 2104263"/>
                <a:gd name="connsiteY29" fmla="*/ 1187768 h 1555527"/>
                <a:gd name="connsiteX30" fmla="*/ 388811 w 2104263"/>
                <a:gd name="connsiteY30" fmla="*/ 1555528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04263" h="1555527">
                  <a:moveTo>
                    <a:pt x="304514" y="1284161"/>
                  </a:moveTo>
                  <a:lnTo>
                    <a:pt x="304514" y="1018985"/>
                  </a:lnTo>
                  <a:lnTo>
                    <a:pt x="702373" y="771811"/>
                  </a:lnTo>
                  <a:lnTo>
                    <a:pt x="1169575" y="1160717"/>
                  </a:lnTo>
                  <a:lnTo>
                    <a:pt x="1024890" y="1284256"/>
                  </a:lnTo>
                  <a:lnTo>
                    <a:pt x="304514" y="1284256"/>
                  </a:lnTo>
                  <a:close/>
                  <a:moveTo>
                    <a:pt x="388811" y="1555528"/>
                  </a:moveTo>
                  <a:lnTo>
                    <a:pt x="943547" y="1555528"/>
                  </a:lnTo>
                  <a:cubicBezTo>
                    <a:pt x="1073087" y="1555528"/>
                    <a:pt x="1136428" y="1549527"/>
                    <a:pt x="1235964" y="1461992"/>
                  </a:cubicBezTo>
                  <a:lnTo>
                    <a:pt x="1374649" y="1338453"/>
                  </a:lnTo>
                  <a:lnTo>
                    <a:pt x="1630870" y="1555528"/>
                  </a:lnTo>
                  <a:lnTo>
                    <a:pt x="2104264" y="1555528"/>
                  </a:lnTo>
                  <a:lnTo>
                    <a:pt x="1612869" y="1142429"/>
                  </a:lnTo>
                  <a:lnTo>
                    <a:pt x="1971580" y="844106"/>
                  </a:lnTo>
                  <a:lnTo>
                    <a:pt x="1766507" y="666274"/>
                  </a:lnTo>
                  <a:lnTo>
                    <a:pt x="1404747" y="967645"/>
                  </a:lnTo>
                  <a:lnTo>
                    <a:pt x="672180" y="358712"/>
                  </a:lnTo>
                  <a:lnTo>
                    <a:pt x="672180" y="247174"/>
                  </a:lnTo>
                  <a:lnTo>
                    <a:pt x="1181767" y="247174"/>
                  </a:lnTo>
                  <a:lnTo>
                    <a:pt x="1181767" y="455295"/>
                  </a:lnTo>
                  <a:lnTo>
                    <a:pt x="1461992" y="407099"/>
                  </a:lnTo>
                  <a:lnTo>
                    <a:pt x="1461992" y="313563"/>
                  </a:lnTo>
                  <a:cubicBezTo>
                    <a:pt x="1461992" y="60389"/>
                    <a:pt x="1356456" y="0"/>
                    <a:pt x="1076134" y="0"/>
                  </a:cubicBezTo>
                  <a:lnTo>
                    <a:pt x="762763" y="0"/>
                  </a:lnTo>
                  <a:cubicBezTo>
                    <a:pt x="497395" y="0"/>
                    <a:pt x="376905" y="60389"/>
                    <a:pt x="376905" y="283369"/>
                  </a:cubicBezTo>
                  <a:lnTo>
                    <a:pt x="376905" y="370713"/>
                  </a:lnTo>
                  <a:cubicBezTo>
                    <a:pt x="376905" y="461200"/>
                    <a:pt x="419100" y="530543"/>
                    <a:pt x="509588" y="605885"/>
                  </a:cubicBezTo>
                  <a:lnTo>
                    <a:pt x="192881" y="795909"/>
                  </a:lnTo>
                  <a:cubicBezTo>
                    <a:pt x="57341" y="877253"/>
                    <a:pt x="0" y="925449"/>
                    <a:pt x="0" y="1085279"/>
                  </a:cubicBezTo>
                  <a:lnTo>
                    <a:pt x="0" y="1187768"/>
                  </a:lnTo>
                  <a:cubicBezTo>
                    <a:pt x="0" y="1480185"/>
                    <a:pt x="96488" y="1555528"/>
                    <a:pt x="388811" y="1555528"/>
                  </a:cubicBezTo>
                </a:path>
              </a:pathLst>
            </a:custGeom>
            <a:grpFill/>
            <a:ln w="9525" cap="flat">
              <a:noFill/>
              <a:prstDash val="solid"/>
              <a:miter/>
            </a:ln>
          </p:spPr>
          <p:txBody>
            <a:bodyPr lIns="0" tIns="0" rIns="0" bIns="0" rtlCol="0" anchor="ctr"/>
            <a:lstStyle/>
            <a:p>
              <a:endParaRPr lang="de-DE" sz="100"/>
            </a:p>
          </p:txBody>
        </p:sp>
        <p:sp>
          <p:nvSpPr>
            <p:cNvPr id="16" name="s">
              <a:extLst>
                <a:ext uri="{FF2B5EF4-FFF2-40B4-BE49-F238E27FC236}">
                  <a16:creationId xmlns:a16="http://schemas.microsoft.com/office/drawing/2014/main" id="{94A9F6D5-E1A1-69DA-0985-AD63A84400C2}"/>
                </a:ext>
              </a:extLst>
            </p:cNvPr>
            <p:cNvSpPr/>
            <p:nvPr/>
          </p:nvSpPr>
          <p:spPr bwMode="black">
            <a:xfrm>
              <a:off x="95247" y="3686081"/>
              <a:ext cx="1739650" cy="1555528"/>
            </a:xfrm>
            <a:custGeom>
              <a:avLst/>
              <a:gdLst>
                <a:gd name="connsiteX0" fmla="*/ 1398842 w 1739645"/>
                <a:gd name="connsiteY0" fmla="*/ 271367 h 1555527"/>
                <a:gd name="connsiteX1" fmla="*/ 1398842 w 1739645"/>
                <a:gd name="connsiteY1" fmla="*/ 439865 h 1555527"/>
                <a:gd name="connsiteX2" fmla="*/ 1718405 w 1739645"/>
                <a:gd name="connsiteY2" fmla="*/ 364522 h 1555527"/>
                <a:gd name="connsiteX3" fmla="*/ 1718405 w 1739645"/>
                <a:gd name="connsiteY3" fmla="*/ 340709 h 1555527"/>
                <a:gd name="connsiteX4" fmla="*/ 1332548 w 1739645"/>
                <a:gd name="connsiteY4" fmla="*/ 0 h 1555527"/>
                <a:gd name="connsiteX5" fmla="*/ 449199 w 1739645"/>
                <a:gd name="connsiteY5" fmla="*/ 0 h 1555527"/>
                <a:gd name="connsiteX6" fmla="*/ 63341 w 1739645"/>
                <a:gd name="connsiteY6" fmla="*/ 367855 h 1555527"/>
                <a:gd name="connsiteX7" fmla="*/ 63341 w 1739645"/>
                <a:gd name="connsiteY7" fmla="*/ 539496 h 1555527"/>
                <a:gd name="connsiteX8" fmla="*/ 449199 w 1739645"/>
                <a:gd name="connsiteY8" fmla="*/ 907351 h 1555527"/>
                <a:gd name="connsiteX9" fmla="*/ 1419987 w 1739645"/>
                <a:gd name="connsiteY9" fmla="*/ 907351 h 1555527"/>
                <a:gd name="connsiteX10" fmla="*/ 1419987 w 1739645"/>
                <a:gd name="connsiteY10" fmla="*/ 1263110 h 1555527"/>
                <a:gd name="connsiteX11" fmla="*/ 319754 w 1739645"/>
                <a:gd name="connsiteY11" fmla="*/ 1263110 h 1555527"/>
                <a:gd name="connsiteX12" fmla="*/ 319754 w 1739645"/>
                <a:gd name="connsiteY12" fmla="*/ 1095661 h 1555527"/>
                <a:gd name="connsiteX13" fmla="*/ 0 w 1739645"/>
                <a:gd name="connsiteY13" fmla="*/ 1162050 h 1555527"/>
                <a:gd name="connsiteX14" fmla="*/ 0 w 1739645"/>
                <a:gd name="connsiteY14" fmla="*/ 1187768 h 1555527"/>
                <a:gd name="connsiteX15" fmla="*/ 388906 w 1739645"/>
                <a:gd name="connsiteY15" fmla="*/ 1555528 h 1555527"/>
                <a:gd name="connsiteX16" fmla="*/ 1350740 w 1739645"/>
                <a:gd name="connsiteY16" fmla="*/ 1555528 h 1555527"/>
                <a:gd name="connsiteX17" fmla="*/ 1739646 w 1739645"/>
                <a:gd name="connsiteY17" fmla="*/ 1187768 h 1555527"/>
                <a:gd name="connsiteX18" fmla="*/ 1739646 w 1739645"/>
                <a:gd name="connsiteY18" fmla="*/ 973741 h 1555527"/>
                <a:gd name="connsiteX19" fmla="*/ 1350740 w 1739645"/>
                <a:gd name="connsiteY19" fmla="*/ 605885 h 1555527"/>
                <a:gd name="connsiteX20" fmla="*/ 379857 w 1739645"/>
                <a:gd name="connsiteY20" fmla="*/ 605885 h 1555527"/>
                <a:gd name="connsiteX21" fmla="*/ 379857 w 1739645"/>
                <a:gd name="connsiteY21" fmla="*/ 271367 h 1555527"/>
                <a:gd name="connsiteX22" fmla="*/ 1398842 w 1739645"/>
                <a:gd name="connsiteY22" fmla="*/ 271367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39645" h="1555527">
                  <a:moveTo>
                    <a:pt x="1398842" y="271367"/>
                  </a:moveTo>
                  <a:lnTo>
                    <a:pt x="1398842" y="439865"/>
                  </a:lnTo>
                  <a:lnTo>
                    <a:pt x="1718405" y="364522"/>
                  </a:lnTo>
                  <a:lnTo>
                    <a:pt x="1718405" y="340709"/>
                  </a:lnTo>
                  <a:cubicBezTo>
                    <a:pt x="1718405" y="72295"/>
                    <a:pt x="1609916" y="0"/>
                    <a:pt x="1332548" y="0"/>
                  </a:cubicBezTo>
                  <a:lnTo>
                    <a:pt x="449199" y="0"/>
                  </a:lnTo>
                  <a:cubicBezTo>
                    <a:pt x="156781" y="0"/>
                    <a:pt x="63341" y="75343"/>
                    <a:pt x="63341" y="367855"/>
                  </a:cubicBezTo>
                  <a:lnTo>
                    <a:pt x="63341" y="539496"/>
                  </a:lnTo>
                  <a:cubicBezTo>
                    <a:pt x="63341" y="832009"/>
                    <a:pt x="156877" y="907351"/>
                    <a:pt x="449199" y="907351"/>
                  </a:cubicBezTo>
                  <a:lnTo>
                    <a:pt x="1419987" y="907351"/>
                  </a:lnTo>
                  <a:lnTo>
                    <a:pt x="1419987" y="1263110"/>
                  </a:lnTo>
                  <a:lnTo>
                    <a:pt x="319754" y="1263110"/>
                  </a:lnTo>
                  <a:lnTo>
                    <a:pt x="319754" y="1095661"/>
                  </a:lnTo>
                  <a:lnTo>
                    <a:pt x="0" y="1162050"/>
                  </a:lnTo>
                  <a:lnTo>
                    <a:pt x="0" y="1187768"/>
                  </a:lnTo>
                  <a:cubicBezTo>
                    <a:pt x="0" y="1480185"/>
                    <a:pt x="96488" y="1555528"/>
                    <a:pt x="388906" y="1555528"/>
                  </a:cubicBezTo>
                  <a:lnTo>
                    <a:pt x="1350740" y="1555528"/>
                  </a:lnTo>
                  <a:cubicBezTo>
                    <a:pt x="1643158" y="1555528"/>
                    <a:pt x="1739646" y="1480185"/>
                    <a:pt x="1739646" y="1187768"/>
                  </a:cubicBezTo>
                  <a:lnTo>
                    <a:pt x="1739646" y="973741"/>
                  </a:lnTo>
                  <a:cubicBezTo>
                    <a:pt x="1739646" y="681228"/>
                    <a:pt x="1643158" y="605885"/>
                    <a:pt x="1350740" y="605885"/>
                  </a:cubicBezTo>
                  <a:lnTo>
                    <a:pt x="379857" y="605885"/>
                  </a:lnTo>
                  <a:lnTo>
                    <a:pt x="379857" y="271367"/>
                  </a:lnTo>
                  <a:lnTo>
                    <a:pt x="1398842" y="271367"/>
                  </a:lnTo>
                  <a:close/>
                </a:path>
              </a:pathLst>
            </a:custGeom>
            <a:grpFill/>
            <a:ln w="9525" cap="flat">
              <a:noFill/>
              <a:prstDash val="solid"/>
              <a:miter/>
            </a:ln>
          </p:spPr>
          <p:txBody>
            <a:bodyPr lIns="0" tIns="0" rIns="0" bIns="0" rtlCol="0" anchor="ctr"/>
            <a:lstStyle/>
            <a:p>
              <a:endParaRPr lang="de-DE" sz="100"/>
            </a:p>
          </p:txBody>
        </p:sp>
        <p:sp>
          <p:nvSpPr>
            <p:cNvPr id="17" name="o">
              <a:extLst>
                <a:ext uri="{FF2B5EF4-FFF2-40B4-BE49-F238E27FC236}">
                  <a16:creationId xmlns:a16="http://schemas.microsoft.com/office/drawing/2014/main" id="{79D948EB-4240-7D3A-472A-2CBB4E7756F2}"/>
                </a:ext>
              </a:extLst>
            </p:cNvPr>
            <p:cNvSpPr/>
            <p:nvPr/>
          </p:nvSpPr>
          <p:spPr bwMode="black">
            <a:xfrm>
              <a:off x="2206937" y="3966587"/>
              <a:ext cx="1682019" cy="1275212"/>
            </a:xfrm>
            <a:custGeom>
              <a:avLst/>
              <a:gdLst>
                <a:gd name="connsiteX0" fmla="*/ 326041 w 1682019"/>
                <a:gd name="connsiteY0" fmla="*/ 234982 h 1275207"/>
                <a:gd name="connsiteX1" fmla="*/ 1374648 w 1682019"/>
                <a:gd name="connsiteY1" fmla="*/ 234982 h 1275207"/>
                <a:gd name="connsiteX2" fmla="*/ 1374648 w 1682019"/>
                <a:gd name="connsiteY2" fmla="*/ 1030891 h 1275207"/>
                <a:gd name="connsiteX3" fmla="*/ 326041 w 1682019"/>
                <a:gd name="connsiteY3" fmla="*/ 1030891 h 1275207"/>
                <a:gd name="connsiteX4" fmla="*/ 326041 w 1682019"/>
                <a:gd name="connsiteY4" fmla="*/ 234982 h 1275207"/>
                <a:gd name="connsiteX5" fmla="*/ 0 w 1682019"/>
                <a:gd name="connsiteY5" fmla="*/ 301371 h 1275207"/>
                <a:gd name="connsiteX6" fmla="*/ 0 w 1682019"/>
                <a:gd name="connsiteY6" fmla="*/ 973646 h 1275207"/>
                <a:gd name="connsiteX7" fmla="*/ 338233 w 1682019"/>
                <a:gd name="connsiteY7" fmla="*/ 1275207 h 1275207"/>
                <a:gd name="connsiteX8" fmla="*/ 1343787 w 1682019"/>
                <a:gd name="connsiteY8" fmla="*/ 1275207 h 1275207"/>
                <a:gd name="connsiteX9" fmla="*/ 1682020 w 1682019"/>
                <a:gd name="connsiteY9" fmla="*/ 973646 h 1275207"/>
                <a:gd name="connsiteX10" fmla="*/ 1682020 w 1682019"/>
                <a:gd name="connsiteY10" fmla="*/ 301371 h 1275207"/>
                <a:gd name="connsiteX11" fmla="*/ 1343787 w 1682019"/>
                <a:gd name="connsiteY11" fmla="*/ 0 h 1275207"/>
                <a:gd name="connsiteX12" fmla="*/ 338233 w 1682019"/>
                <a:gd name="connsiteY12" fmla="*/ 0 h 1275207"/>
                <a:gd name="connsiteX13" fmla="*/ 0 w 1682019"/>
                <a:gd name="connsiteY13" fmla="*/ 301371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2019" h="1275207">
                  <a:moveTo>
                    <a:pt x="326041" y="234982"/>
                  </a:moveTo>
                  <a:lnTo>
                    <a:pt x="1374648" y="234982"/>
                  </a:lnTo>
                  <a:lnTo>
                    <a:pt x="1374648" y="1030891"/>
                  </a:lnTo>
                  <a:lnTo>
                    <a:pt x="326041" y="1030891"/>
                  </a:lnTo>
                  <a:lnTo>
                    <a:pt x="326041" y="234982"/>
                  </a:lnTo>
                  <a:close/>
                  <a:moveTo>
                    <a:pt x="0" y="301371"/>
                  </a:moveTo>
                  <a:lnTo>
                    <a:pt x="0" y="973646"/>
                  </a:lnTo>
                  <a:cubicBezTo>
                    <a:pt x="0" y="1214819"/>
                    <a:pt x="79915" y="1275207"/>
                    <a:pt x="338233" y="1275207"/>
                  </a:cubicBezTo>
                  <a:lnTo>
                    <a:pt x="1343787" y="1275207"/>
                  </a:lnTo>
                  <a:cubicBezTo>
                    <a:pt x="1598962" y="1275207"/>
                    <a:pt x="1682020" y="1214819"/>
                    <a:pt x="1682020" y="973646"/>
                  </a:cubicBezTo>
                  <a:lnTo>
                    <a:pt x="1682020" y="301371"/>
                  </a:lnTo>
                  <a:cubicBezTo>
                    <a:pt x="1682020" y="57150"/>
                    <a:pt x="1598867" y="0"/>
                    <a:pt x="1343787" y="0"/>
                  </a:cubicBezTo>
                  <a:lnTo>
                    <a:pt x="338233" y="0"/>
                  </a:lnTo>
                  <a:cubicBezTo>
                    <a:pt x="83153" y="0"/>
                    <a:pt x="0" y="57150"/>
                    <a:pt x="0" y="301371"/>
                  </a:cubicBezTo>
                </a:path>
              </a:pathLst>
            </a:custGeom>
            <a:grpFill/>
            <a:ln w="9525" cap="flat">
              <a:noFill/>
              <a:prstDash val="solid"/>
              <a:miter/>
            </a:ln>
          </p:spPr>
          <p:txBody>
            <a:bodyPr lIns="0" tIns="0" rIns="0" bIns="0" rtlCol="0" anchor="ctr"/>
            <a:lstStyle/>
            <a:p>
              <a:endParaRPr lang="de-DE" sz="100"/>
            </a:p>
          </p:txBody>
        </p:sp>
        <p:sp>
          <p:nvSpPr>
            <p:cNvPr id="18" name="m">
              <a:extLst>
                <a:ext uri="{FF2B5EF4-FFF2-40B4-BE49-F238E27FC236}">
                  <a16:creationId xmlns:a16="http://schemas.microsoft.com/office/drawing/2014/main" id="{F7260108-2BDE-0C84-2F5C-BA50322A2ECF}"/>
                </a:ext>
              </a:extLst>
            </p:cNvPr>
            <p:cNvSpPr/>
            <p:nvPr/>
          </p:nvSpPr>
          <p:spPr bwMode="black">
            <a:xfrm>
              <a:off x="4290154" y="3966498"/>
              <a:ext cx="1815752" cy="1275212"/>
            </a:xfrm>
            <a:custGeom>
              <a:avLst/>
              <a:gdLst>
                <a:gd name="connsiteX0" fmla="*/ 1560576 w 1815750"/>
                <a:gd name="connsiteY0" fmla="*/ 0 h 1275207"/>
                <a:gd name="connsiteX1" fmla="*/ 927163 w 1815750"/>
                <a:gd name="connsiteY1" fmla="*/ 756571 h 1275207"/>
                <a:gd name="connsiteX2" fmla="*/ 290703 w 1815750"/>
                <a:gd name="connsiteY2" fmla="*/ 0 h 1275207"/>
                <a:gd name="connsiteX3" fmla="*/ 0 w 1815750"/>
                <a:gd name="connsiteY3" fmla="*/ 0 h 1275207"/>
                <a:gd name="connsiteX4" fmla="*/ 0 w 1815750"/>
                <a:gd name="connsiteY4" fmla="*/ 1275207 h 1275207"/>
                <a:gd name="connsiteX5" fmla="*/ 290703 w 1815750"/>
                <a:gd name="connsiteY5" fmla="*/ 1275207 h 1275207"/>
                <a:gd name="connsiteX6" fmla="*/ 290703 w 1815750"/>
                <a:gd name="connsiteY6" fmla="*/ 419100 h 1275207"/>
                <a:gd name="connsiteX7" fmla="*/ 877919 w 1815750"/>
                <a:gd name="connsiteY7" fmla="*/ 1121474 h 1275207"/>
                <a:gd name="connsiteX8" fmla="*/ 939356 w 1815750"/>
                <a:gd name="connsiteY8" fmla="*/ 1121474 h 1275207"/>
                <a:gd name="connsiteX9" fmla="*/ 1520571 w 1815750"/>
                <a:gd name="connsiteY9" fmla="*/ 397859 h 1275207"/>
                <a:gd name="connsiteX10" fmla="*/ 1520571 w 1815750"/>
                <a:gd name="connsiteY10" fmla="*/ 1275207 h 1275207"/>
                <a:gd name="connsiteX11" fmla="*/ 1815751 w 1815750"/>
                <a:gd name="connsiteY11" fmla="*/ 1275207 h 1275207"/>
                <a:gd name="connsiteX12" fmla="*/ 1815751 w 1815750"/>
                <a:gd name="connsiteY12"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5750" h="1275207">
                  <a:moveTo>
                    <a:pt x="1560576" y="0"/>
                  </a:moveTo>
                  <a:lnTo>
                    <a:pt x="927163" y="756571"/>
                  </a:lnTo>
                  <a:lnTo>
                    <a:pt x="290703" y="0"/>
                  </a:lnTo>
                  <a:lnTo>
                    <a:pt x="0" y="0"/>
                  </a:lnTo>
                  <a:lnTo>
                    <a:pt x="0" y="1275207"/>
                  </a:lnTo>
                  <a:lnTo>
                    <a:pt x="290703" y="1275207"/>
                  </a:lnTo>
                  <a:lnTo>
                    <a:pt x="290703" y="419100"/>
                  </a:lnTo>
                  <a:lnTo>
                    <a:pt x="877919" y="1121474"/>
                  </a:lnTo>
                  <a:lnTo>
                    <a:pt x="939356" y="1121474"/>
                  </a:lnTo>
                  <a:lnTo>
                    <a:pt x="1520571" y="397859"/>
                  </a:lnTo>
                  <a:lnTo>
                    <a:pt x="1520571" y="1275207"/>
                  </a:lnTo>
                  <a:lnTo>
                    <a:pt x="1815751" y="1275207"/>
                  </a:lnTo>
                  <a:lnTo>
                    <a:pt x="1815751" y="0"/>
                  </a:lnTo>
                  <a:close/>
                </a:path>
              </a:pathLst>
            </a:custGeom>
            <a:grpFill/>
            <a:ln w="9525" cap="flat">
              <a:noFill/>
              <a:prstDash val="solid"/>
              <a:miter/>
            </a:ln>
          </p:spPr>
          <p:txBody>
            <a:bodyPr lIns="0" tIns="0" rIns="0" bIns="0" rtlCol="0" anchor="ctr"/>
            <a:lstStyle/>
            <a:p>
              <a:endParaRPr lang="de-DE" sz="100"/>
            </a:p>
          </p:txBody>
        </p:sp>
        <p:sp>
          <p:nvSpPr>
            <p:cNvPr id="19" name="m">
              <a:extLst>
                <a:ext uri="{FF2B5EF4-FFF2-40B4-BE49-F238E27FC236}">
                  <a16:creationId xmlns:a16="http://schemas.microsoft.com/office/drawing/2014/main" id="{FFA88130-85D9-3FDD-4D0F-1B20E93D4545}"/>
                </a:ext>
              </a:extLst>
            </p:cNvPr>
            <p:cNvSpPr/>
            <p:nvPr/>
          </p:nvSpPr>
          <p:spPr bwMode="black">
            <a:xfrm>
              <a:off x="6535096" y="3966498"/>
              <a:ext cx="1815752" cy="1275212"/>
            </a:xfrm>
            <a:custGeom>
              <a:avLst/>
              <a:gdLst>
                <a:gd name="connsiteX0" fmla="*/ 1560672 w 1815750"/>
                <a:gd name="connsiteY0" fmla="*/ 0 h 1275207"/>
                <a:gd name="connsiteX1" fmla="*/ 927164 w 1815750"/>
                <a:gd name="connsiteY1" fmla="*/ 756571 h 1275207"/>
                <a:gd name="connsiteX2" fmla="*/ 290799 w 1815750"/>
                <a:gd name="connsiteY2" fmla="*/ 0 h 1275207"/>
                <a:gd name="connsiteX3" fmla="*/ 0 w 1815750"/>
                <a:gd name="connsiteY3" fmla="*/ 0 h 1275207"/>
                <a:gd name="connsiteX4" fmla="*/ 0 w 1815750"/>
                <a:gd name="connsiteY4" fmla="*/ 1275207 h 1275207"/>
                <a:gd name="connsiteX5" fmla="*/ 290799 w 1815750"/>
                <a:gd name="connsiteY5" fmla="*/ 1275207 h 1275207"/>
                <a:gd name="connsiteX6" fmla="*/ 290799 w 1815750"/>
                <a:gd name="connsiteY6" fmla="*/ 419100 h 1275207"/>
                <a:gd name="connsiteX7" fmla="*/ 878015 w 1815750"/>
                <a:gd name="connsiteY7" fmla="*/ 1121474 h 1275207"/>
                <a:gd name="connsiteX8" fmla="*/ 939546 w 1815750"/>
                <a:gd name="connsiteY8" fmla="*/ 1121474 h 1275207"/>
                <a:gd name="connsiteX9" fmla="*/ 1520571 w 1815750"/>
                <a:gd name="connsiteY9" fmla="*/ 397859 h 1275207"/>
                <a:gd name="connsiteX10" fmla="*/ 1520571 w 1815750"/>
                <a:gd name="connsiteY10" fmla="*/ 1275207 h 1275207"/>
                <a:gd name="connsiteX11" fmla="*/ 1815751 w 1815750"/>
                <a:gd name="connsiteY11" fmla="*/ 1275207 h 1275207"/>
                <a:gd name="connsiteX12" fmla="*/ 1815751 w 1815750"/>
                <a:gd name="connsiteY12"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5750" h="1275207">
                  <a:moveTo>
                    <a:pt x="1560672" y="0"/>
                  </a:moveTo>
                  <a:lnTo>
                    <a:pt x="927164" y="756571"/>
                  </a:lnTo>
                  <a:lnTo>
                    <a:pt x="290799" y="0"/>
                  </a:lnTo>
                  <a:lnTo>
                    <a:pt x="0" y="0"/>
                  </a:lnTo>
                  <a:lnTo>
                    <a:pt x="0" y="1275207"/>
                  </a:lnTo>
                  <a:lnTo>
                    <a:pt x="290799" y="1275207"/>
                  </a:lnTo>
                  <a:lnTo>
                    <a:pt x="290799" y="419100"/>
                  </a:lnTo>
                  <a:lnTo>
                    <a:pt x="878015" y="1121474"/>
                  </a:lnTo>
                  <a:lnTo>
                    <a:pt x="939546" y="1121474"/>
                  </a:lnTo>
                  <a:lnTo>
                    <a:pt x="1520571" y="397859"/>
                  </a:lnTo>
                  <a:lnTo>
                    <a:pt x="1520571" y="1275207"/>
                  </a:lnTo>
                  <a:lnTo>
                    <a:pt x="1815751" y="1275207"/>
                  </a:lnTo>
                  <a:lnTo>
                    <a:pt x="1815751" y="0"/>
                  </a:lnTo>
                  <a:close/>
                </a:path>
              </a:pathLst>
            </a:custGeom>
            <a:grpFill/>
            <a:ln w="9525" cap="flat">
              <a:noFill/>
              <a:prstDash val="solid"/>
              <a:miter/>
            </a:ln>
          </p:spPr>
          <p:txBody>
            <a:bodyPr lIns="0" tIns="0" rIns="0" bIns="0" rtlCol="0" anchor="ctr"/>
            <a:lstStyle/>
            <a:p>
              <a:endParaRPr lang="de-DE" sz="100"/>
            </a:p>
          </p:txBody>
        </p:sp>
        <p:sp>
          <p:nvSpPr>
            <p:cNvPr id="20" name="e">
              <a:extLst>
                <a:ext uri="{FF2B5EF4-FFF2-40B4-BE49-F238E27FC236}">
                  <a16:creationId xmlns:a16="http://schemas.microsoft.com/office/drawing/2014/main" id="{C606D66A-74D9-CCC2-5802-9EBB21CEAE2D}"/>
                </a:ext>
              </a:extLst>
            </p:cNvPr>
            <p:cNvSpPr/>
            <p:nvPr/>
          </p:nvSpPr>
          <p:spPr bwMode="black">
            <a:xfrm>
              <a:off x="8765757" y="3966498"/>
              <a:ext cx="1411313" cy="1275212"/>
            </a:xfrm>
            <a:custGeom>
              <a:avLst/>
              <a:gdLst>
                <a:gd name="connsiteX0" fmla="*/ 0 w 1411319"/>
                <a:gd name="connsiteY0" fmla="*/ 0 h 1275207"/>
                <a:gd name="connsiteX1" fmla="*/ 0 w 1411319"/>
                <a:gd name="connsiteY1" fmla="*/ 1275207 h 1275207"/>
                <a:gd name="connsiteX2" fmla="*/ 1411319 w 1411319"/>
                <a:gd name="connsiteY2" fmla="*/ 1275207 h 1275207"/>
                <a:gd name="connsiteX3" fmla="*/ 1411319 w 1411319"/>
                <a:gd name="connsiteY3" fmla="*/ 1036987 h 1275207"/>
                <a:gd name="connsiteX4" fmla="*/ 319850 w 1411319"/>
                <a:gd name="connsiteY4" fmla="*/ 1036987 h 1275207"/>
                <a:gd name="connsiteX5" fmla="*/ 319850 w 1411319"/>
                <a:gd name="connsiteY5" fmla="*/ 723424 h 1275207"/>
                <a:gd name="connsiteX6" fmla="*/ 947166 w 1411319"/>
                <a:gd name="connsiteY6" fmla="*/ 723424 h 1275207"/>
                <a:gd name="connsiteX7" fmla="*/ 947166 w 1411319"/>
                <a:gd name="connsiteY7" fmla="*/ 503396 h 1275207"/>
                <a:gd name="connsiteX8" fmla="*/ 319850 w 1411319"/>
                <a:gd name="connsiteY8" fmla="*/ 503396 h 1275207"/>
                <a:gd name="connsiteX9" fmla="*/ 319850 w 1411319"/>
                <a:gd name="connsiteY9" fmla="*/ 226219 h 1275207"/>
                <a:gd name="connsiteX10" fmla="*/ 1395984 w 1411319"/>
                <a:gd name="connsiteY10" fmla="*/ 226219 h 1275207"/>
                <a:gd name="connsiteX11" fmla="*/ 1395984 w 1411319"/>
                <a:gd name="connsiteY11"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1319" h="1275207">
                  <a:moveTo>
                    <a:pt x="0" y="0"/>
                  </a:moveTo>
                  <a:lnTo>
                    <a:pt x="0" y="1275207"/>
                  </a:lnTo>
                  <a:lnTo>
                    <a:pt x="1411319" y="1275207"/>
                  </a:lnTo>
                  <a:lnTo>
                    <a:pt x="1411319" y="1036987"/>
                  </a:lnTo>
                  <a:lnTo>
                    <a:pt x="319850" y="1036987"/>
                  </a:lnTo>
                  <a:lnTo>
                    <a:pt x="319850" y="723424"/>
                  </a:lnTo>
                  <a:lnTo>
                    <a:pt x="947166" y="723424"/>
                  </a:lnTo>
                  <a:lnTo>
                    <a:pt x="947166" y="503396"/>
                  </a:lnTo>
                  <a:lnTo>
                    <a:pt x="319850" y="503396"/>
                  </a:lnTo>
                  <a:lnTo>
                    <a:pt x="319850" y="226219"/>
                  </a:lnTo>
                  <a:lnTo>
                    <a:pt x="1395984" y="226219"/>
                  </a:lnTo>
                  <a:lnTo>
                    <a:pt x="1395984" y="0"/>
                  </a:lnTo>
                  <a:close/>
                </a:path>
              </a:pathLst>
            </a:custGeom>
            <a:grpFill/>
            <a:ln w="9525" cap="flat">
              <a:noFill/>
              <a:prstDash val="solid"/>
              <a:miter/>
            </a:ln>
          </p:spPr>
          <p:txBody>
            <a:bodyPr lIns="0" tIns="0" rIns="0" bIns="0" rtlCol="0" anchor="ctr"/>
            <a:lstStyle/>
            <a:p>
              <a:endParaRPr lang="de-DE" sz="100"/>
            </a:p>
          </p:txBody>
        </p:sp>
        <p:sp>
          <p:nvSpPr>
            <p:cNvPr id="21" name="r">
              <a:extLst>
                <a:ext uri="{FF2B5EF4-FFF2-40B4-BE49-F238E27FC236}">
                  <a16:creationId xmlns:a16="http://schemas.microsoft.com/office/drawing/2014/main" id="{095A7751-BA82-E24D-C47C-4B6106682EFF}"/>
                </a:ext>
              </a:extLst>
            </p:cNvPr>
            <p:cNvSpPr/>
            <p:nvPr/>
          </p:nvSpPr>
          <p:spPr bwMode="black">
            <a:xfrm>
              <a:off x="10504356" y="3966498"/>
              <a:ext cx="1579811" cy="1275212"/>
            </a:xfrm>
            <a:custGeom>
              <a:avLst/>
              <a:gdLst>
                <a:gd name="connsiteX0" fmla="*/ 1015937 w 1579817"/>
                <a:gd name="connsiteY0" fmla="*/ 220028 h 1275207"/>
                <a:gd name="connsiteX1" fmla="*/ 1157669 w 1579817"/>
                <a:gd name="connsiteY1" fmla="*/ 322517 h 1275207"/>
                <a:gd name="connsiteX2" fmla="*/ 1157669 w 1579817"/>
                <a:gd name="connsiteY2" fmla="*/ 470249 h 1275207"/>
                <a:gd name="connsiteX3" fmla="*/ 1015937 w 1579817"/>
                <a:gd name="connsiteY3" fmla="*/ 572738 h 1275207"/>
                <a:gd name="connsiteX4" fmla="*/ 307467 w 1579817"/>
                <a:gd name="connsiteY4" fmla="*/ 572738 h 1275207"/>
                <a:gd name="connsiteX5" fmla="*/ 307467 w 1579817"/>
                <a:gd name="connsiteY5" fmla="*/ 220028 h 1275207"/>
                <a:gd name="connsiteX6" fmla="*/ 1015937 w 1579817"/>
                <a:gd name="connsiteY6" fmla="*/ 220028 h 1275207"/>
                <a:gd name="connsiteX7" fmla="*/ 0 w 1579817"/>
                <a:gd name="connsiteY7" fmla="*/ 1275207 h 1275207"/>
                <a:gd name="connsiteX8" fmla="*/ 307563 w 1579817"/>
                <a:gd name="connsiteY8" fmla="*/ 1275207 h 1275207"/>
                <a:gd name="connsiteX9" fmla="*/ 307563 w 1579817"/>
                <a:gd name="connsiteY9" fmla="*/ 792766 h 1275207"/>
                <a:gd name="connsiteX10" fmla="*/ 599981 w 1579817"/>
                <a:gd name="connsiteY10" fmla="*/ 792766 h 1275207"/>
                <a:gd name="connsiteX11" fmla="*/ 1133570 w 1579817"/>
                <a:gd name="connsiteY11" fmla="*/ 1275207 h 1275207"/>
                <a:gd name="connsiteX12" fmla="*/ 1579818 w 1579817"/>
                <a:gd name="connsiteY12" fmla="*/ 1275207 h 1275207"/>
                <a:gd name="connsiteX13" fmla="*/ 973931 w 1579817"/>
                <a:gd name="connsiteY13" fmla="*/ 792766 h 1275207"/>
                <a:gd name="connsiteX14" fmla="*/ 1148811 w 1579817"/>
                <a:gd name="connsiteY14" fmla="*/ 792766 h 1275207"/>
                <a:gd name="connsiteX15" fmla="*/ 1447229 w 1579817"/>
                <a:gd name="connsiteY15" fmla="*/ 548545 h 1275207"/>
                <a:gd name="connsiteX16" fmla="*/ 1447229 w 1579817"/>
                <a:gd name="connsiteY16" fmla="*/ 247174 h 1275207"/>
                <a:gd name="connsiteX17" fmla="*/ 1148811 w 1579817"/>
                <a:gd name="connsiteY17" fmla="*/ 0 h 1275207"/>
                <a:gd name="connsiteX18" fmla="*/ 191 w 1579817"/>
                <a:gd name="connsiteY18" fmla="*/ 0 h 1275207"/>
                <a:gd name="connsiteX19" fmla="*/ 191 w 1579817"/>
                <a:gd name="connsiteY19" fmla="*/ 1275207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79817" h="1275207">
                  <a:moveTo>
                    <a:pt x="1015937" y="220028"/>
                  </a:moveTo>
                  <a:cubicBezTo>
                    <a:pt x="1109282" y="220028"/>
                    <a:pt x="1157669" y="238220"/>
                    <a:pt x="1157669" y="322517"/>
                  </a:cubicBezTo>
                  <a:lnTo>
                    <a:pt x="1157669" y="470249"/>
                  </a:lnTo>
                  <a:cubicBezTo>
                    <a:pt x="1157669" y="554736"/>
                    <a:pt x="1109282" y="572738"/>
                    <a:pt x="1015937" y="572738"/>
                  </a:cubicBezTo>
                  <a:lnTo>
                    <a:pt x="307467" y="572738"/>
                  </a:lnTo>
                  <a:lnTo>
                    <a:pt x="307467" y="220028"/>
                  </a:lnTo>
                  <a:lnTo>
                    <a:pt x="1015937" y="220028"/>
                  </a:lnTo>
                  <a:close/>
                  <a:moveTo>
                    <a:pt x="0" y="1275207"/>
                  </a:moveTo>
                  <a:lnTo>
                    <a:pt x="307563" y="1275207"/>
                  </a:lnTo>
                  <a:lnTo>
                    <a:pt x="307563" y="792766"/>
                  </a:lnTo>
                  <a:lnTo>
                    <a:pt x="599981" y="792766"/>
                  </a:lnTo>
                  <a:lnTo>
                    <a:pt x="1133570" y="1275207"/>
                  </a:lnTo>
                  <a:lnTo>
                    <a:pt x="1579818" y="1275207"/>
                  </a:lnTo>
                  <a:lnTo>
                    <a:pt x="973931" y="792766"/>
                  </a:lnTo>
                  <a:lnTo>
                    <a:pt x="1148811" y="792766"/>
                  </a:lnTo>
                  <a:cubicBezTo>
                    <a:pt x="1353693" y="792766"/>
                    <a:pt x="1447229" y="723424"/>
                    <a:pt x="1447229" y="548545"/>
                  </a:cubicBezTo>
                  <a:lnTo>
                    <a:pt x="1447229" y="247174"/>
                  </a:lnTo>
                  <a:cubicBezTo>
                    <a:pt x="1447229" y="69342"/>
                    <a:pt x="1353693" y="0"/>
                    <a:pt x="1148811" y="0"/>
                  </a:cubicBezTo>
                  <a:lnTo>
                    <a:pt x="191" y="0"/>
                  </a:lnTo>
                  <a:lnTo>
                    <a:pt x="191" y="1275207"/>
                  </a:lnTo>
                  <a:close/>
                </a:path>
              </a:pathLst>
            </a:custGeom>
            <a:grpFill/>
            <a:ln w="9525" cap="flat">
              <a:noFill/>
              <a:prstDash val="solid"/>
              <a:miter/>
            </a:ln>
          </p:spPr>
          <p:txBody>
            <a:bodyPr lIns="0" tIns="0" rIns="0" bIns="0" rtlCol="0" anchor="ctr"/>
            <a:lstStyle/>
            <a:p>
              <a:endParaRPr lang="de-DE" sz="100"/>
            </a:p>
          </p:txBody>
        </p:sp>
      </p:grpSp>
    </p:spTree>
    <p:extLst>
      <p:ext uri="{BB962C8B-B14F-4D97-AF65-F5344CB8AC3E}">
        <p14:creationId xmlns:p14="http://schemas.microsoft.com/office/powerpoint/2010/main" val="36282997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640">
          <p15:clr>
            <a:srgbClr val="FBAE40"/>
          </p15:clr>
        </p15:guide>
        <p15:guide id="2" pos="3750">
          <p15:clr>
            <a:srgbClr val="FBAE40"/>
          </p15:clr>
        </p15:guide>
        <p15:guide id="3" pos="392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1/2">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FFCB50B-5503-4467-8A0F-9FBB8B48B97D}"/>
              </a:ext>
            </a:extLst>
          </p:cNvPr>
          <p:cNvSpPr>
            <a:spLocks noGrp="1"/>
          </p:cNvSpPr>
          <p:nvPr>
            <p:ph type="title"/>
          </p:nvPr>
        </p:nvSpPr>
        <p:spPr bwMode="gray"/>
        <p:txBody>
          <a:bodyPr lIns="0" tIns="0" rIns="0" bIns="0"/>
          <a:lstStyle/>
          <a:p>
            <a:r>
              <a:rPr lang="de-DE"/>
              <a:t>Mastertitelformat bearbeiten</a:t>
            </a:r>
            <a:endParaRPr lang="en-US"/>
          </a:p>
        </p:txBody>
      </p:sp>
      <p:sp>
        <p:nvSpPr>
          <p:cNvPr id="4" name="MIO_CONVERT_SLIDES_SUBTITLE">
            <a:extLst>
              <a:ext uri="{FF2B5EF4-FFF2-40B4-BE49-F238E27FC236}">
                <a16:creationId xmlns:a16="http://schemas.microsoft.com/office/drawing/2014/main" id="{7086919D-8D03-4875-B9F0-05F0C8564079}"/>
              </a:ext>
              <a:ext uri="{C183D7F6-B498-43B3-948B-1728B52AA6E4}">
                <adec:decorative xmlns:adec="http://schemas.microsoft.com/office/drawing/2017/decorative" val="0"/>
              </a:ext>
            </a:extLst>
          </p:cNvPr>
          <p:cNvSpPr>
            <a:spLocks noGrp="1"/>
          </p:cNvSpPr>
          <p:nvPr>
            <p:ph type="body" sz="quarter" idx="14" hasCustomPrompt="1"/>
          </p:nvPr>
        </p:nvSpPr>
        <p:spPr bwMode="gray">
          <a:xfrm>
            <a:off x="525600" y="1022400"/>
            <a:ext cx="11138400" cy="504000"/>
          </a:xfrm>
        </p:spPr>
        <p:txBody>
          <a:bodyPr/>
          <a:lstStyle>
            <a:lvl1pPr>
              <a:lnSpc>
                <a:spcPct val="85000"/>
              </a:lnSpc>
              <a:spcBef>
                <a:spcPts val="0"/>
              </a:spcBef>
              <a:spcAft>
                <a:spcPts val="0"/>
              </a:spcAft>
              <a:defRPr sz="2000"/>
            </a:lvl1pPr>
          </a:lstStyle>
          <a:p>
            <a:pPr lvl="0"/>
            <a:r>
              <a:rPr lang="de-DE" err="1"/>
              <a:t>Subtitle</a:t>
            </a:r>
            <a:endParaRPr lang="en-US"/>
          </a:p>
        </p:txBody>
      </p:sp>
      <p:sp>
        <p:nvSpPr>
          <p:cNvPr id="7" name="content 1">
            <a:extLst>
              <a:ext uri="{FF2B5EF4-FFF2-40B4-BE49-F238E27FC236}">
                <a16:creationId xmlns:a16="http://schemas.microsoft.com/office/drawing/2014/main" id="{5ACBB9A0-3E08-4278-AF60-F20CD65CA5C6}"/>
              </a:ext>
            </a:extLst>
          </p:cNvPr>
          <p:cNvSpPr>
            <a:spLocks noGrp="1"/>
          </p:cNvSpPr>
          <p:nvPr>
            <p:ph idx="1"/>
          </p:nvPr>
        </p:nvSpPr>
        <p:spPr bwMode="gray">
          <a:xfrm>
            <a:off x="525600" y="1602000"/>
            <a:ext cx="3616800" cy="44964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8" name="content 2">
            <a:extLst>
              <a:ext uri="{FF2B5EF4-FFF2-40B4-BE49-F238E27FC236}">
                <a16:creationId xmlns:a16="http://schemas.microsoft.com/office/drawing/2014/main" id="{8F888000-F132-4646-9AFE-7C2EB0259264}"/>
              </a:ext>
            </a:extLst>
          </p:cNvPr>
          <p:cNvSpPr>
            <a:spLocks noGrp="1"/>
          </p:cNvSpPr>
          <p:nvPr>
            <p:ph idx="15"/>
          </p:nvPr>
        </p:nvSpPr>
        <p:spPr bwMode="gray">
          <a:xfrm>
            <a:off x="4286400" y="1602000"/>
            <a:ext cx="7377600" cy="44964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slide number">
            <a:extLst>
              <a:ext uri="{FF2B5EF4-FFF2-40B4-BE49-F238E27FC236}">
                <a16:creationId xmlns:a16="http://schemas.microsoft.com/office/drawing/2014/main" id="{90B54C2D-8235-4852-8EB7-5E05529B2499}"/>
              </a:ext>
            </a:extLst>
          </p:cNvPr>
          <p:cNvSpPr>
            <a:spLocks noGrp="1"/>
          </p:cNvSpPr>
          <p:nvPr>
            <p:ph type="sldNum" sz="quarter" idx="12"/>
          </p:nvPr>
        </p:nvSpPr>
        <p:spPr bwMode="gray"/>
        <p:txBody>
          <a:bodyPr lIns="0" tIns="0" rIns="0" bIns="0"/>
          <a:lstStyle/>
          <a:p>
            <a:fld id="{9829449A-3FF3-45CE-9F4F-09BADC0910C6}" type="slidenum">
              <a:rPr lang="de-DE" noProof="0"/>
              <a:t>‹Nr.›</a:t>
            </a:fld>
            <a:endParaRPr lang="de-DE" noProof="0"/>
          </a:p>
        </p:txBody>
      </p:sp>
      <p:sp>
        <p:nvSpPr>
          <p:cNvPr id="5" name="footer">
            <a:extLst>
              <a:ext uri="{FF2B5EF4-FFF2-40B4-BE49-F238E27FC236}">
                <a16:creationId xmlns:a16="http://schemas.microsoft.com/office/drawing/2014/main" id="{A4534FC4-D037-44B0-B266-D9E820FC1DF2}"/>
              </a:ext>
            </a:extLst>
          </p:cNvPr>
          <p:cNvSpPr>
            <a:spLocks noGrp="1"/>
          </p:cNvSpPr>
          <p:nvPr>
            <p:ph type="ftr" sz="quarter" idx="11"/>
          </p:nvPr>
        </p:nvSpPr>
        <p:spPr bwMode="gray"/>
        <p:txBody>
          <a:bodyPr lIns="0" tIns="0" rIns="0" bIns="0"/>
          <a:lstStyle/>
          <a:p>
            <a:r>
              <a:rPr lang="de-DE" noProof="0"/>
              <a:t>SNB - TGA - 28.08.2026</a:t>
            </a:r>
          </a:p>
        </p:txBody>
      </p:sp>
      <p:sp>
        <p:nvSpPr>
          <p:cNvPr id="3" name="MIO_Placeholder_Mapping" hidden="1">
            <a:extLst>
              <a:ext uri="{FF2B5EF4-FFF2-40B4-BE49-F238E27FC236}">
                <a16:creationId xmlns:a16="http://schemas.microsoft.com/office/drawing/2014/main" id="{E205356A-5681-98CB-07C0-72CF15F5E3A8}"/>
              </a:ext>
            </a:extLst>
          </p:cNvPr>
          <p:cNvSpPr/>
          <p:nvPr userDrawn="1">
            <p:custDataLst>
              <p:tags r:id="rId1"/>
            </p:custDataLst>
          </p:nvPr>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1481080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644">
          <p15:clr>
            <a:srgbClr val="FBAE40"/>
          </p15:clr>
        </p15:guide>
        <p15:guide id="2" pos="2610">
          <p15:clr>
            <a:srgbClr val="FBAE40"/>
          </p15:clr>
        </p15:guide>
        <p15:guide id="3" pos="27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ARK Content 1/2">
    <p:bg>
      <p:bgRef idx="1001">
        <a:schemeClr val="bg1"/>
      </p:bgRef>
    </p:bg>
    <p:spTree>
      <p:nvGrpSpPr>
        <p:cNvPr id="1" name=""/>
        <p:cNvGrpSpPr/>
        <p:nvPr/>
      </p:nvGrpSpPr>
      <p:grpSpPr>
        <a:xfrm>
          <a:off x="0" y="0"/>
          <a:ext cx="0" cy="0"/>
          <a:chOff x="0" y="0"/>
          <a:chExt cx="0" cy="0"/>
        </a:xfrm>
      </p:grpSpPr>
      <p:pic>
        <p:nvPicPr>
          <p:cNvPr id="3" name="background dreso">
            <a:extLst>
              <a:ext uri="{FF2B5EF4-FFF2-40B4-BE49-F238E27FC236}">
                <a16:creationId xmlns:a16="http://schemas.microsoft.com/office/drawing/2014/main" id="{9DED7D4D-EA7A-270F-0ED3-184AB81C034D}"/>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white">
          <a:xfrm>
            <a:off x="0" y="0"/>
            <a:ext cx="12191999" cy="6858000"/>
          </a:xfrm>
          <a:prstGeom prst="rect">
            <a:avLst/>
          </a:prstGeom>
        </p:spPr>
      </p:pic>
      <p:sp>
        <p:nvSpPr>
          <p:cNvPr id="2" name="title">
            <a:extLst>
              <a:ext uri="{FF2B5EF4-FFF2-40B4-BE49-F238E27FC236}">
                <a16:creationId xmlns:a16="http://schemas.microsoft.com/office/drawing/2014/main" id="{8FFCB50B-5503-4467-8A0F-9FBB8B48B97D}"/>
              </a:ext>
            </a:extLst>
          </p:cNvPr>
          <p:cNvSpPr>
            <a:spLocks noGrp="1"/>
          </p:cNvSpPr>
          <p:nvPr>
            <p:ph type="title"/>
          </p:nvPr>
        </p:nvSpPr>
        <p:spPr bwMode="black"/>
        <p:txBody>
          <a:bodyPr lIns="0" tIns="0" rIns="0" bIns="0"/>
          <a:lstStyle>
            <a:lvl1pPr>
              <a:defRPr>
                <a:solidFill>
                  <a:schemeClr val="tx1"/>
                </a:solidFill>
              </a:defRPr>
            </a:lvl1pPr>
          </a:lstStyle>
          <a:p>
            <a:r>
              <a:rPr lang="de-DE"/>
              <a:t>Mastertitelformat bearbeiten</a:t>
            </a:r>
            <a:endParaRPr lang="en-US"/>
          </a:p>
        </p:txBody>
      </p:sp>
      <p:sp>
        <p:nvSpPr>
          <p:cNvPr id="4" name="MIO_CONVERT_SLIDES_SUBTITLE">
            <a:extLst>
              <a:ext uri="{FF2B5EF4-FFF2-40B4-BE49-F238E27FC236}">
                <a16:creationId xmlns:a16="http://schemas.microsoft.com/office/drawing/2014/main" id="{7086919D-8D03-4875-B9F0-05F0C8564079}"/>
              </a:ext>
            </a:extLst>
          </p:cNvPr>
          <p:cNvSpPr>
            <a:spLocks noGrp="1"/>
          </p:cNvSpPr>
          <p:nvPr>
            <p:ph type="body" sz="quarter" idx="14" hasCustomPrompt="1"/>
          </p:nvPr>
        </p:nvSpPr>
        <p:spPr bwMode="black">
          <a:xfrm>
            <a:off x="525600" y="1022400"/>
            <a:ext cx="11138400" cy="504000"/>
          </a:xfrm>
        </p:spPr>
        <p:txBody>
          <a:bodyPr/>
          <a:lstStyle>
            <a:lvl1pPr>
              <a:lnSpc>
                <a:spcPct val="85000"/>
              </a:lnSpc>
              <a:spcBef>
                <a:spcPts val="0"/>
              </a:spcBef>
              <a:spcAft>
                <a:spcPts val="0"/>
              </a:spcAft>
              <a:defRPr sz="2000">
                <a:solidFill>
                  <a:schemeClr val="tx1"/>
                </a:solidFill>
              </a:defRPr>
            </a:lvl1pPr>
          </a:lstStyle>
          <a:p>
            <a:pPr lvl="0"/>
            <a:r>
              <a:rPr lang="de-DE" err="1"/>
              <a:t>Subtitle</a:t>
            </a:r>
            <a:endParaRPr lang="en-US"/>
          </a:p>
        </p:txBody>
      </p:sp>
      <p:sp>
        <p:nvSpPr>
          <p:cNvPr id="25" name="content 1">
            <a:extLst>
              <a:ext uri="{FF2B5EF4-FFF2-40B4-BE49-F238E27FC236}">
                <a16:creationId xmlns:a16="http://schemas.microsoft.com/office/drawing/2014/main" id="{5E1243BA-C017-903F-D63A-CD342B3794DB}"/>
              </a:ext>
            </a:extLst>
          </p:cNvPr>
          <p:cNvSpPr>
            <a:spLocks noGrp="1"/>
          </p:cNvSpPr>
          <p:nvPr>
            <p:ph sz="quarter" idx="16"/>
          </p:nvPr>
        </p:nvSpPr>
        <p:spPr>
          <a:xfrm>
            <a:off x="525600" y="1602000"/>
            <a:ext cx="3616800" cy="4496401"/>
          </a:xfrm>
        </p:spPr>
        <p:txBody>
          <a:bodyPr/>
          <a:lstStyle>
            <a:lvl7pPr>
              <a:defRPr>
                <a:solidFill>
                  <a:schemeClr val="tx1"/>
                </a:solidFill>
              </a:defRPr>
            </a:lvl7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7" name="content 2">
            <a:extLst>
              <a:ext uri="{FF2B5EF4-FFF2-40B4-BE49-F238E27FC236}">
                <a16:creationId xmlns:a16="http://schemas.microsoft.com/office/drawing/2014/main" id="{B44852C4-7CF6-1DCE-7004-0B2527445A5E}"/>
              </a:ext>
            </a:extLst>
          </p:cNvPr>
          <p:cNvSpPr>
            <a:spLocks noGrp="1"/>
          </p:cNvSpPr>
          <p:nvPr>
            <p:ph sz="quarter" idx="17"/>
          </p:nvPr>
        </p:nvSpPr>
        <p:spPr>
          <a:xfrm>
            <a:off x="4286400" y="1602000"/>
            <a:ext cx="7377600" cy="4496401"/>
          </a:xfrm>
        </p:spPr>
        <p:txBody>
          <a:bodyPr/>
          <a:lstStyle>
            <a:lvl7pPr>
              <a:defRPr>
                <a:solidFill>
                  <a:schemeClr val="tx1"/>
                </a:solidFill>
              </a:defRPr>
            </a:lvl7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slide number">
            <a:extLst>
              <a:ext uri="{FF2B5EF4-FFF2-40B4-BE49-F238E27FC236}">
                <a16:creationId xmlns:a16="http://schemas.microsoft.com/office/drawing/2014/main" id="{90B54C2D-8235-4852-8EB7-5E05529B2499}"/>
              </a:ext>
            </a:extLst>
          </p:cNvPr>
          <p:cNvSpPr>
            <a:spLocks noGrp="1"/>
          </p:cNvSpPr>
          <p:nvPr>
            <p:ph type="sldNum" sz="quarter" idx="12"/>
          </p:nvPr>
        </p:nvSpPr>
        <p:spPr bwMode="black"/>
        <p:txBody>
          <a:bodyPr lIns="0" tIns="0" rIns="0" bIns="0"/>
          <a:lstStyle>
            <a:lvl1pPr>
              <a:defRPr>
                <a:solidFill>
                  <a:schemeClr val="tx1"/>
                </a:solidFill>
              </a:defRPr>
            </a:lvl1pPr>
          </a:lstStyle>
          <a:p>
            <a:fld id="{9829449A-3FF3-45CE-9F4F-09BADC0910C6}" type="slidenum">
              <a:rPr lang="de-DE"/>
              <a:pPr/>
              <a:t>‹Nr.›</a:t>
            </a:fld>
            <a:endParaRPr lang="de-DE"/>
          </a:p>
        </p:txBody>
      </p:sp>
      <p:sp>
        <p:nvSpPr>
          <p:cNvPr id="5" name="footer">
            <a:extLst>
              <a:ext uri="{FF2B5EF4-FFF2-40B4-BE49-F238E27FC236}">
                <a16:creationId xmlns:a16="http://schemas.microsoft.com/office/drawing/2014/main" id="{A4534FC4-D037-44B0-B266-D9E820FC1DF2}"/>
              </a:ext>
              <a:ext uri="{C183D7F6-B498-43B3-948B-1728B52AA6E4}">
                <adec:decorative xmlns:adec="http://schemas.microsoft.com/office/drawing/2017/decorative" val="0"/>
              </a:ext>
            </a:extLst>
          </p:cNvPr>
          <p:cNvSpPr>
            <a:spLocks noGrp="1"/>
          </p:cNvSpPr>
          <p:nvPr>
            <p:ph type="ftr" sz="quarter" idx="11"/>
          </p:nvPr>
        </p:nvSpPr>
        <p:spPr bwMode="black"/>
        <p:txBody>
          <a:bodyPr lIns="0" tIns="0" rIns="0" bIns="0"/>
          <a:lstStyle>
            <a:lvl1pPr>
              <a:defRPr>
                <a:solidFill>
                  <a:schemeClr val="tx1"/>
                </a:solidFill>
              </a:defRPr>
            </a:lvl1pPr>
          </a:lstStyle>
          <a:p>
            <a:r>
              <a:rPr lang="de-DE"/>
              <a:t>SNB - TGA - 28.08.2026</a:t>
            </a:r>
          </a:p>
        </p:txBody>
      </p:sp>
      <p:grpSp>
        <p:nvGrpSpPr>
          <p:cNvPr id="9" name="logo drees&amp;sommer blue">
            <a:extLst>
              <a:ext uri="{FF2B5EF4-FFF2-40B4-BE49-F238E27FC236}">
                <a16:creationId xmlns:a16="http://schemas.microsoft.com/office/drawing/2014/main" id="{E3D3F77D-69CB-13AF-FBAE-A45FCAC8EA8F}"/>
              </a:ext>
              <a:ext uri="{C183D7F6-B498-43B3-948B-1728B52AA6E4}">
                <adec:decorative xmlns:adec="http://schemas.microsoft.com/office/drawing/2017/decorative" val="1"/>
              </a:ext>
            </a:extLst>
          </p:cNvPr>
          <p:cNvGrpSpPr>
            <a:grpSpLocks noChangeAspect="1"/>
          </p:cNvGrpSpPr>
          <p:nvPr userDrawn="1"/>
        </p:nvGrpSpPr>
        <p:grpSpPr bwMode="black">
          <a:xfrm>
            <a:off x="10716797" y="6331911"/>
            <a:ext cx="948154" cy="286131"/>
            <a:chOff x="95247" y="1619247"/>
            <a:chExt cx="12004075" cy="3622552"/>
          </a:xfrm>
          <a:solidFill>
            <a:schemeClr val="tx1"/>
          </a:solidFill>
        </p:grpSpPr>
        <p:sp>
          <p:nvSpPr>
            <p:cNvPr id="10" name="d">
              <a:extLst>
                <a:ext uri="{FF2B5EF4-FFF2-40B4-BE49-F238E27FC236}">
                  <a16:creationId xmlns:a16="http://schemas.microsoft.com/office/drawing/2014/main" id="{68256709-792E-F2B3-A1FA-5AB93E898803}"/>
                </a:ext>
              </a:extLst>
            </p:cNvPr>
            <p:cNvSpPr/>
            <p:nvPr/>
          </p:nvSpPr>
          <p:spPr bwMode="black">
            <a:xfrm>
              <a:off x="146585" y="1619247"/>
              <a:ext cx="1890145" cy="1555528"/>
            </a:xfrm>
            <a:custGeom>
              <a:avLst/>
              <a:gdLst>
                <a:gd name="connsiteX0" fmla="*/ 361760 w 1890141"/>
                <a:gd name="connsiteY0" fmla="*/ 1263206 h 1555527"/>
                <a:gd name="connsiteX1" fmla="*/ 361760 w 1890141"/>
                <a:gd name="connsiteY1" fmla="*/ 277368 h 1555527"/>
                <a:gd name="connsiteX2" fmla="*/ 1003840 w 1890141"/>
                <a:gd name="connsiteY2" fmla="*/ 277368 h 1555527"/>
                <a:gd name="connsiteX3" fmla="*/ 1516380 w 1890141"/>
                <a:gd name="connsiteY3" fmla="*/ 762762 h 1555527"/>
                <a:gd name="connsiteX4" fmla="*/ 828961 w 1890141"/>
                <a:gd name="connsiteY4" fmla="*/ 1263206 h 1555527"/>
                <a:gd name="connsiteX5" fmla="*/ 361760 w 1890141"/>
                <a:gd name="connsiteY5" fmla="*/ 1263206 h 1555527"/>
                <a:gd name="connsiteX6" fmla="*/ 0 w 1890141"/>
                <a:gd name="connsiteY6" fmla="*/ 1555528 h 1555527"/>
                <a:gd name="connsiteX7" fmla="*/ 907447 w 1890141"/>
                <a:gd name="connsiteY7" fmla="*/ 1555528 h 1555527"/>
                <a:gd name="connsiteX8" fmla="*/ 1546574 w 1890141"/>
                <a:gd name="connsiteY8" fmla="*/ 1435037 h 1555527"/>
                <a:gd name="connsiteX9" fmla="*/ 1890141 w 1890141"/>
                <a:gd name="connsiteY9" fmla="*/ 768763 h 1555527"/>
                <a:gd name="connsiteX10" fmla="*/ 1000792 w 1890141"/>
                <a:gd name="connsiteY10" fmla="*/ 0 h 1555527"/>
                <a:gd name="connsiteX11" fmla="*/ 0 w 1890141"/>
                <a:gd name="connsiteY11" fmla="*/ 0 h 1555527"/>
                <a:gd name="connsiteX12" fmla="*/ 0 w 1890141"/>
                <a:gd name="connsiteY12" fmla="*/ 1555528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0141" h="1555527">
                  <a:moveTo>
                    <a:pt x="361760" y="1263206"/>
                  </a:moveTo>
                  <a:lnTo>
                    <a:pt x="361760" y="277368"/>
                  </a:lnTo>
                  <a:lnTo>
                    <a:pt x="1003840" y="277368"/>
                  </a:lnTo>
                  <a:cubicBezTo>
                    <a:pt x="1344549" y="277368"/>
                    <a:pt x="1516380" y="446246"/>
                    <a:pt x="1516380" y="762762"/>
                  </a:cubicBezTo>
                  <a:cubicBezTo>
                    <a:pt x="1516380" y="1148620"/>
                    <a:pt x="1287209" y="1263206"/>
                    <a:pt x="828961" y="1263206"/>
                  </a:cubicBezTo>
                  <a:lnTo>
                    <a:pt x="361760" y="1263206"/>
                  </a:lnTo>
                  <a:close/>
                  <a:moveTo>
                    <a:pt x="0" y="1555528"/>
                  </a:moveTo>
                  <a:lnTo>
                    <a:pt x="907447" y="1555528"/>
                  </a:lnTo>
                  <a:cubicBezTo>
                    <a:pt x="1184624" y="1555528"/>
                    <a:pt x="1395698" y="1528382"/>
                    <a:pt x="1546574" y="1435037"/>
                  </a:cubicBezTo>
                  <a:cubicBezTo>
                    <a:pt x="1763649" y="1302353"/>
                    <a:pt x="1890141" y="1061180"/>
                    <a:pt x="1890141" y="768763"/>
                  </a:cubicBezTo>
                  <a:cubicBezTo>
                    <a:pt x="1890141" y="286417"/>
                    <a:pt x="1582769" y="0"/>
                    <a:pt x="1000792" y="0"/>
                  </a:cubicBezTo>
                  <a:lnTo>
                    <a:pt x="0" y="0"/>
                  </a:lnTo>
                  <a:lnTo>
                    <a:pt x="0" y="1555528"/>
                  </a:lnTo>
                  <a:close/>
                </a:path>
              </a:pathLst>
            </a:custGeom>
            <a:grpFill/>
            <a:ln w="9525" cap="flat">
              <a:noFill/>
              <a:prstDash val="solid"/>
              <a:miter/>
            </a:ln>
          </p:spPr>
          <p:txBody>
            <a:bodyPr lIns="0" tIns="0" rIns="0" bIns="0" rtlCol="0" anchor="ctr"/>
            <a:lstStyle/>
            <a:p>
              <a:endParaRPr lang="de-DE" sz="100"/>
            </a:p>
          </p:txBody>
        </p:sp>
        <p:sp>
          <p:nvSpPr>
            <p:cNvPr id="11" name="r">
              <a:extLst>
                <a:ext uri="{FF2B5EF4-FFF2-40B4-BE49-F238E27FC236}">
                  <a16:creationId xmlns:a16="http://schemas.microsoft.com/office/drawing/2014/main" id="{8E8022DA-0065-A51C-9202-444FD27276BB}"/>
                </a:ext>
              </a:extLst>
            </p:cNvPr>
            <p:cNvSpPr/>
            <p:nvPr/>
          </p:nvSpPr>
          <p:spPr bwMode="black">
            <a:xfrm>
              <a:off x="2405150" y="1899664"/>
              <a:ext cx="1579811" cy="1275112"/>
            </a:xfrm>
            <a:custGeom>
              <a:avLst/>
              <a:gdLst>
                <a:gd name="connsiteX0" fmla="*/ 1015937 w 1579816"/>
                <a:gd name="connsiteY0" fmla="*/ 220028 h 1275111"/>
                <a:gd name="connsiteX1" fmla="*/ 1157668 w 1579816"/>
                <a:gd name="connsiteY1" fmla="*/ 322517 h 1275111"/>
                <a:gd name="connsiteX2" fmla="*/ 1157668 w 1579816"/>
                <a:gd name="connsiteY2" fmla="*/ 470249 h 1275111"/>
                <a:gd name="connsiteX3" fmla="*/ 1015937 w 1579816"/>
                <a:gd name="connsiteY3" fmla="*/ 572738 h 1275111"/>
                <a:gd name="connsiteX4" fmla="*/ 307467 w 1579816"/>
                <a:gd name="connsiteY4" fmla="*/ 572738 h 1275111"/>
                <a:gd name="connsiteX5" fmla="*/ 307467 w 1579816"/>
                <a:gd name="connsiteY5" fmla="*/ 220028 h 1275111"/>
                <a:gd name="connsiteX6" fmla="*/ 1015937 w 1579816"/>
                <a:gd name="connsiteY6" fmla="*/ 220028 h 1275111"/>
                <a:gd name="connsiteX7" fmla="*/ 0 w 1579816"/>
                <a:gd name="connsiteY7" fmla="*/ 1275112 h 1275111"/>
                <a:gd name="connsiteX8" fmla="*/ 307562 w 1579816"/>
                <a:gd name="connsiteY8" fmla="*/ 1275112 h 1275111"/>
                <a:gd name="connsiteX9" fmla="*/ 307562 w 1579816"/>
                <a:gd name="connsiteY9" fmla="*/ 792671 h 1275111"/>
                <a:gd name="connsiteX10" fmla="*/ 599980 w 1579816"/>
                <a:gd name="connsiteY10" fmla="*/ 792671 h 1275111"/>
                <a:gd name="connsiteX11" fmla="*/ 1133570 w 1579816"/>
                <a:gd name="connsiteY11" fmla="*/ 1275112 h 1275111"/>
                <a:gd name="connsiteX12" fmla="*/ 1579817 w 1579816"/>
                <a:gd name="connsiteY12" fmla="*/ 1275112 h 1275111"/>
                <a:gd name="connsiteX13" fmla="*/ 973741 w 1579816"/>
                <a:gd name="connsiteY13" fmla="*/ 792671 h 1275111"/>
                <a:gd name="connsiteX14" fmla="*/ 1148620 w 1579816"/>
                <a:gd name="connsiteY14" fmla="*/ 792671 h 1275111"/>
                <a:gd name="connsiteX15" fmla="*/ 1447133 w 1579816"/>
                <a:gd name="connsiteY15" fmla="*/ 548640 h 1275111"/>
                <a:gd name="connsiteX16" fmla="*/ 1447133 w 1579816"/>
                <a:gd name="connsiteY16" fmla="*/ 247174 h 1275111"/>
                <a:gd name="connsiteX17" fmla="*/ 1148620 w 1579816"/>
                <a:gd name="connsiteY17" fmla="*/ 0 h 1275111"/>
                <a:gd name="connsiteX18" fmla="*/ 0 w 1579816"/>
                <a:gd name="connsiteY18" fmla="*/ 0 h 1275111"/>
                <a:gd name="connsiteX19" fmla="*/ 0 w 1579816"/>
                <a:gd name="connsiteY19" fmla="*/ 1275112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79816" h="1275111">
                  <a:moveTo>
                    <a:pt x="1015937" y="220028"/>
                  </a:moveTo>
                  <a:cubicBezTo>
                    <a:pt x="1109282" y="220028"/>
                    <a:pt x="1157668" y="238220"/>
                    <a:pt x="1157668" y="322517"/>
                  </a:cubicBezTo>
                  <a:lnTo>
                    <a:pt x="1157668" y="470249"/>
                  </a:lnTo>
                  <a:cubicBezTo>
                    <a:pt x="1157668" y="554736"/>
                    <a:pt x="1109282" y="572738"/>
                    <a:pt x="1015937" y="572738"/>
                  </a:cubicBezTo>
                  <a:lnTo>
                    <a:pt x="307467" y="572738"/>
                  </a:lnTo>
                  <a:lnTo>
                    <a:pt x="307467" y="220028"/>
                  </a:lnTo>
                  <a:lnTo>
                    <a:pt x="1015937" y="220028"/>
                  </a:lnTo>
                  <a:close/>
                  <a:moveTo>
                    <a:pt x="0" y="1275112"/>
                  </a:moveTo>
                  <a:lnTo>
                    <a:pt x="307562" y="1275112"/>
                  </a:lnTo>
                  <a:lnTo>
                    <a:pt x="307562" y="792671"/>
                  </a:lnTo>
                  <a:lnTo>
                    <a:pt x="599980" y="792671"/>
                  </a:lnTo>
                  <a:lnTo>
                    <a:pt x="1133570" y="1275112"/>
                  </a:lnTo>
                  <a:lnTo>
                    <a:pt x="1579817" y="1275112"/>
                  </a:lnTo>
                  <a:lnTo>
                    <a:pt x="973741" y="792671"/>
                  </a:lnTo>
                  <a:lnTo>
                    <a:pt x="1148620" y="792671"/>
                  </a:lnTo>
                  <a:cubicBezTo>
                    <a:pt x="1353693" y="792671"/>
                    <a:pt x="1447133" y="723329"/>
                    <a:pt x="1447133" y="548640"/>
                  </a:cubicBezTo>
                  <a:lnTo>
                    <a:pt x="1447133" y="247174"/>
                  </a:lnTo>
                  <a:cubicBezTo>
                    <a:pt x="1447133" y="69342"/>
                    <a:pt x="1353598" y="0"/>
                    <a:pt x="1148620" y="0"/>
                  </a:cubicBezTo>
                  <a:lnTo>
                    <a:pt x="0" y="0"/>
                  </a:lnTo>
                  <a:lnTo>
                    <a:pt x="0" y="1275112"/>
                  </a:lnTo>
                  <a:close/>
                </a:path>
              </a:pathLst>
            </a:custGeom>
            <a:grpFill/>
            <a:ln w="9525" cap="flat">
              <a:noFill/>
              <a:prstDash val="solid"/>
              <a:miter/>
            </a:ln>
          </p:spPr>
          <p:txBody>
            <a:bodyPr lIns="0" tIns="0" rIns="0" bIns="0" rtlCol="0" anchor="ctr"/>
            <a:lstStyle/>
            <a:p>
              <a:endParaRPr lang="de-DE" sz="100"/>
            </a:p>
          </p:txBody>
        </p:sp>
        <p:sp>
          <p:nvSpPr>
            <p:cNvPr id="12" name="e">
              <a:extLst>
                <a:ext uri="{FF2B5EF4-FFF2-40B4-BE49-F238E27FC236}">
                  <a16:creationId xmlns:a16="http://schemas.microsoft.com/office/drawing/2014/main" id="{D0CA6DFC-6321-7AEB-B392-2F53DFAD5FB9}"/>
                </a:ext>
              </a:extLst>
            </p:cNvPr>
            <p:cNvSpPr/>
            <p:nvPr/>
          </p:nvSpPr>
          <p:spPr bwMode="black">
            <a:xfrm>
              <a:off x="4279102" y="1899664"/>
              <a:ext cx="1383701" cy="1275112"/>
            </a:xfrm>
            <a:custGeom>
              <a:avLst/>
              <a:gdLst>
                <a:gd name="connsiteX0" fmla="*/ 0 w 1383696"/>
                <a:gd name="connsiteY0" fmla="*/ 1275112 h 1275111"/>
                <a:gd name="connsiteX1" fmla="*/ 1383697 w 1383696"/>
                <a:gd name="connsiteY1" fmla="*/ 1275112 h 1275111"/>
                <a:gd name="connsiteX2" fmla="*/ 1383697 w 1383696"/>
                <a:gd name="connsiteY2" fmla="*/ 1036987 h 1275111"/>
                <a:gd name="connsiteX3" fmla="*/ 313563 w 1383696"/>
                <a:gd name="connsiteY3" fmla="*/ 1036987 h 1275111"/>
                <a:gd name="connsiteX4" fmla="*/ 313563 w 1383696"/>
                <a:gd name="connsiteY4" fmla="*/ 723424 h 1275111"/>
                <a:gd name="connsiteX5" fmla="*/ 928497 w 1383696"/>
                <a:gd name="connsiteY5" fmla="*/ 723424 h 1275111"/>
                <a:gd name="connsiteX6" fmla="*/ 928497 w 1383696"/>
                <a:gd name="connsiteY6" fmla="*/ 503396 h 1275111"/>
                <a:gd name="connsiteX7" fmla="*/ 313563 w 1383696"/>
                <a:gd name="connsiteY7" fmla="*/ 503396 h 1275111"/>
                <a:gd name="connsiteX8" fmla="*/ 313563 w 1383696"/>
                <a:gd name="connsiteY8" fmla="*/ 226028 h 1275111"/>
                <a:gd name="connsiteX9" fmla="*/ 1368743 w 1383696"/>
                <a:gd name="connsiteY9" fmla="*/ 226028 h 1275111"/>
                <a:gd name="connsiteX10" fmla="*/ 1368743 w 1383696"/>
                <a:gd name="connsiteY10" fmla="*/ 0 h 1275111"/>
                <a:gd name="connsiteX11" fmla="*/ 0 w 1383696"/>
                <a:gd name="connsiteY11" fmla="*/ 0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3696" h="1275111">
                  <a:moveTo>
                    <a:pt x="0" y="1275112"/>
                  </a:moveTo>
                  <a:lnTo>
                    <a:pt x="1383697" y="1275112"/>
                  </a:lnTo>
                  <a:lnTo>
                    <a:pt x="1383697" y="1036987"/>
                  </a:lnTo>
                  <a:lnTo>
                    <a:pt x="313563" y="1036987"/>
                  </a:lnTo>
                  <a:lnTo>
                    <a:pt x="313563" y="723424"/>
                  </a:lnTo>
                  <a:lnTo>
                    <a:pt x="928497" y="723424"/>
                  </a:lnTo>
                  <a:lnTo>
                    <a:pt x="928497" y="503396"/>
                  </a:lnTo>
                  <a:lnTo>
                    <a:pt x="313563" y="503396"/>
                  </a:lnTo>
                  <a:lnTo>
                    <a:pt x="313563" y="226028"/>
                  </a:lnTo>
                  <a:lnTo>
                    <a:pt x="1368743" y="226028"/>
                  </a:lnTo>
                  <a:lnTo>
                    <a:pt x="1368743" y="0"/>
                  </a:lnTo>
                  <a:lnTo>
                    <a:pt x="0" y="0"/>
                  </a:lnTo>
                  <a:close/>
                </a:path>
              </a:pathLst>
            </a:custGeom>
            <a:grpFill/>
            <a:ln w="9525" cap="flat">
              <a:noFill/>
              <a:prstDash val="solid"/>
              <a:miter/>
            </a:ln>
          </p:spPr>
          <p:txBody>
            <a:bodyPr lIns="0" tIns="0" rIns="0" bIns="0" rtlCol="0" anchor="ctr"/>
            <a:lstStyle/>
            <a:p>
              <a:endParaRPr lang="de-DE" sz="100"/>
            </a:p>
          </p:txBody>
        </p:sp>
        <p:sp>
          <p:nvSpPr>
            <p:cNvPr id="13" name="e">
              <a:extLst>
                <a:ext uri="{FF2B5EF4-FFF2-40B4-BE49-F238E27FC236}">
                  <a16:creationId xmlns:a16="http://schemas.microsoft.com/office/drawing/2014/main" id="{E4EDCC8C-69DB-9ADC-3CF8-5F4BB44BCC0B}"/>
                </a:ext>
              </a:extLst>
            </p:cNvPr>
            <p:cNvSpPr/>
            <p:nvPr/>
          </p:nvSpPr>
          <p:spPr bwMode="black">
            <a:xfrm>
              <a:off x="6022562" y="1899664"/>
              <a:ext cx="1383701" cy="1275112"/>
            </a:xfrm>
            <a:custGeom>
              <a:avLst/>
              <a:gdLst>
                <a:gd name="connsiteX0" fmla="*/ 0 w 1383696"/>
                <a:gd name="connsiteY0" fmla="*/ 1275112 h 1275111"/>
                <a:gd name="connsiteX1" fmla="*/ 1383697 w 1383696"/>
                <a:gd name="connsiteY1" fmla="*/ 1275112 h 1275111"/>
                <a:gd name="connsiteX2" fmla="*/ 1383697 w 1383696"/>
                <a:gd name="connsiteY2" fmla="*/ 1036987 h 1275111"/>
                <a:gd name="connsiteX3" fmla="*/ 313563 w 1383696"/>
                <a:gd name="connsiteY3" fmla="*/ 1036987 h 1275111"/>
                <a:gd name="connsiteX4" fmla="*/ 313563 w 1383696"/>
                <a:gd name="connsiteY4" fmla="*/ 723424 h 1275111"/>
                <a:gd name="connsiteX5" fmla="*/ 928497 w 1383696"/>
                <a:gd name="connsiteY5" fmla="*/ 723424 h 1275111"/>
                <a:gd name="connsiteX6" fmla="*/ 928497 w 1383696"/>
                <a:gd name="connsiteY6" fmla="*/ 503396 h 1275111"/>
                <a:gd name="connsiteX7" fmla="*/ 313563 w 1383696"/>
                <a:gd name="connsiteY7" fmla="*/ 503396 h 1275111"/>
                <a:gd name="connsiteX8" fmla="*/ 313563 w 1383696"/>
                <a:gd name="connsiteY8" fmla="*/ 226028 h 1275111"/>
                <a:gd name="connsiteX9" fmla="*/ 1368743 w 1383696"/>
                <a:gd name="connsiteY9" fmla="*/ 226028 h 1275111"/>
                <a:gd name="connsiteX10" fmla="*/ 1368743 w 1383696"/>
                <a:gd name="connsiteY10" fmla="*/ 0 h 1275111"/>
                <a:gd name="connsiteX11" fmla="*/ 0 w 1383696"/>
                <a:gd name="connsiteY11" fmla="*/ 0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3696" h="1275111">
                  <a:moveTo>
                    <a:pt x="0" y="1275112"/>
                  </a:moveTo>
                  <a:lnTo>
                    <a:pt x="1383697" y="1275112"/>
                  </a:lnTo>
                  <a:lnTo>
                    <a:pt x="1383697" y="1036987"/>
                  </a:lnTo>
                  <a:lnTo>
                    <a:pt x="313563" y="1036987"/>
                  </a:lnTo>
                  <a:lnTo>
                    <a:pt x="313563" y="723424"/>
                  </a:lnTo>
                  <a:lnTo>
                    <a:pt x="928497" y="723424"/>
                  </a:lnTo>
                  <a:lnTo>
                    <a:pt x="928497" y="503396"/>
                  </a:lnTo>
                  <a:lnTo>
                    <a:pt x="313563" y="503396"/>
                  </a:lnTo>
                  <a:lnTo>
                    <a:pt x="313563" y="226028"/>
                  </a:lnTo>
                  <a:lnTo>
                    <a:pt x="1368743" y="226028"/>
                  </a:lnTo>
                  <a:lnTo>
                    <a:pt x="1368743" y="0"/>
                  </a:lnTo>
                  <a:lnTo>
                    <a:pt x="0" y="0"/>
                  </a:lnTo>
                  <a:close/>
                </a:path>
              </a:pathLst>
            </a:custGeom>
            <a:grpFill/>
            <a:ln w="9525" cap="flat">
              <a:noFill/>
              <a:prstDash val="solid"/>
              <a:miter/>
            </a:ln>
          </p:spPr>
          <p:txBody>
            <a:bodyPr lIns="0" tIns="0" rIns="0" bIns="0" rtlCol="0" anchor="ctr"/>
            <a:lstStyle/>
            <a:p>
              <a:endParaRPr lang="de-DE" sz="100"/>
            </a:p>
          </p:txBody>
        </p:sp>
        <p:sp>
          <p:nvSpPr>
            <p:cNvPr id="14" name="s">
              <a:extLst>
                <a:ext uri="{FF2B5EF4-FFF2-40B4-BE49-F238E27FC236}">
                  <a16:creationId xmlns:a16="http://schemas.microsoft.com/office/drawing/2014/main" id="{B413236B-DE9A-0DD2-4B53-40E6768CB2D5}"/>
                </a:ext>
              </a:extLst>
            </p:cNvPr>
            <p:cNvSpPr/>
            <p:nvPr/>
          </p:nvSpPr>
          <p:spPr bwMode="black">
            <a:xfrm>
              <a:off x="7714204" y="1899664"/>
              <a:ext cx="1495239" cy="1275213"/>
            </a:xfrm>
            <a:custGeom>
              <a:avLst/>
              <a:gdLst>
                <a:gd name="connsiteX0" fmla="*/ 1211770 w 1495234"/>
                <a:gd name="connsiteY0" fmla="*/ 229076 h 1275207"/>
                <a:gd name="connsiteX1" fmla="*/ 1211770 w 1495234"/>
                <a:gd name="connsiteY1" fmla="*/ 348234 h 1275207"/>
                <a:gd name="connsiteX2" fmla="*/ 1479995 w 1495234"/>
                <a:gd name="connsiteY2" fmla="*/ 291084 h 1275207"/>
                <a:gd name="connsiteX3" fmla="*/ 1479995 w 1495234"/>
                <a:gd name="connsiteY3" fmla="*/ 277368 h 1275207"/>
                <a:gd name="connsiteX4" fmla="*/ 1145477 w 1495234"/>
                <a:gd name="connsiteY4" fmla="*/ 0 h 1275207"/>
                <a:gd name="connsiteX5" fmla="*/ 388905 w 1495234"/>
                <a:gd name="connsiteY5" fmla="*/ 0 h 1275207"/>
                <a:gd name="connsiteX6" fmla="*/ 54197 w 1495234"/>
                <a:gd name="connsiteY6" fmla="*/ 301561 h 1275207"/>
                <a:gd name="connsiteX7" fmla="*/ 54197 w 1495234"/>
                <a:gd name="connsiteY7" fmla="*/ 443294 h 1275207"/>
                <a:gd name="connsiteX8" fmla="*/ 388905 w 1495234"/>
                <a:gd name="connsiteY8" fmla="*/ 744665 h 1275207"/>
                <a:gd name="connsiteX9" fmla="*/ 1214818 w 1495234"/>
                <a:gd name="connsiteY9" fmla="*/ 744665 h 1275207"/>
                <a:gd name="connsiteX10" fmla="*/ 1214818 w 1495234"/>
                <a:gd name="connsiteY10" fmla="*/ 1037177 h 1275207"/>
                <a:gd name="connsiteX11" fmla="*/ 277177 w 1495234"/>
                <a:gd name="connsiteY11" fmla="*/ 1037177 h 1275207"/>
                <a:gd name="connsiteX12" fmla="*/ 277177 w 1495234"/>
                <a:gd name="connsiteY12" fmla="*/ 902875 h 1275207"/>
                <a:gd name="connsiteX13" fmla="*/ 0 w 1495234"/>
                <a:gd name="connsiteY13" fmla="*/ 954214 h 1275207"/>
                <a:gd name="connsiteX14" fmla="*/ 0 w 1495234"/>
                <a:gd name="connsiteY14" fmla="*/ 973836 h 1275207"/>
                <a:gd name="connsiteX15" fmla="*/ 334518 w 1495234"/>
                <a:gd name="connsiteY15" fmla="*/ 1275207 h 1275207"/>
                <a:gd name="connsiteX16" fmla="*/ 1163669 w 1495234"/>
                <a:gd name="connsiteY16" fmla="*/ 1275207 h 1275207"/>
                <a:gd name="connsiteX17" fmla="*/ 1495234 w 1495234"/>
                <a:gd name="connsiteY17" fmla="*/ 973836 h 1275207"/>
                <a:gd name="connsiteX18" fmla="*/ 1495234 w 1495234"/>
                <a:gd name="connsiteY18" fmla="*/ 798957 h 1275207"/>
                <a:gd name="connsiteX19" fmla="*/ 1163669 w 1495234"/>
                <a:gd name="connsiteY19" fmla="*/ 497586 h 1275207"/>
                <a:gd name="connsiteX20" fmla="*/ 334518 w 1495234"/>
                <a:gd name="connsiteY20" fmla="*/ 497586 h 1275207"/>
                <a:gd name="connsiteX21" fmla="*/ 334518 w 1495234"/>
                <a:gd name="connsiteY21" fmla="*/ 229076 h 1275207"/>
                <a:gd name="connsiteX22" fmla="*/ 1211770 w 1495234"/>
                <a:gd name="connsiteY22" fmla="*/ 229076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95234" h="1275207">
                  <a:moveTo>
                    <a:pt x="1211770" y="229076"/>
                  </a:moveTo>
                  <a:lnTo>
                    <a:pt x="1211770" y="348234"/>
                  </a:lnTo>
                  <a:lnTo>
                    <a:pt x="1479995" y="291084"/>
                  </a:lnTo>
                  <a:lnTo>
                    <a:pt x="1479995" y="277368"/>
                  </a:lnTo>
                  <a:cubicBezTo>
                    <a:pt x="1479995" y="54388"/>
                    <a:pt x="1380649" y="0"/>
                    <a:pt x="1145477" y="0"/>
                  </a:cubicBezTo>
                  <a:lnTo>
                    <a:pt x="388905" y="0"/>
                  </a:lnTo>
                  <a:cubicBezTo>
                    <a:pt x="138684" y="0"/>
                    <a:pt x="54197" y="60388"/>
                    <a:pt x="54197" y="301561"/>
                  </a:cubicBezTo>
                  <a:lnTo>
                    <a:pt x="54197" y="443294"/>
                  </a:lnTo>
                  <a:cubicBezTo>
                    <a:pt x="54197" y="684467"/>
                    <a:pt x="138684" y="744665"/>
                    <a:pt x="388905" y="744665"/>
                  </a:cubicBezTo>
                  <a:lnTo>
                    <a:pt x="1214818" y="744665"/>
                  </a:lnTo>
                  <a:lnTo>
                    <a:pt x="1214818" y="1037177"/>
                  </a:lnTo>
                  <a:lnTo>
                    <a:pt x="277177" y="1037177"/>
                  </a:lnTo>
                  <a:lnTo>
                    <a:pt x="277177" y="902875"/>
                  </a:lnTo>
                  <a:lnTo>
                    <a:pt x="0" y="954214"/>
                  </a:lnTo>
                  <a:lnTo>
                    <a:pt x="0" y="973836"/>
                  </a:lnTo>
                  <a:cubicBezTo>
                    <a:pt x="0" y="1212056"/>
                    <a:pt x="81343" y="1275207"/>
                    <a:pt x="334518" y="1275207"/>
                  </a:cubicBezTo>
                  <a:lnTo>
                    <a:pt x="1163669" y="1275207"/>
                  </a:lnTo>
                  <a:cubicBezTo>
                    <a:pt x="1416844" y="1275207"/>
                    <a:pt x="1495234" y="1212056"/>
                    <a:pt x="1495234" y="973836"/>
                  </a:cubicBezTo>
                  <a:lnTo>
                    <a:pt x="1495234" y="798957"/>
                  </a:lnTo>
                  <a:cubicBezTo>
                    <a:pt x="1495234" y="557784"/>
                    <a:pt x="1416939" y="497586"/>
                    <a:pt x="1163669" y="497586"/>
                  </a:cubicBezTo>
                  <a:lnTo>
                    <a:pt x="334518" y="497586"/>
                  </a:lnTo>
                  <a:lnTo>
                    <a:pt x="334518" y="229076"/>
                  </a:lnTo>
                  <a:lnTo>
                    <a:pt x="1211770" y="229076"/>
                  </a:lnTo>
                  <a:close/>
                </a:path>
              </a:pathLst>
            </a:custGeom>
            <a:grpFill/>
            <a:ln w="9525" cap="flat">
              <a:noFill/>
              <a:prstDash val="solid"/>
              <a:miter/>
            </a:ln>
          </p:spPr>
          <p:txBody>
            <a:bodyPr lIns="0" tIns="0" rIns="0" bIns="0" rtlCol="0" anchor="ctr"/>
            <a:lstStyle/>
            <a:p>
              <a:endParaRPr lang="de-DE" sz="100"/>
            </a:p>
          </p:txBody>
        </p:sp>
        <p:sp>
          <p:nvSpPr>
            <p:cNvPr id="15" name="&amp;">
              <a:extLst>
                <a:ext uri="{FF2B5EF4-FFF2-40B4-BE49-F238E27FC236}">
                  <a16:creationId xmlns:a16="http://schemas.microsoft.com/office/drawing/2014/main" id="{E99B9855-F773-D657-3A40-C824C33F729B}"/>
                </a:ext>
              </a:extLst>
            </p:cNvPr>
            <p:cNvSpPr/>
            <p:nvPr/>
          </p:nvSpPr>
          <p:spPr bwMode="black">
            <a:xfrm>
              <a:off x="9995063" y="1619247"/>
              <a:ext cx="2104259" cy="1555528"/>
            </a:xfrm>
            <a:custGeom>
              <a:avLst/>
              <a:gdLst>
                <a:gd name="connsiteX0" fmla="*/ 304514 w 2104263"/>
                <a:gd name="connsiteY0" fmla="*/ 1284161 h 1555527"/>
                <a:gd name="connsiteX1" fmla="*/ 304514 w 2104263"/>
                <a:gd name="connsiteY1" fmla="*/ 1018985 h 1555527"/>
                <a:gd name="connsiteX2" fmla="*/ 702373 w 2104263"/>
                <a:gd name="connsiteY2" fmla="*/ 771811 h 1555527"/>
                <a:gd name="connsiteX3" fmla="*/ 1169575 w 2104263"/>
                <a:gd name="connsiteY3" fmla="*/ 1160717 h 1555527"/>
                <a:gd name="connsiteX4" fmla="*/ 1024890 w 2104263"/>
                <a:gd name="connsiteY4" fmla="*/ 1284256 h 1555527"/>
                <a:gd name="connsiteX5" fmla="*/ 304514 w 2104263"/>
                <a:gd name="connsiteY5" fmla="*/ 1284256 h 1555527"/>
                <a:gd name="connsiteX6" fmla="*/ 388811 w 2104263"/>
                <a:gd name="connsiteY6" fmla="*/ 1555528 h 1555527"/>
                <a:gd name="connsiteX7" fmla="*/ 943547 w 2104263"/>
                <a:gd name="connsiteY7" fmla="*/ 1555528 h 1555527"/>
                <a:gd name="connsiteX8" fmla="*/ 1235964 w 2104263"/>
                <a:gd name="connsiteY8" fmla="*/ 1461992 h 1555527"/>
                <a:gd name="connsiteX9" fmla="*/ 1374649 w 2104263"/>
                <a:gd name="connsiteY9" fmla="*/ 1338453 h 1555527"/>
                <a:gd name="connsiteX10" fmla="*/ 1630870 w 2104263"/>
                <a:gd name="connsiteY10" fmla="*/ 1555528 h 1555527"/>
                <a:gd name="connsiteX11" fmla="*/ 2104264 w 2104263"/>
                <a:gd name="connsiteY11" fmla="*/ 1555528 h 1555527"/>
                <a:gd name="connsiteX12" fmla="*/ 1612869 w 2104263"/>
                <a:gd name="connsiteY12" fmla="*/ 1142429 h 1555527"/>
                <a:gd name="connsiteX13" fmla="*/ 1971580 w 2104263"/>
                <a:gd name="connsiteY13" fmla="*/ 844106 h 1555527"/>
                <a:gd name="connsiteX14" fmla="*/ 1766507 w 2104263"/>
                <a:gd name="connsiteY14" fmla="*/ 666274 h 1555527"/>
                <a:gd name="connsiteX15" fmla="*/ 1404747 w 2104263"/>
                <a:gd name="connsiteY15" fmla="*/ 967645 h 1555527"/>
                <a:gd name="connsiteX16" fmla="*/ 672180 w 2104263"/>
                <a:gd name="connsiteY16" fmla="*/ 358712 h 1555527"/>
                <a:gd name="connsiteX17" fmla="*/ 672180 w 2104263"/>
                <a:gd name="connsiteY17" fmla="*/ 247174 h 1555527"/>
                <a:gd name="connsiteX18" fmla="*/ 1181767 w 2104263"/>
                <a:gd name="connsiteY18" fmla="*/ 247174 h 1555527"/>
                <a:gd name="connsiteX19" fmla="*/ 1181767 w 2104263"/>
                <a:gd name="connsiteY19" fmla="*/ 455295 h 1555527"/>
                <a:gd name="connsiteX20" fmla="*/ 1461992 w 2104263"/>
                <a:gd name="connsiteY20" fmla="*/ 407099 h 1555527"/>
                <a:gd name="connsiteX21" fmla="*/ 1461992 w 2104263"/>
                <a:gd name="connsiteY21" fmla="*/ 313563 h 1555527"/>
                <a:gd name="connsiteX22" fmla="*/ 1076134 w 2104263"/>
                <a:gd name="connsiteY22" fmla="*/ 0 h 1555527"/>
                <a:gd name="connsiteX23" fmla="*/ 762763 w 2104263"/>
                <a:gd name="connsiteY23" fmla="*/ 0 h 1555527"/>
                <a:gd name="connsiteX24" fmla="*/ 376905 w 2104263"/>
                <a:gd name="connsiteY24" fmla="*/ 283369 h 1555527"/>
                <a:gd name="connsiteX25" fmla="*/ 376905 w 2104263"/>
                <a:gd name="connsiteY25" fmla="*/ 370713 h 1555527"/>
                <a:gd name="connsiteX26" fmla="*/ 509588 w 2104263"/>
                <a:gd name="connsiteY26" fmla="*/ 605885 h 1555527"/>
                <a:gd name="connsiteX27" fmla="*/ 192881 w 2104263"/>
                <a:gd name="connsiteY27" fmla="*/ 795909 h 1555527"/>
                <a:gd name="connsiteX28" fmla="*/ 0 w 2104263"/>
                <a:gd name="connsiteY28" fmla="*/ 1085279 h 1555527"/>
                <a:gd name="connsiteX29" fmla="*/ 0 w 2104263"/>
                <a:gd name="connsiteY29" fmla="*/ 1187768 h 1555527"/>
                <a:gd name="connsiteX30" fmla="*/ 388811 w 2104263"/>
                <a:gd name="connsiteY30" fmla="*/ 1555528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04263" h="1555527">
                  <a:moveTo>
                    <a:pt x="304514" y="1284161"/>
                  </a:moveTo>
                  <a:lnTo>
                    <a:pt x="304514" y="1018985"/>
                  </a:lnTo>
                  <a:lnTo>
                    <a:pt x="702373" y="771811"/>
                  </a:lnTo>
                  <a:lnTo>
                    <a:pt x="1169575" y="1160717"/>
                  </a:lnTo>
                  <a:lnTo>
                    <a:pt x="1024890" y="1284256"/>
                  </a:lnTo>
                  <a:lnTo>
                    <a:pt x="304514" y="1284256"/>
                  </a:lnTo>
                  <a:close/>
                  <a:moveTo>
                    <a:pt x="388811" y="1555528"/>
                  </a:moveTo>
                  <a:lnTo>
                    <a:pt x="943547" y="1555528"/>
                  </a:lnTo>
                  <a:cubicBezTo>
                    <a:pt x="1073087" y="1555528"/>
                    <a:pt x="1136428" y="1549527"/>
                    <a:pt x="1235964" y="1461992"/>
                  </a:cubicBezTo>
                  <a:lnTo>
                    <a:pt x="1374649" y="1338453"/>
                  </a:lnTo>
                  <a:lnTo>
                    <a:pt x="1630870" y="1555528"/>
                  </a:lnTo>
                  <a:lnTo>
                    <a:pt x="2104264" y="1555528"/>
                  </a:lnTo>
                  <a:lnTo>
                    <a:pt x="1612869" y="1142429"/>
                  </a:lnTo>
                  <a:lnTo>
                    <a:pt x="1971580" y="844106"/>
                  </a:lnTo>
                  <a:lnTo>
                    <a:pt x="1766507" y="666274"/>
                  </a:lnTo>
                  <a:lnTo>
                    <a:pt x="1404747" y="967645"/>
                  </a:lnTo>
                  <a:lnTo>
                    <a:pt x="672180" y="358712"/>
                  </a:lnTo>
                  <a:lnTo>
                    <a:pt x="672180" y="247174"/>
                  </a:lnTo>
                  <a:lnTo>
                    <a:pt x="1181767" y="247174"/>
                  </a:lnTo>
                  <a:lnTo>
                    <a:pt x="1181767" y="455295"/>
                  </a:lnTo>
                  <a:lnTo>
                    <a:pt x="1461992" y="407099"/>
                  </a:lnTo>
                  <a:lnTo>
                    <a:pt x="1461992" y="313563"/>
                  </a:lnTo>
                  <a:cubicBezTo>
                    <a:pt x="1461992" y="60389"/>
                    <a:pt x="1356456" y="0"/>
                    <a:pt x="1076134" y="0"/>
                  </a:cubicBezTo>
                  <a:lnTo>
                    <a:pt x="762763" y="0"/>
                  </a:lnTo>
                  <a:cubicBezTo>
                    <a:pt x="497395" y="0"/>
                    <a:pt x="376905" y="60389"/>
                    <a:pt x="376905" y="283369"/>
                  </a:cubicBezTo>
                  <a:lnTo>
                    <a:pt x="376905" y="370713"/>
                  </a:lnTo>
                  <a:cubicBezTo>
                    <a:pt x="376905" y="461200"/>
                    <a:pt x="419100" y="530543"/>
                    <a:pt x="509588" y="605885"/>
                  </a:cubicBezTo>
                  <a:lnTo>
                    <a:pt x="192881" y="795909"/>
                  </a:lnTo>
                  <a:cubicBezTo>
                    <a:pt x="57341" y="877253"/>
                    <a:pt x="0" y="925449"/>
                    <a:pt x="0" y="1085279"/>
                  </a:cubicBezTo>
                  <a:lnTo>
                    <a:pt x="0" y="1187768"/>
                  </a:lnTo>
                  <a:cubicBezTo>
                    <a:pt x="0" y="1480185"/>
                    <a:pt x="96488" y="1555528"/>
                    <a:pt x="388811" y="1555528"/>
                  </a:cubicBezTo>
                </a:path>
              </a:pathLst>
            </a:custGeom>
            <a:grpFill/>
            <a:ln w="9525" cap="flat">
              <a:noFill/>
              <a:prstDash val="solid"/>
              <a:miter/>
            </a:ln>
          </p:spPr>
          <p:txBody>
            <a:bodyPr lIns="0" tIns="0" rIns="0" bIns="0" rtlCol="0" anchor="ctr"/>
            <a:lstStyle/>
            <a:p>
              <a:endParaRPr lang="de-DE" sz="100"/>
            </a:p>
          </p:txBody>
        </p:sp>
        <p:sp>
          <p:nvSpPr>
            <p:cNvPr id="16" name="s">
              <a:extLst>
                <a:ext uri="{FF2B5EF4-FFF2-40B4-BE49-F238E27FC236}">
                  <a16:creationId xmlns:a16="http://schemas.microsoft.com/office/drawing/2014/main" id="{EC36EEC7-03C0-1D06-9D39-9C29BEA08C6A}"/>
                </a:ext>
              </a:extLst>
            </p:cNvPr>
            <p:cNvSpPr/>
            <p:nvPr/>
          </p:nvSpPr>
          <p:spPr bwMode="black">
            <a:xfrm>
              <a:off x="95247" y="3686081"/>
              <a:ext cx="1739650" cy="1555528"/>
            </a:xfrm>
            <a:custGeom>
              <a:avLst/>
              <a:gdLst>
                <a:gd name="connsiteX0" fmla="*/ 1398842 w 1739645"/>
                <a:gd name="connsiteY0" fmla="*/ 271367 h 1555527"/>
                <a:gd name="connsiteX1" fmla="*/ 1398842 w 1739645"/>
                <a:gd name="connsiteY1" fmla="*/ 439865 h 1555527"/>
                <a:gd name="connsiteX2" fmla="*/ 1718405 w 1739645"/>
                <a:gd name="connsiteY2" fmla="*/ 364522 h 1555527"/>
                <a:gd name="connsiteX3" fmla="*/ 1718405 w 1739645"/>
                <a:gd name="connsiteY3" fmla="*/ 340709 h 1555527"/>
                <a:gd name="connsiteX4" fmla="*/ 1332548 w 1739645"/>
                <a:gd name="connsiteY4" fmla="*/ 0 h 1555527"/>
                <a:gd name="connsiteX5" fmla="*/ 449199 w 1739645"/>
                <a:gd name="connsiteY5" fmla="*/ 0 h 1555527"/>
                <a:gd name="connsiteX6" fmla="*/ 63341 w 1739645"/>
                <a:gd name="connsiteY6" fmla="*/ 367855 h 1555527"/>
                <a:gd name="connsiteX7" fmla="*/ 63341 w 1739645"/>
                <a:gd name="connsiteY7" fmla="*/ 539496 h 1555527"/>
                <a:gd name="connsiteX8" fmla="*/ 449199 w 1739645"/>
                <a:gd name="connsiteY8" fmla="*/ 907351 h 1555527"/>
                <a:gd name="connsiteX9" fmla="*/ 1419987 w 1739645"/>
                <a:gd name="connsiteY9" fmla="*/ 907351 h 1555527"/>
                <a:gd name="connsiteX10" fmla="*/ 1419987 w 1739645"/>
                <a:gd name="connsiteY10" fmla="*/ 1263110 h 1555527"/>
                <a:gd name="connsiteX11" fmla="*/ 319754 w 1739645"/>
                <a:gd name="connsiteY11" fmla="*/ 1263110 h 1555527"/>
                <a:gd name="connsiteX12" fmla="*/ 319754 w 1739645"/>
                <a:gd name="connsiteY12" fmla="*/ 1095661 h 1555527"/>
                <a:gd name="connsiteX13" fmla="*/ 0 w 1739645"/>
                <a:gd name="connsiteY13" fmla="*/ 1162050 h 1555527"/>
                <a:gd name="connsiteX14" fmla="*/ 0 w 1739645"/>
                <a:gd name="connsiteY14" fmla="*/ 1187768 h 1555527"/>
                <a:gd name="connsiteX15" fmla="*/ 388906 w 1739645"/>
                <a:gd name="connsiteY15" fmla="*/ 1555528 h 1555527"/>
                <a:gd name="connsiteX16" fmla="*/ 1350740 w 1739645"/>
                <a:gd name="connsiteY16" fmla="*/ 1555528 h 1555527"/>
                <a:gd name="connsiteX17" fmla="*/ 1739646 w 1739645"/>
                <a:gd name="connsiteY17" fmla="*/ 1187768 h 1555527"/>
                <a:gd name="connsiteX18" fmla="*/ 1739646 w 1739645"/>
                <a:gd name="connsiteY18" fmla="*/ 973741 h 1555527"/>
                <a:gd name="connsiteX19" fmla="*/ 1350740 w 1739645"/>
                <a:gd name="connsiteY19" fmla="*/ 605885 h 1555527"/>
                <a:gd name="connsiteX20" fmla="*/ 379857 w 1739645"/>
                <a:gd name="connsiteY20" fmla="*/ 605885 h 1555527"/>
                <a:gd name="connsiteX21" fmla="*/ 379857 w 1739645"/>
                <a:gd name="connsiteY21" fmla="*/ 271367 h 1555527"/>
                <a:gd name="connsiteX22" fmla="*/ 1398842 w 1739645"/>
                <a:gd name="connsiteY22" fmla="*/ 271367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39645" h="1555527">
                  <a:moveTo>
                    <a:pt x="1398842" y="271367"/>
                  </a:moveTo>
                  <a:lnTo>
                    <a:pt x="1398842" y="439865"/>
                  </a:lnTo>
                  <a:lnTo>
                    <a:pt x="1718405" y="364522"/>
                  </a:lnTo>
                  <a:lnTo>
                    <a:pt x="1718405" y="340709"/>
                  </a:lnTo>
                  <a:cubicBezTo>
                    <a:pt x="1718405" y="72295"/>
                    <a:pt x="1609916" y="0"/>
                    <a:pt x="1332548" y="0"/>
                  </a:cubicBezTo>
                  <a:lnTo>
                    <a:pt x="449199" y="0"/>
                  </a:lnTo>
                  <a:cubicBezTo>
                    <a:pt x="156781" y="0"/>
                    <a:pt x="63341" y="75343"/>
                    <a:pt x="63341" y="367855"/>
                  </a:cubicBezTo>
                  <a:lnTo>
                    <a:pt x="63341" y="539496"/>
                  </a:lnTo>
                  <a:cubicBezTo>
                    <a:pt x="63341" y="832009"/>
                    <a:pt x="156877" y="907351"/>
                    <a:pt x="449199" y="907351"/>
                  </a:cubicBezTo>
                  <a:lnTo>
                    <a:pt x="1419987" y="907351"/>
                  </a:lnTo>
                  <a:lnTo>
                    <a:pt x="1419987" y="1263110"/>
                  </a:lnTo>
                  <a:lnTo>
                    <a:pt x="319754" y="1263110"/>
                  </a:lnTo>
                  <a:lnTo>
                    <a:pt x="319754" y="1095661"/>
                  </a:lnTo>
                  <a:lnTo>
                    <a:pt x="0" y="1162050"/>
                  </a:lnTo>
                  <a:lnTo>
                    <a:pt x="0" y="1187768"/>
                  </a:lnTo>
                  <a:cubicBezTo>
                    <a:pt x="0" y="1480185"/>
                    <a:pt x="96488" y="1555528"/>
                    <a:pt x="388906" y="1555528"/>
                  </a:cubicBezTo>
                  <a:lnTo>
                    <a:pt x="1350740" y="1555528"/>
                  </a:lnTo>
                  <a:cubicBezTo>
                    <a:pt x="1643158" y="1555528"/>
                    <a:pt x="1739646" y="1480185"/>
                    <a:pt x="1739646" y="1187768"/>
                  </a:cubicBezTo>
                  <a:lnTo>
                    <a:pt x="1739646" y="973741"/>
                  </a:lnTo>
                  <a:cubicBezTo>
                    <a:pt x="1739646" y="681228"/>
                    <a:pt x="1643158" y="605885"/>
                    <a:pt x="1350740" y="605885"/>
                  </a:cubicBezTo>
                  <a:lnTo>
                    <a:pt x="379857" y="605885"/>
                  </a:lnTo>
                  <a:lnTo>
                    <a:pt x="379857" y="271367"/>
                  </a:lnTo>
                  <a:lnTo>
                    <a:pt x="1398842" y="271367"/>
                  </a:lnTo>
                  <a:close/>
                </a:path>
              </a:pathLst>
            </a:custGeom>
            <a:grpFill/>
            <a:ln w="9525" cap="flat">
              <a:noFill/>
              <a:prstDash val="solid"/>
              <a:miter/>
            </a:ln>
          </p:spPr>
          <p:txBody>
            <a:bodyPr lIns="0" tIns="0" rIns="0" bIns="0" rtlCol="0" anchor="ctr"/>
            <a:lstStyle/>
            <a:p>
              <a:endParaRPr lang="de-DE" sz="100"/>
            </a:p>
          </p:txBody>
        </p:sp>
        <p:sp>
          <p:nvSpPr>
            <p:cNvPr id="17" name="o">
              <a:extLst>
                <a:ext uri="{FF2B5EF4-FFF2-40B4-BE49-F238E27FC236}">
                  <a16:creationId xmlns:a16="http://schemas.microsoft.com/office/drawing/2014/main" id="{4D0E4E40-49A7-03B8-649C-57BFD1A304AC}"/>
                </a:ext>
              </a:extLst>
            </p:cNvPr>
            <p:cNvSpPr/>
            <p:nvPr/>
          </p:nvSpPr>
          <p:spPr bwMode="black">
            <a:xfrm>
              <a:off x="2206937" y="3966587"/>
              <a:ext cx="1682019" cy="1275212"/>
            </a:xfrm>
            <a:custGeom>
              <a:avLst/>
              <a:gdLst>
                <a:gd name="connsiteX0" fmla="*/ 326041 w 1682019"/>
                <a:gd name="connsiteY0" fmla="*/ 234982 h 1275207"/>
                <a:gd name="connsiteX1" fmla="*/ 1374648 w 1682019"/>
                <a:gd name="connsiteY1" fmla="*/ 234982 h 1275207"/>
                <a:gd name="connsiteX2" fmla="*/ 1374648 w 1682019"/>
                <a:gd name="connsiteY2" fmla="*/ 1030891 h 1275207"/>
                <a:gd name="connsiteX3" fmla="*/ 326041 w 1682019"/>
                <a:gd name="connsiteY3" fmla="*/ 1030891 h 1275207"/>
                <a:gd name="connsiteX4" fmla="*/ 326041 w 1682019"/>
                <a:gd name="connsiteY4" fmla="*/ 234982 h 1275207"/>
                <a:gd name="connsiteX5" fmla="*/ 0 w 1682019"/>
                <a:gd name="connsiteY5" fmla="*/ 301371 h 1275207"/>
                <a:gd name="connsiteX6" fmla="*/ 0 w 1682019"/>
                <a:gd name="connsiteY6" fmla="*/ 973646 h 1275207"/>
                <a:gd name="connsiteX7" fmla="*/ 338233 w 1682019"/>
                <a:gd name="connsiteY7" fmla="*/ 1275207 h 1275207"/>
                <a:gd name="connsiteX8" fmla="*/ 1343787 w 1682019"/>
                <a:gd name="connsiteY8" fmla="*/ 1275207 h 1275207"/>
                <a:gd name="connsiteX9" fmla="*/ 1682020 w 1682019"/>
                <a:gd name="connsiteY9" fmla="*/ 973646 h 1275207"/>
                <a:gd name="connsiteX10" fmla="*/ 1682020 w 1682019"/>
                <a:gd name="connsiteY10" fmla="*/ 301371 h 1275207"/>
                <a:gd name="connsiteX11" fmla="*/ 1343787 w 1682019"/>
                <a:gd name="connsiteY11" fmla="*/ 0 h 1275207"/>
                <a:gd name="connsiteX12" fmla="*/ 338233 w 1682019"/>
                <a:gd name="connsiteY12" fmla="*/ 0 h 1275207"/>
                <a:gd name="connsiteX13" fmla="*/ 0 w 1682019"/>
                <a:gd name="connsiteY13" fmla="*/ 301371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2019" h="1275207">
                  <a:moveTo>
                    <a:pt x="326041" y="234982"/>
                  </a:moveTo>
                  <a:lnTo>
                    <a:pt x="1374648" y="234982"/>
                  </a:lnTo>
                  <a:lnTo>
                    <a:pt x="1374648" y="1030891"/>
                  </a:lnTo>
                  <a:lnTo>
                    <a:pt x="326041" y="1030891"/>
                  </a:lnTo>
                  <a:lnTo>
                    <a:pt x="326041" y="234982"/>
                  </a:lnTo>
                  <a:close/>
                  <a:moveTo>
                    <a:pt x="0" y="301371"/>
                  </a:moveTo>
                  <a:lnTo>
                    <a:pt x="0" y="973646"/>
                  </a:lnTo>
                  <a:cubicBezTo>
                    <a:pt x="0" y="1214819"/>
                    <a:pt x="79915" y="1275207"/>
                    <a:pt x="338233" y="1275207"/>
                  </a:cubicBezTo>
                  <a:lnTo>
                    <a:pt x="1343787" y="1275207"/>
                  </a:lnTo>
                  <a:cubicBezTo>
                    <a:pt x="1598962" y="1275207"/>
                    <a:pt x="1682020" y="1214819"/>
                    <a:pt x="1682020" y="973646"/>
                  </a:cubicBezTo>
                  <a:lnTo>
                    <a:pt x="1682020" y="301371"/>
                  </a:lnTo>
                  <a:cubicBezTo>
                    <a:pt x="1682020" y="57150"/>
                    <a:pt x="1598867" y="0"/>
                    <a:pt x="1343787" y="0"/>
                  </a:cubicBezTo>
                  <a:lnTo>
                    <a:pt x="338233" y="0"/>
                  </a:lnTo>
                  <a:cubicBezTo>
                    <a:pt x="83153" y="0"/>
                    <a:pt x="0" y="57150"/>
                    <a:pt x="0" y="301371"/>
                  </a:cubicBezTo>
                </a:path>
              </a:pathLst>
            </a:custGeom>
            <a:grpFill/>
            <a:ln w="9525" cap="flat">
              <a:noFill/>
              <a:prstDash val="solid"/>
              <a:miter/>
            </a:ln>
          </p:spPr>
          <p:txBody>
            <a:bodyPr lIns="0" tIns="0" rIns="0" bIns="0" rtlCol="0" anchor="ctr"/>
            <a:lstStyle/>
            <a:p>
              <a:endParaRPr lang="de-DE" sz="100"/>
            </a:p>
          </p:txBody>
        </p:sp>
        <p:sp>
          <p:nvSpPr>
            <p:cNvPr id="18" name="m">
              <a:extLst>
                <a:ext uri="{FF2B5EF4-FFF2-40B4-BE49-F238E27FC236}">
                  <a16:creationId xmlns:a16="http://schemas.microsoft.com/office/drawing/2014/main" id="{58B65C46-5B39-3399-B231-52D9E67D61DC}"/>
                </a:ext>
              </a:extLst>
            </p:cNvPr>
            <p:cNvSpPr/>
            <p:nvPr/>
          </p:nvSpPr>
          <p:spPr bwMode="black">
            <a:xfrm>
              <a:off x="4290154" y="3966498"/>
              <a:ext cx="1815752" cy="1275212"/>
            </a:xfrm>
            <a:custGeom>
              <a:avLst/>
              <a:gdLst>
                <a:gd name="connsiteX0" fmla="*/ 1560576 w 1815750"/>
                <a:gd name="connsiteY0" fmla="*/ 0 h 1275207"/>
                <a:gd name="connsiteX1" fmla="*/ 927163 w 1815750"/>
                <a:gd name="connsiteY1" fmla="*/ 756571 h 1275207"/>
                <a:gd name="connsiteX2" fmla="*/ 290703 w 1815750"/>
                <a:gd name="connsiteY2" fmla="*/ 0 h 1275207"/>
                <a:gd name="connsiteX3" fmla="*/ 0 w 1815750"/>
                <a:gd name="connsiteY3" fmla="*/ 0 h 1275207"/>
                <a:gd name="connsiteX4" fmla="*/ 0 w 1815750"/>
                <a:gd name="connsiteY4" fmla="*/ 1275207 h 1275207"/>
                <a:gd name="connsiteX5" fmla="*/ 290703 w 1815750"/>
                <a:gd name="connsiteY5" fmla="*/ 1275207 h 1275207"/>
                <a:gd name="connsiteX6" fmla="*/ 290703 w 1815750"/>
                <a:gd name="connsiteY6" fmla="*/ 419100 h 1275207"/>
                <a:gd name="connsiteX7" fmla="*/ 877919 w 1815750"/>
                <a:gd name="connsiteY7" fmla="*/ 1121474 h 1275207"/>
                <a:gd name="connsiteX8" fmla="*/ 939356 w 1815750"/>
                <a:gd name="connsiteY8" fmla="*/ 1121474 h 1275207"/>
                <a:gd name="connsiteX9" fmla="*/ 1520571 w 1815750"/>
                <a:gd name="connsiteY9" fmla="*/ 397859 h 1275207"/>
                <a:gd name="connsiteX10" fmla="*/ 1520571 w 1815750"/>
                <a:gd name="connsiteY10" fmla="*/ 1275207 h 1275207"/>
                <a:gd name="connsiteX11" fmla="*/ 1815751 w 1815750"/>
                <a:gd name="connsiteY11" fmla="*/ 1275207 h 1275207"/>
                <a:gd name="connsiteX12" fmla="*/ 1815751 w 1815750"/>
                <a:gd name="connsiteY12"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5750" h="1275207">
                  <a:moveTo>
                    <a:pt x="1560576" y="0"/>
                  </a:moveTo>
                  <a:lnTo>
                    <a:pt x="927163" y="756571"/>
                  </a:lnTo>
                  <a:lnTo>
                    <a:pt x="290703" y="0"/>
                  </a:lnTo>
                  <a:lnTo>
                    <a:pt x="0" y="0"/>
                  </a:lnTo>
                  <a:lnTo>
                    <a:pt x="0" y="1275207"/>
                  </a:lnTo>
                  <a:lnTo>
                    <a:pt x="290703" y="1275207"/>
                  </a:lnTo>
                  <a:lnTo>
                    <a:pt x="290703" y="419100"/>
                  </a:lnTo>
                  <a:lnTo>
                    <a:pt x="877919" y="1121474"/>
                  </a:lnTo>
                  <a:lnTo>
                    <a:pt x="939356" y="1121474"/>
                  </a:lnTo>
                  <a:lnTo>
                    <a:pt x="1520571" y="397859"/>
                  </a:lnTo>
                  <a:lnTo>
                    <a:pt x="1520571" y="1275207"/>
                  </a:lnTo>
                  <a:lnTo>
                    <a:pt x="1815751" y="1275207"/>
                  </a:lnTo>
                  <a:lnTo>
                    <a:pt x="1815751" y="0"/>
                  </a:lnTo>
                  <a:close/>
                </a:path>
              </a:pathLst>
            </a:custGeom>
            <a:grpFill/>
            <a:ln w="9525" cap="flat">
              <a:noFill/>
              <a:prstDash val="solid"/>
              <a:miter/>
            </a:ln>
          </p:spPr>
          <p:txBody>
            <a:bodyPr lIns="0" tIns="0" rIns="0" bIns="0" rtlCol="0" anchor="ctr"/>
            <a:lstStyle/>
            <a:p>
              <a:endParaRPr lang="de-DE" sz="100"/>
            </a:p>
          </p:txBody>
        </p:sp>
        <p:sp>
          <p:nvSpPr>
            <p:cNvPr id="19" name="m">
              <a:extLst>
                <a:ext uri="{FF2B5EF4-FFF2-40B4-BE49-F238E27FC236}">
                  <a16:creationId xmlns:a16="http://schemas.microsoft.com/office/drawing/2014/main" id="{55C6F32C-5BE5-A384-73A0-179F6545A4F3}"/>
                </a:ext>
              </a:extLst>
            </p:cNvPr>
            <p:cNvSpPr/>
            <p:nvPr/>
          </p:nvSpPr>
          <p:spPr bwMode="black">
            <a:xfrm>
              <a:off x="6535096" y="3966498"/>
              <a:ext cx="1815752" cy="1275212"/>
            </a:xfrm>
            <a:custGeom>
              <a:avLst/>
              <a:gdLst>
                <a:gd name="connsiteX0" fmla="*/ 1560672 w 1815750"/>
                <a:gd name="connsiteY0" fmla="*/ 0 h 1275207"/>
                <a:gd name="connsiteX1" fmla="*/ 927164 w 1815750"/>
                <a:gd name="connsiteY1" fmla="*/ 756571 h 1275207"/>
                <a:gd name="connsiteX2" fmla="*/ 290799 w 1815750"/>
                <a:gd name="connsiteY2" fmla="*/ 0 h 1275207"/>
                <a:gd name="connsiteX3" fmla="*/ 0 w 1815750"/>
                <a:gd name="connsiteY3" fmla="*/ 0 h 1275207"/>
                <a:gd name="connsiteX4" fmla="*/ 0 w 1815750"/>
                <a:gd name="connsiteY4" fmla="*/ 1275207 h 1275207"/>
                <a:gd name="connsiteX5" fmla="*/ 290799 w 1815750"/>
                <a:gd name="connsiteY5" fmla="*/ 1275207 h 1275207"/>
                <a:gd name="connsiteX6" fmla="*/ 290799 w 1815750"/>
                <a:gd name="connsiteY6" fmla="*/ 419100 h 1275207"/>
                <a:gd name="connsiteX7" fmla="*/ 878015 w 1815750"/>
                <a:gd name="connsiteY7" fmla="*/ 1121474 h 1275207"/>
                <a:gd name="connsiteX8" fmla="*/ 939546 w 1815750"/>
                <a:gd name="connsiteY8" fmla="*/ 1121474 h 1275207"/>
                <a:gd name="connsiteX9" fmla="*/ 1520571 w 1815750"/>
                <a:gd name="connsiteY9" fmla="*/ 397859 h 1275207"/>
                <a:gd name="connsiteX10" fmla="*/ 1520571 w 1815750"/>
                <a:gd name="connsiteY10" fmla="*/ 1275207 h 1275207"/>
                <a:gd name="connsiteX11" fmla="*/ 1815751 w 1815750"/>
                <a:gd name="connsiteY11" fmla="*/ 1275207 h 1275207"/>
                <a:gd name="connsiteX12" fmla="*/ 1815751 w 1815750"/>
                <a:gd name="connsiteY12"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5750" h="1275207">
                  <a:moveTo>
                    <a:pt x="1560672" y="0"/>
                  </a:moveTo>
                  <a:lnTo>
                    <a:pt x="927164" y="756571"/>
                  </a:lnTo>
                  <a:lnTo>
                    <a:pt x="290799" y="0"/>
                  </a:lnTo>
                  <a:lnTo>
                    <a:pt x="0" y="0"/>
                  </a:lnTo>
                  <a:lnTo>
                    <a:pt x="0" y="1275207"/>
                  </a:lnTo>
                  <a:lnTo>
                    <a:pt x="290799" y="1275207"/>
                  </a:lnTo>
                  <a:lnTo>
                    <a:pt x="290799" y="419100"/>
                  </a:lnTo>
                  <a:lnTo>
                    <a:pt x="878015" y="1121474"/>
                  </a:lnTo>
                  <a:lnTo>
                    <a:pt x="939546" y="1121474"/>
                  </a:lnTo>
                  <a:lnTo>
                    <a:pt x="1520571" y="397859"/>
                  </a:lnTo>
                  <a:lnTo>
                    <a:pt x="1520571" y="1275207"/>
                  </a:lnTo>
                  <a:lnTo>
                    <a:pt x="1815751" y="1275207"/>
                  </a:lnTo>
                  <a:lnTo>
                    <a:pt x="1815751" y="0"/>
                  </a:lnTo>
                  <a:close/>
                </a:path>
              </a:pathLst>
            </a:custGeom>
            <a:grpFill/>
            <a:ln w="9525" cap="flat">
              <a:noFill/>
              <a:prstDash val="solid"/>
              <a:miter/>
            </a:ln>
          </p:spPr>
          <p:txBody>
            <a:bodyPr lIns="0" tIns="0" rIns="0" bIns="0" rtlCol="0" anchor="ctr"/>
            <a:lstStyle/>
            <a:p>
              <a:endParaRPr lang="de-DE" sz="100"/>
            </a:p>
          </p:txBody>
        </p:sp>
        <p:sp>
          <p:nvSpPr>
            <p:cNvPr id="20" name="e">
              <a:extLst>
                <a:ext uri="{FF2B5EF4-FFF2-40B4-BE49-F238E27FC236}">
                  <a16:creationId xmlns:a16="http://schemas.microsoft.com/office/drawing/2014/main" id="{CB95DE6E-987F-F876-AF91-A98C57D77240}"/>
                </a:ext>
              </a:extLst>
            </p:cNvPr>
            <p:cNvSpPr/>
            <p:nvPr/>
          </p:nvSpPr>
          <p:spPr bwMode="black">
            <a:xfrm>
              <a:off x="8765757" y="3966498"/>
              <a:ext cx="1411313" cy="1275212"/>
            </a:xfrm>
            <a:custGeom>
              <a:avLst/>
              <a:gdLst>
                <a:gd name="connsiteX0" fmla="*/ 0 w 1411319"/>
                <a:gd name="connsiteY0" fmla="*/ 0 h 1275207"/>
                <a:gd name="connsiteX1" fmla="*/ 0 w 1411319"/>
                <a:gd name="connsiteY1" fmla="*/ 1275207 h 1275207"/>
                <a:gd name="connsiteX2" fmla="*/ 1411319 w 1411319"/>
                <a:gd name="connsiteY2" fmla="*/ 1275207 h 1275207"/>
                <a:gd name="connsiteX3" fmla="*/ 1411319 w 1411319"/>
                <a:gd name="connsiteY3" fmla="*/ 1036987 h 1275207"/>
                <a:gd name="connsiteX4" fmla="*/ 319850 w 1411319"/>
                <a:gd name="connsiteY4" fmla="*/ 1036987 h 1275207"/>
                <a:gd name="connsiteX5" fmla="*/ 319850 w 1411319"/>
                <a:gd name="connsiteY5" fmla="*/ 723424 h 1275207"/>
                <a:gd name="connsiteX6" fmla="*/ 947166 w 1411319"/>
                <a:gd name="connsiteY6" fmla="*/ 723424 h 1275207"/>
                <a:gd name="connsiteX7" fmla="*/ 947166 w 1411319"/>
                <a:gd name="connsiteY7" fmla="*/ 503396 h 1275207"/>
                <a:gd name="connsiteX8" fmla="*/ 319850 w 1411319"/>
                <a:gd name="connsiteY8" fmla="*/ 503396 h 1275207"/>
                <a:gd name="connsiteX9" fmla="*/ 319850 w 1411319"/>
                <a:gd name="connsiteY9" fmla="*/ 226219 h 1275207"/>
                <a:gd name="connsiteX10" fmla="*/ 1395984 w 1411319"/>
                <a:gd name="connsiteY10" fmla="*/ 226219 h 1275207"/>
                <a:gd name="connsiteX11" fmla="*/ 1395984 w 1411319"/>
                <a:gd name="connsiteY11"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1319" h="1275207">
                  <a:moveTo>
                    <a:pt x="0" y="0"/>
                  </a:moveTo>
                  <a:lnTo>
                    <a:pt x="0" y="1275207"/>
                  </a:lnTo>
                  <a:lnTo>
                    <a:pt x="1411319" y="1275207"/>
                  </a:lnTo>
                  <a:lnTo>
                    <a:pt x="1411319" y="1036987"/>
                  </a:lnTo>
                  <a:lnTo>
                    <a:pt x="319850" y="1036987"/>
                  </a:lnTo>
                  <a:lnTo>
                    <a:pt x="319850" y="723424"/>
                  </a:lnTo>
                  <a:lnTo>
                    <a:pt x="947166" y="723424"/>
                  </a:lnTo>
                  <a:lnTo>
                    <a:pt x="947166" y="503396"/>
                  </a:lnTo>
                  <a:lnTo>
                    <a:pt x="319850" y="503396"/>
                  </a:lnTo>
                  <a:lnTo>
                    <a:pt x="319850" y="226219"/>
                  </a:lnTo>
                  <a:lnTo>
                    <a:pt x="1395984" y="226219"/>
                  </a:lnTo>
                  <a:lnTo>
                    <a:pt x="1395984" y="0"/>
                  </a:lnTo>
                  <a:close/>
                </a:path>
              </a:pathLst>
            </a:custGeom>
            <a:grpFill/>
            <a:ln w="9525" cap="flat">
              <a:noFill/>
              <a:prstDash val="solid"/>
              <a:miter/>
            </a:ln>
          </p:spPr>
          <p:txBody>
            <a:bodyPr lIns="0" tIns="0" rIns="0" bIns="0" rtlCol="0" anchor="ctr"/>
            <a:lstStyle/>
            <a:p>
              <a:endParaRPr lang="de-DE" sz="100"/>
            </a:p>
          </p:txBody>
        </p:sp>
        <p:sp>
          <p:nvSpPr>
            <p:cNvPr id="21" name="r">
              <a:extLst>
                <a:ext uri="{FF2B5EF4-FFF2-40B4-BE49-F238E27FC236}">
                  <a16:creationId xmlns:a16="http://schemas.microsoft.com/office/drawing/2014/main" id="{D8F3DE87-8C97-A817-177E-FBD1FF6F554C}"/>
                </a:ext>
              </a:extLst>
            </p:cNvPr>
            <p:cNvSpPr/>
            <p:nvPr/>
          </p:nvSpPr>
          <p:spPr bwMode="black">
            <a:xfrm>
              <a:off x="10504356" y="3966498"/>
              <a:ext cx="1579811" cy="1275212"/>
            </a:xfrm>
            <a:custGeom>
              <a:avLst/>
              <a:gdLst>
                <a:gd name="connsiteX0" fmla="*/ 1015937 w 1579817"/>
                <a:gd name="connsiteY0" fmla="*/ 220028 h 1275207"/>
                <a:gd name="connsiteX1" fmla="*/ 1157669 w 1579817"/>
                <a:gd name="connsiteY1" fmla="*/ 322517 h 1275207"/>
                <a:gd name="connsiteX2" fmla="*/ 1157669 w 1579817"/>
                <a:gd name="connsiteY2" fmla="*/ 470249 h 1275207"/>
                <a:gd name="connsiteX3" fmla="*/ 1015937 w 1579817"/>
                <a:gd name="connsiteY3" fmla="*/ 572738 h 1275207"/>
                <a:gd name="connsiteX4" fmla="*/ 307467 w 1579817"/>
                <a:gd name="connsiteY4" fmla="*/ 572738 h 1275207"/>
                <a:gd name="connsiteX5" fmla="*/ 307467 w 1579817"/>
                <a:gd name="connsiteY5" fmla="*/ 220028 h 1275207"/>
                <a:gd name="connsiteX6" fmla="*/ 1015937 w 1579817"/>
                <a:gd name="connsiteY6" fmla="*/ 220028 h 1275207"/>
                <a:gd name="connsiteX7" fmla="*/ 0 w 1579817"/>
                <a:gd name="connsiteY7" fmla="*/ 1275207 h 1275207"/>
                <a:gd name="connsiteX8" fmla="*/ 307563 w 1579817"/>
                <a:gd name="connsiteY8" fmla="*/ 1275207 h 1275207"/>
                <a:gd name="connsiteX9" fmla="*/ 307563 w 1579817"/>
                <a:gd name="connsiteY9" fmla="*/ 792766 h 1275207"/>
                <a:gd name="connsiteX10" fmla="*/ 599981 w 1579817"/>
                <a:gd name="connsiteY10" fmla="*/ 792766 h 1275207"/>
                <a:gd name="connsiteX11" fmla="*/ 1133570 w 1579817"/>
                <a:gd name="connsiteY11" fmla="*/ 1275207 h 1275207"/>
                <a:gd name="connsiteX12" fmla="*/ 1579818 w 1579817"/>
                <a:gd name="connsiteY12" fmla="*/ 1275207 h 1275207"/>
                <a:gd name="connsiteX13" fmla="*/ 973931 w 1579817"/>
                <a:gd name="connsiteY13" fmla="*/ 792766 h 1275207"/>
                <a:gd name="connsiteX14" fmla="*/ 1148811 w 1579817"/>
                <a:gd name="connsiteY14" fmla="*/ 792766 h 1275207"/>
                <a:gd name="connsiteX15" fmla="*/ 1447229 w 1579817"/>
                <a:gd name="connsiteY15" fmla="*/ 548545 h 1275207"/>
                <a:gd name="connsiteX16" fmla="*/ 1447229 w 1579817"/>
                <a:gd name="connsiteY16" fmla="*/ 247174 h 1275207"/>
                <a:gd name="connsiteX17" fmla="*/ 1148811 w 1579817"/>
                <a:gd name="connsiteY17" fmla="*/ 0 h 1275207"/>
                <a:gd name="connsiteX18" fmla="*/ 191 w 1579817"/>
                <a:gd name="connsiteY18" fmla="*/ 0 h 1275207"/>
                <a:gd name="connsiteX19" fmla="*/ 191 w 1579817"/>
                <a:gd name="connsiteY19" fmla="*/ 1275207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79817" h="1275207">
                  <a:moveTo>
                    <a:pt x="1015937" y="220028"/>
                  </a:moveTo>
                  <a:cubicBezTo>
                    <a:pt x="1109282" y="220028"/>
                    <a:pt x="1157669" y="238220"/>
                    <a:pt x="1157669" y="322517"/>
                  </a:cubicBezTo>
                  <a:lnTo>
                    <a:pt x="1157669" y="470249"/>
                  </a:lnTo>
                  <a:cubicBezTo>
                    <a:pt x="1157669" y="554736"/>
                    <a:pt x="1109282" y="572738"/>
                    <a:pt x="1015937" y="572738"/>
                  </a:cubicBezTo>
                  <a:lnTo>
                    <a:pt x="307467" y="572738"/>
                  </a:lnTo>
                  <a:lnTo>
                    <a:pt x="307467" y="220028"/>
                  </a:lnTo>
                  <a:lnTo>
                    <a:pt x="1015937" y="220028"/>
                  </a:lnTo>
                  <a:close/>
                  <a:moveTo>
                    <a:pt x="0" y="1275207"/>
                  </a:moveTo>
                  <a:lnTo>
                    <a:pt x="307563" y="1275207"/>
                  </a:lnTo>
                  <a:lnTo>
                    <a:pt x="307563" y="792766"/>
                  </a:lnTo>
                  <a:lnTo>
                    <a:pt x="599981" y="792766"/>
                  </a:lnTo>
                  <a:lnTo>
                    <a:pt x="1133570" y="1275207"/>
                  </a:lnTo>
                  <a:lnTo>
                    <a:pt x="1579818" y="1275207"/>
                  </a:lnTo>
                  <a:lnTo>
                    <a:pt x="973931" y="792766"/>
                  </a:lnTo>
                  <a:lnTo>
                    <a:pt x="1148811" y="792766"/>
                  </a:lnTo>
                  <a:cubicBezTo>
                    <a:pt x="1353693" y="792766"/>
                    <a:pt x="1447229" y="723424"/>
                    <a:pt x="1447229" y="548545"/>
                  </a:cubicBezTo>
                  <a:lnTo>
                    <a:pt x="1447229" y="247174"/>
                  </a:lnTo>
                  <a:cubicBezTo>
                    <a:pt x="1447229" y="69342"/>
                    <a:pt x="1353693" y="0"/>
                    <a:pt x="1148811" y="0"/>
                  </a:cubicBezTo>
                  <a:lnTo>
                    <a:pt x="191" y="0"/>
                  </a:lnTo>
                  <a:lnTo>
                    <a:pt x="191" y="1275207"/>
                  </a:lnTo>
                  <a:close/>
                </a:path>
              </a:pathLst>
            </a:custGeom>
            <a:grpFill/>
            <a:ln w="9525" cap="flat">
              <a:noFill/>
              <a:prstDash val="solid"/>
              <a:miter/>
            </a:ln>
          </p:spPr>
          <p:txBody>
            <a:bodyPr lIns="0" tIns="0" rIns="0" bIns="0" rtlCol="0" anchor="ctr"/>
            <a:lstStyle/>
            <a:p>
              <a:endParaRPr lang="de-DE" sz="100"/>
            </a:p>
          </p:txBody>
        </p:sp>
      </p:grpSp>
    </p:spTree>
    <p:extLst>
      <p:ext uri="{BB962C8B-B14F-4D97-AF65-F5344CB8AC3E}">
        <p14:creationId xmlns:p14="http://schemas.microsoft.com/office/powerpoint/2010/main" val="7241294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644">
          <p15:clr>
            <a:srgbClr val="FBAE40"/>
          </p15:clr>
        </p15:guide>
        <p15:guide id="2" pos="2610">
          <p15:clr>
            <a:srgbClr val="FBAE40"/>
          </p15:clr>
        </p15:guide>
        <p15:guide id="3" pos="270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2/1">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FFCB50B-5503-4467-8A0F-9FBB8B48B97D}"/>
              </a:ext>
            </a:extLst>
          </p:cNvPr>
          <p:cNvSpPr>
            <a:spLocks noGrp="1"/>
          </p:cNvSpPr>
          <p:nvPr>
            <p:ph type="title"/>
          </p:nvPr>
        </p:nvSpPr>
        <p:spPr bwMode="gray">
          <a:xfrm>
            <a:off x="525600" y="673200"/>
            <a:ext cx="11138400" cy="288000"/>
          </a:xfrm>
        </p:spPr>
        <p:txBody>
          <a:bodyPr lIns="0" tIns="0" rIns="0" bIns="0"/>
          <a:lstStyle/>
          <a:p>
            <a:r>
              <a:rPr lang="de-DE"/>
              <a:t>Mastertitelformat bearbeiten</a:t>
            </a:r>
            <a:endParaRPr lang="en-US"/>
          </a:p>
        </p:txBody>
      </p:sp>
      <p:sp>
        <p:nvSpPr>
          <p:cNvPr id="4" name="MIO_CONVERT_SLIDES_SUBTITLE">
            <a:extLst>
              <a:ext uri="{FF2B5EF4-FFF2-40B4-BE49-F238E27FC236}">
                <a16:creationId xmlns:a16="http://schemas.microsoft.com/office/drawing/2014/main" id="{7086919D-8D03-4875-B9F0-05F0C8564079}"/>
              </a:ext>
              <a:ext uri="{C183D7F6-B498-43B3-948B-1728B52AA6E4}">
                <adec:decorative xmlns:adec="http://schemas.microsoft.com/office/drawing/2017/decorative" val="0"/>
              </a:ext>
            </a:extLst>
          </p:cNvPr>
          <p:cNvSpPr>
            <a:spLocks noGrp="1"/>
          </p:cNvSpPr>
          <p:nvPr>
            <p:ph type="body" sz="quarter" idx="14" hasCustomPrompt="1"/>
          </p:nvPr>
        </p:nvSpPr>
        <p:spPr bwMode="gray">
          <a:xfrm>
            <a:off x="525600" y="1022400"/>
            <a:ext cx="11138400" cy="504000"/>
          </a:xfrm>
        </p:spPr>
        <p:txBody>
          <a:bodyPr/>
          <a:lstStyle>
            <a:lvl1pPr>
              <a:lnSpc>
                <a:spcPct val="85000"/>
              </a:lnSpc>
              <a:spcBef>
                <a:spcPts val="0"/>
              </a:spcBef>
              <a:spcAft>
                <a:spcPts val="0"/>
              </a:spcAft>
              <a:defRPr sz="2000"/>
            </a:lvl1pPr>
          </a:lstStyle>
          <a:p>
            <a:pPr lvl="0"/>
            <a:r>
              <a:rPr lang="de-DE" err="1"/>
              <a:t>Subtitle</a:t>
            </a:r>
            <a:endParaRPr lang="en-US"/>
          </a:p>
        </p:txBody>
      </p:sp>
      <p:sp>
        <p:nvSpPr>
          <p:cNvPr id="7" name="content 1">
            <a:extLst>
              <a:ext uri="{FF2B5EF4-FFF2-40B4-BE49-F238E27FC236}">
                <a16:creationId xmlns:a16="http://schemas.microsoft.com/office/drawing/2014/main" id="{5ACBB9A0-3E08-4278-AF60-F20CD65CA5C6}"/>
              </a:ext>
            </a:extLst>
          </p:cNvPr>
          <p:cNvSpPr>
            <a:spLocks noGrp="1"/>
          </p:cNvSpPr>
          <p:nvPr>
            <p:ph idx="1"/>
          </p:nvPr>
        </p:nvSpPr>
        <p:spPr bwMode="gray">
          <a:xfrm>
            <a:off x="525600" y="1602000"/>
            <a:ext cx="7376400" cy="44964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8" name="content 2">
            <a:extLst>
              <a:ext uri="{FF2B5EF4-FFF2-40B4-BE49-F238E27FC236}">
                <a16:creationId xmlns:a16="http://schemas.microsoft.com/office/drawing/2014/main" id="{BED0FE55-04B9-478B-A6BA-371329BD23E8}"/>
              </a:ext>
            </a:extLst>
          </p:cNvPr>
          <p:cNvSpPr>
            <a:spLocks noGrp="1"/>
          </p:cNvSpPr>
          <p:nvPr>
            <p:ph idx="15"/>
          </p:nvPr>
        </p:nvSpPr>
        <p:spPr bwMode="gray">
          <a:xfrm>
            <a:off x="8046000" y="1602000"/>
            <a:ext cx="3618000" cy="44964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slide number">
            <a:extLst>
              <a:ext uri="{FF2B5EF4-FFF2-40B4-BE49-F238E27FC236}">
                <a16:creationId xmlns:a16="http://schemas.microsoft.com/office/drawing/2014/main" id="{90B54C2D-8235-4852-8EB7-5E05529B2499}"/>
              </a:ext>
            </a:extLst>
          </p:cNvPr>
          <p:cNvSpPr>
            <a:spLocks noGrp="1"/>
          </p:cNvSpPr>
          <p:nvPr>
            <p:ph type="sldNum" sz="quarter" idx="12"/>
          </p:nvPr>
        </p:nvSpPr>
        <p:spPr bwMode="gray"/>
        <p:txBody>
          <a:bodyPr lIns="0" tIns="0" rIns="0" bIns="0"/>
          <a:lstStyle/>
          <a:p>
            <a:fld id="{9829449A-3FF3-45CE-9F4F-09BADC0910C6}" type="slidenum">
              <a:rPr lang="de-DE" noProof="0"/>
              <a:t>‹Nr.›</a:t>
            </a:fld>
            <a:endParaRPr lang="de-DE" noProof="0"/>
          </a:p>
        </p:txBody>
      </p:sp>
      <p:sp>
        <p:nvSpPr>
          <p:cNvPr id="5" name="footer">
            <a:extLst>
              <a:ext uri="{FF2B5EF4-FFF2-40B4-BE49-F238E27FC236}">
                <a16:creationId xmlns:a16="http://schemas.microsoft.com/office/drawing/2014/main" id="{A4534FC4-D037-44B0-B266-D9E820FC1DF2}"/>
              </a:ext>
            </a:extLst>
          </p:cNvPr>
          <p:cNvSpPr>
            <a:spLocks noGrp="1"/>
          </p:cNvSpPr>
          <p:nvPr>
            <p:ph type="ftr" sz="quarter" idx="11"/>
          </p:nvPr>
        </p:nvSpPr>
        <p:spPr bwMode="gray"/>
        <p:txBody>
          <a:bodyPr lIns="0" tIns="0" rIns="0" bIns="0"/>
          <a:lstStyle/>
          <a:p>
            <a:r>
              <a:rPr lang="de-DE" noProof="0"/>
              <a:t>SNB - TGA - 28.08.2026</a:t>
            </a:r>
          </a:p>
        </p:txBody>
      </p:sp>
      <p:sp>
        <p:nvSpPr>
          <p:cNvPr id="3" name="MIO_Placeholder_Mapping" hidden="1">
            <a:extLst>
              <a:ext uri="{FF2B5EF4-FFF2-40B4-BE49-F238E27FC236}">
                <a16:creationId xmlns:a16="http://schemas.microsoft.com/office/drawing/2014/main" id="{1764D5B6-5295-2E34-3490-8901E00F3341}"/>
              </a:ext>
            </a:extLst>
          </p:cNvPr>
          <p:cNvSpPr/>
          <p:nvPr userDrawn="1">
            <p:custDataLst>
              <p:tags r:id="rId1"/>
            </p:custDataLst>
          </p:nvPr>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4247175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644">
          <p15:clr>
            <a:srgbClr val="FBAE40"/>
          </p15:clr>
        </p15:guide>
        <p15:guide id="2" pos="4979">
          <p15:clr>
            <a:srgbClr val="FBAE40"/>
          </p15:clr>
        </p15:guide>
        <p15:guide id="3" pos="5067">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RK Content 2/1">
    <p:bg>
      <p:bgRef idx="1001">
        <a:schemeClr val="bg1"/>
      </p:bgRef>
    </p:bg>
    <p:spTree>
      <p:nvGrpSpPr>
        <p:cNvPr id="1" name=""/>
        <p:cNvGrpSpPr/>
        <p:nvPr/>
      </p:nvGrpSpPr>
      <p:grpSpPr>
        <a:xfrm>
          <a:off x="0" y="0"/>
          <a:ext cx="0" cy="0"/>
          <a:chOff x="0" y="0"/>
          <a:chExt cx="0" cy="0"/>
        </a:xfrm>
      </p:grpSpPr>
      <p:pic>
        <p:nvPicPr>
          <p:cNvPr id="3" name="background dreso">
            <a:extLst>
              <a:ext uri="{FF2B5EF4-FFF2-40B4-BE49-F238E27FC236}">
                <a16:creationId xmlns:a16="http://schemas.microsoft.com/office/drawing/2014/main" id="{0AD6D7A3-1E0E-35D2-D9C7-59C530DF5358}"/>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white">
          <a:xfrm>
            <a:off x="0" y="0"/>
            <a:ext cx="12191999" cy="6858000"/>
          </a:xfrm>
          <a:prstGeom prst="rect">
            <a:avLst/>
          </a:prstGeom>
        </p:spPr>
      </p:pic>
      <p:sp>
        <p:nvSpPr>
          <p:cNvPr id="2" name="title">
            <a:extLst>
              <a:ext uri="{FF2B5EF4-FFF2-40B4-BE49-F238E27FC236}">
                <a16:creationId xmlns:a16="http://schemas.microsoft.com/office/drawing/2014/main" id="{8FFCB50B-5503-4467-8A0F-9FBB8B48B97D}"/>
              </a:ext>
            </a:extLst>
          </p:cNvPr>
          <p:cNvSpPr>
            <a:spLocks noGrp="1"/>
          </p:cNvSpPr>
          <p:nvPr>
            <p:ph type="title"/>
          </p:nvPr>
        </p:nvSpPr>
        <p:spPr bwMode="black">
          <a:xfrm>
            <a:off x="525600" y="673200"/>
            <a:ext cx="11138400" cy="288000"/>
          </a:xfrm>
        </p:spPr>
        <p:txBody>
          <a:bodyPr lIns="0" tIns="0" rIns="0" bIns="0"/>
          <a:lstStyle>
            <a:lvl1pPr>
              <a:defRPr>
                <a:solidFill>
                  <a:schemeClr val="tx1"/>
                </a:solidFill>
              </a:defRPr>
            </a:lvl1pPr>
          </a:lstStyle>
          <a:p>
            <a:r>
              <a:rPr lang="de-DE"/>
              <a:t>Mastertitelformat bearbeiten</a:t>
            </a:r>
            <a:endParaRPr lang="en-US"/>
          </a:p>
        </p:txBody>
      </p:sp>
      <p:sp>
        <p:nvSpPr>
          <p:cNvPr id="4" name="MIO_CONVERT_SLIDES_SUBTITLE">
            <a:extLst>
              <a:ext uri="{FF2B5EF4-FFF2-40B4-BE49-F238E27FC236}">
                <a16:creationId xmlns:a16="http://schemas.microsoft.com/office/drawing/2014/main" id="{7086919D-8D03-4875-B9F0-05F0C8564079}"/>
              </a:ext>
            </a:extLst>
          </p:cNvPr>
          <p:cNvSpPr>
            <a:spLocks noGrp="1"/>
          </p:cNvSpPr>
          <p:nvPr>
            <p:ph type="body" sz="quarter" idx="14" hasCustomPrompt="1"/>
          </p:nvPr>
        </p:nvSpPr>
        <p:spPr bwMode="black">
          <a:xfrm>
            <a:off x="525600" y="1022400"/>
            <a:ext cx="11138400" cy="504000"/>
          </a:xfrm>
        </p:spPr>
        <p:txBody>
          <a:bodyPr/>
          <a:lstStyle>
            <a:lvl1pPr>
              <a:lnSpc>
                <a:spcPct val="85000"/>
              </a:lnSpc>
              <a:spcBef>
                <a:spcPts val="0"/>
              </a:spcBef>
              <a:spcAft>
                <a:spcPts val="0"/>
              </a:spcAft>
              <a:defRPr sz="2000">
                <a:solidFill>
                  <a:schemeClr val="tx1"/>
                </a:solidFill>
              </a:defRPr>
            </a:lvl1pPr>
          </a:lstStyle>
          <a:p>
            <a:pPr lvl="0"/>
            <a:r>
              <a:rPr lang="de-DE" err="1"/>
              <a:t>Subtitle</a:t>
            </a:r>
            <a:endParaRPr lang="en-US"/>
          </a:p>
        </p:txBody>
      </p:sp>
      <p:sp>
        <p:nvSpPr>
          <p:cNvPr id="23" name="content 1">
            <a:extLst>
              <a:ext uri="{FF2B5EF4-FFF2-40B4-BE49-F238E27FC236}">
                <a16:creationId xmlns:a16="http://schemas.microsoft.com/office/drawing/2014/main" id="{7480F16E-5E35-C4A5-D400-5C76529CF4BA}"/>
              </a:ext>
            </a:extLst>
          </p:cNvPr>
          <p:cNvSpPr>
            <a:spLocks noGrp="1"/>
          </p:cNvSpPr>
          <p:nvPr>
            <p:ph sz="quarter" idx="16"/>
          </p:nvPr>
        </p:nvSpPr>
        <p:spPr>
          <a:xfrm>
            <a:off x="525600" y="1602000"/>
            <a:ext cx="7376400" cy="4496401"/>
          </a:xfrm>
        </p:spPr>
        <p:txBody>
          <a:bodyPr/>
          <a:lstStyle>
            <a:lvl7pPr>
              <a:defRPr>
                <a:solidFill>
                  <a:schemeClr val="tx1"/>
                </a:solidFill>
              </a:defRPr>
            </a:lvl7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5" name="content 2">
            <a:extLst>
              <a:ext uri="{FF2B5EF4-FFF2-40B4-BE49-F238E27FC236}">
                <a16:creationId xmlns:a16="http://schemas.microsoft.com/office/drawing/2014/main" id="{8236A261-E24A-2EA8-61B4-D68297623F89}"/>
              </a:ext>
            </a:extLst>
          </p:cNvPr>
          <p:cNvSpPr>
            <a:spLocks noGrp="1"/>
          </p:cNvSpPr>
          <p:nvPr>
            <p:ph sz="quarter" idx="17"/>
          </p:nvPr>
        </p:nvSpPr>
        <p:spPr>
          <a:xfrm>
            <a:off x="8046000" y="1602000"/>
            <a:ext cx="3618000" cy="4496401"/>
          </a:xfrm>
        </p:spPr>
        <p:txBody>
          <a:bodyPr/>
          <a:lstStyle>
            <a:lvl7pPr>
              <a:defRPr>
                <a:solidFill>
                  <a:schemeClr val="tx1"/>
                </a:solidFill>
              </a:defRPr>
            </a:lvl7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slide number">
            <a:extLst>
              <a:ext uri="{FF2B5EF4-FFF2-40B4-BE49-F238E27FC236}">
                <a16:creationId xmlns:a16="http://schemas.microsoft.com/office/drawing/2014/main" id="{90B54C2D-8235-4852-8EB7-5E05529B2499}"/>
              </a:ext>
            </a:extLst>
          </p:cNvPr>
          <p:cNvSpPr>
            <a:spLocks noGrp="1"/>
          </p:cNvSpPr>
          <p:nvPr>
            <p:ph type="sldNum" sz="quarter" idx="12"/>
          </p:nvPr>
        </p:nvSpPr>
        <p:spPr bwMode="black"/>
        <p:txBody>
          <a:bodyPr lIns="0" tIns="0" rIns="0" bIns="0"/>
          <a:lstStyle>
            <a:lvl1pPr>
              <a:defRPr>
                <a:solidFill>
                  <a:schemeClr val="tx1"/>
                </a:solidFill>
              </a:defRPr>
            </a:lvl1pPr>
          </a:lstStyle>
          <a:p>
            <a:fld id="{9829449A-3FF3-45CE-9F4F-09BADC0910C6}" type="slidenum">
              <a:rPr lang="de-DE"/>
              <a:pPr/>
              <a:t>‹Nr.›</a:t>
            </a:fld>
            <a:endParaRPr lang="de-DE"/>
          </a:p>
        </p:txBody>
      </p:sp>
      <p:sp>
        <p:nvSpPr>
          <p:cNvPr id="5" name="footer">
            <a:extLst>
              <a:ext uri="{FF2B5EF4-FFF2-40B4-BE49-F238E27FC236}">
                <a16:creationId xmlns:a16="http://schemas.microsoft.com/office/drawing/2014/main" id="{A4534FC4-D037-44B0-B266-D9E820FC1DF2}"/>
              </a:ext>
            </a:extLst>
          </p:cNvPr>
          <p:cNvSpPr>
            <a:spLocks noGrp="1"/>
          </p:cNvSpPr>
          <p:nvPr>
            <p:ph type="ftr" sz="quarter" idx="11"/>
          </p:nvPr>
        </p:nvSpPr>
        <p:spPr bwMode="black"/>
        <p:txBody>
          <a:bodyPr lIns="0" tIns="0" rIns="0" bIns="0"/>
          <a:lstStyle>
            <a:lvl1pPr>
              <a:defRPr>
                <a:solidFill>
                  <a:schemeClr val="tx1"/>
                </a:solidFill>
              </a:defRPr>
            </a:lvl1pPr>
          </a:lstStyle>
          <a:p>
            <a:r>
              <a:rPr lang="de-DE"/>
              <a:t>SNB - TGA - 28.08.2026</a:t>
            </a:r>
          </a:p>
        </p:txBody>
      </p:sp>
      <p:grpSp>
        <p:nvGrpSpPr>
          <p:cNvPr id="9" name="logo drees&amp;sommer blue">
            <a:extLst>
              <a:ext uri="{FF2B5EF4-FFF2-40B4-BE49-F238E27FC236}">
                <a16:creationId xmlns:a16="http://schemas.microsoft.com/office/drawing/2014/main" id="{C6202F31-190F-ABE8-362B-5519CD865AF5}"/>
              </a:ext>
              <a:ext uri="{C183D7F6-B498-43B3-948B-1728B52AA6E4}">
                <adec:decorative xmlns:adec="http://schemas.microsoft.com/office/drawing/2017/decorative" val="1"/>
              </a:ext>
            </a:extLst>
          </p:cNvPr>
          <p:cNvGrpSpPr>
            <a:grpSpLocks noChangeAspect="1"/>
          </p:cNvGrpSpPr>
          <p:nvPr userDrawn="1"/>
        </p:nvGrpSpPr>
        <p:grpSpPr bwMode="black">
          <a:xfrm>
            <a:off x="10716797" y="6331911"/>
            <a:ext cx="948154" cy="286131"/>
            <a:chOff x="95247" y="1619247"/>
            <a:chExt cx="12004075" cy="3622552"/>
          </a:xfrm>
          <a:solidFill>
            <a:schemeClr val="tx1"/>
          </a:solidFill>
        </p:grpSpPr>
        <p:sp>
          <p:nvSpPr>
            <p:cNvPr id="10" name="d">
              <a:extLst>
                <a:ext uri="{FF2B5EF4-FFF2-40B4-BE49-F238E27FC236}">
                  <a16:creationId xmlns:a16="http://schemas.microsoft.com/office/drawing/2014/main" id="{8729E354-6524-398C-D2D4-B44867D28177}"/>
                </a:ext>
              </a:extLst>
            </p:cNvPr>
            <p:cNvSpPr/>
            <p:nvPr/>
          </p:nvSpPr>
          <p:spPr bwMode="black">
            <a:xfrm>
              <a:off x="146585" y="1619247"/>
              <a:ext cx="1890145" cy="1555528"/>
            </a:xfrm>
            <a:custGeom>
              <a:avLst/>
              <a:gdLst>
                <a:gd name="connsiteX0" fmla="*/ 361760 w 1890141"/>
                <a:gd name="connsiteY0" fmla="*/ 1263206 h 1555527"/>
                <a:gd name="connsiteX1" fmla="*/ 361760 w 1890141"/>
                <a:gd name="connsiteY1" fmla="*/ 277368 h 1555527"/>
                <a:gd name="connsiteX2" fmla="*/ 1003840 w 1890141"/>
                <a:gd name="connsiteY2" fmla="*/ 277368 h 1555527"/>
                <a:gd name="connsiteX3" fmla="*/ 1516380 w 1890141"/>
                <a:gd name="connsiteY3" fmla="*/ 762762 h 1555527"/>
                <a:gd name="connsiteX4" fmla="*/ 828961 w 1890141"/>
                <a:gd name="connsiteY4" fmla="*/ 1263206 h 1555527"/>
                <a:gd name="connsiteX5" fmla="*/ 361760 w 1890141"/>
                <a:gd name="connsiteY5" fmla="*/ 1263206 h 1555527"/>
                <a:gd name="connsiteX6" fmla="*/ 0 w 1890141"/>
                <a:gd name="connsiteY6" fmla="*/ 1555528 h 1555527"/>
                <a:gd name="connsiteX7" fmla="*/ 907447 w 1890141"/>
                <a:gd name="connsiteY7" fmla="*/ 1555528 h 1555527"/>
                <a:gd name="connsiteX8" fmla="*/ 1546574 w 1890141"/>
                <a:gd name="connsiteY8" fmla="*/ 1435037 h 1555527"/>
                <a:gd name="connsiteX9" fmla="*/ 1890141 w 1890141"/>
                <a:gd name="connsiteY9" fmla="*/ 768763 h 1555527"/>
                <a:gd name="connsiteX10" fmla="*/ 1000792 w 1890141"/>
                <a:gd name="connsiteY10" fmla="*/ 0 h 1555527"/>
                <a:gd name="connsiteX11" fmla="*/ 0 w 1890141"/>
                <a:gd name="connsiteY11" fmla="*/ 0 h 1555527"/>
                <a:gd name="connsiteX12" fmla="*/ 0 w 1890141"/>
                <a:gd name="connsiteY12" fmla="*/ 1555528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0141" h="1555527">
                  <a:moveTo>
                    <a:pt x="361760" y="1263206"/>
                  </a:moveTo>
                  <a:lnTo>
                    <a:pt x="361760" y="277368"/>
                  </a:lnTo>
                  <a:lnTo>
                    <a:pt x="1003840" y="277368"/>
                  </a:lnTo>
                  <a:cubicBezTo>
                    <a:pt x="1344549" y="277368"/>
                    <a:pt x="1516380" y="446246"/>
                    <a:pt x="1516380" y="762762"/>
                  </a:cubicBezTo>
                  <a:cubicBezTo>
                    <a:pt x="1516380" y="1148620"/>
                    <a:pt x="1287209" y="1263206"/>
                    <a:pt x="828961" y="1263206"/>
                  </a:cubicBezTo>
                  <a:lnTo>
                    <a:pt x="361760" y="1263206"/>
                  </a:lnTo>
                  <a:close/>
                  <a:moveTo>
                    <a:pt x="0" y="1555528"/>
                  </a:moveTo>
                  <a:lnTo>
                    <a:pt x="907447" y="1555528"/>
                  </a:lnTo>
                  <a:cubicBezTo>
                    <a:pt x="1184624" y="1555528"/>
                    <a:pt x="1395698" y="1528382"/>
                    <a:pt x="1546574" y="1435037"/>
                  </a:cubicBezTo>
                  <a:cubicBezTo>
                    <a:pt x="1763649" y="1302353"/>
                    <a:pt x="1890141" y="1061180"/>
                    <a:pt x="1890141" y="768763"/>
                  </a:cubicBezTo>
                  <a:cubicBezTo>
                    <a:pt x="1890141" y="286417"/>
                    <a:pt x="1582769" y="0"/>
                    <a:pt x="1000792" y="0"/>
                  </a:cubicBezTo>
                  <a:lnTo>
                    <a:pt x="0" y="0"/>
                  </a:lnTo>
                  <a:lnTo>
                    <a:pt x="0" y="1555528"/>
                  </a:lnTo>
                  <a:close/>
                </a:path>
              </a:pathLst>
            </a:custGeom>
            <a:grpFill/>
            <a:ln w="9525" cap="flat">
              <a:noFill/>
              <a:prstDash val="solid"/>
              <a:miter/>
            </a:ln>
          </p:spPr>
          <p:txBody>
            <a:bodyPr lIns="0" tIns="0" rIns="0" bIns="0" rtlCol="0" anchor="ctr"/>
            <a:lstStyle/>
            <a:p>
              <a:endParaRPr lang="de-DE" sz="100"/>
            </a:p>
          </p:txBody>
        </p:sp>
        <p:sp>
          <p:nvSpPr>
            <p:cNvPr id="11" name="r">
              <a:extLst>
                <a:ext uri="{FF2B5EF4-FFF2-40B4-BE49-F238E27FC236}">
                  <a16:creationId xmlns:a16="http://schemas.microsoft.com/office/drawing/2014/main" id="{0DB5EF35-9E8B-6FCB-FE2B-881ADA5CFF33}"/>
                </a:ext>
              </a:extLst>
            </p:cNvPr>
            <p:cNvSpPr/>
            <p:nvPr/>
          </p:nvSpPr>
          <p:spPr bwMode="black">
            <a:xfrm>
              <a:off x="2405150" y="1899664"/>
              <a:ext cx="1579811" cy="1275112"/>
            </a:xfrm>
            <a:custGeom>
              <a:avLst/>
              <a:gdLst>
                <a:gd name="connsiteX0" fmla="*/ 1015937 w 1579816"/>
                <a:gd name="connsiteY0" fmla="*/ 220028 h 1275111"/>
                <a:gd name="connsiteX1" fmla="*/ 1157668 w 1579816"/>
                <a:gd name="connsiteY1" fmla="*/ 322517 h 1275111"/>
                <a:gd name="connsiteX2" fmla="*/ 1157668 w 1579816"/>
                <a:gd name="connsiteY2" fmla="*/ 470249 h 1275111"/>
                <a:gd name="connsiteX3" fmla="*/ 1015937 w 1579816"/>
                <a:gd name="connsiteY3" fmla="*/ 572738 h 1275111"/>
                <a:gd name="connsiteX4" fmla="*/ 307467 w 1579816"/>
                <a:gd name="connsiteY4" fmla="*/ 572738 h 1275111"/>
                <a:gd name="connsiteX5" fmla="*/ 307467 w 1579816"/>
                <a:gd name="connsiteY5" fmla="*/ 220028 h 1275111"/>
                <a:gd name="connsiteX6" fmla="*/ 1015937 w 1579816"/>
                <a:gd name="connsiteY6" fmla="*/ 220028 h 1275111"/>
                <a:gd name="connsiteX7" fmla="*/ 0 w 1579816"/>
                <a:gd name="connsiteY7" fmla="*/ 1275112 h 1275111"/>
                <a:gd name="connsiteX8" fmla="*/ 307562 w 1579816"/>
                <a:gd name="connsiteY8" fmla="*/ 1275112 h 1275111"/>
                <a:gd name="connsiteX9" fmla="*/ 307562 w 1579816"/>
                <a:gd name="connsiteY9" fmla="*/ 792671 h 1275111"/>
                <a:gd name="connsiteX10" fmla="*/ 599980 w 1579816"/>
                <a:gd name="connsiteY10" fmla="*/ 792671 h 1275111"/>
                <a:gd name="connsiteX11" fmla="*/ 1133570 w 1579816"/>
                <a:gd name="connsiteY11" fmla="*/ 1275112 h 1275111"/>
                <a:gd name="connsiteX12" fmla="*/ 1579817 w 1579816"/>
                <a:gd name="connsiteY12" fmla="*/ 1275112 h 1275111"/>
                <a:gd name="connsiteX13" fmla="*/ 973741 w 1579816"/>
                <a:gd name="connsiteY13" fmla="*/ 792671 h 1275111"/>
                <a:gd name="connsiteX14" fmla="*/ 1148620 w 1579816"/>
                <a:gd name="connsiteY14" fmla="*/ 792671 h 1275111"/>
                <a:gd name="connsiteX15" fmla="*/ 1447133 w 1579816"/>
                <a:gd name="connsiteY15" fmla="*/ 548640 h 1275111"/>
                <a:gd name="connsiteX16" fmla="*/ 1447133 w 1579816"/>
                <a:gd name="connsiteY16" fmla="*/ 247174 h 1275111"/>
                <a:gd name="connsiteX17" fmla="*/ 1148620 w 1579816"/>
                <a:gd name="connsiteY17" fmla="*/ 0 h 1275111"/>
                <a:gd name="connsiteX18" fmla="*/ 0 w 1579816"/>
                <a:gd name="connsiteY18" fmla="*/ 0 h 1275111"/>
                <a:gd name="connsiteX19" fmla="*/ 0 w 1579816"/>
                <a:gd name="connsiteY19" fmla="*/ 1275112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79816" h="1275111">
                  <a:moveTo>
                    <a:pt x="1015937" y="220028"/>
                  </a:moveTo>
                  <a:cubicBezTo>
                    <a:pt x="1109282" y="220028"/>
                    <a:pt x="1157668" y="238220"/>
                    <a:pt x="1157668" y="322517"/>
                  </a:cubicBezTo>
                  <a:lnTo>
                    <a:pt x="1157668" y="470249"/>
                  </a:lnTo>
                  <a:cubicBezTo>
                    <a:pt x="1157668" y="554736"/>
                    <a:pt x="1109282" y="572738"/>
                    <a:pt x="1015937" y="572738"/>
                  </a:cubicBezTo>
                  <a:lnTo>
                    <a:pt x="307467" y="572738"/>
                  </a:lnTo>
                  <a:lnTo>
                    <a:pt x="307467" y="220028"/>
                  </a:lnTo>
                  <a:lnTo>
                    <a:pt x="1015937" y="220028"/>
                  </a:lnTo>
                  <a:close/>
                  <a:moveTo>
                    <a:pt x="0" y="1275112"/>
                  </a:moveTo>
                  <a:lnTo>
                    <a:pt x="307562" y="1275112"/>
                  </a:lnTo>
                  <a:lnTo>
                    <a:pt x="307562" y="792671"/>
                  </a:lnTo>
                  <a:lnTo>
                    <a:pt x="599980" y="792671"/>
                  </a:lnTo>
                  <a:lnTo>
                    <a:pt x="1133570" y="1275112"/>
                  </a:lnTo>
                  <a:lnTo>
                    <a:pt x="1579817" y="1275112"/>
                  </a:lnTo>
                  <a:lnTo>
                    <a:pt x="973741" y="792671"/>
                  </a:lnTo>
                  <a:lnTo>
                    <a:pt x="1148620" y="792671"/>
                  </a:lnTo>
                  <a:cubicBezTo>
                    <a:pt x="1353693" y="792671"/>
                    <a:pt x="1447133" y="723329"/>
                    <a:pt x="1447133" y="548640"/>
                  </a:cubicBezTo>
                  <a:lnTo>
                    <a:pt x="1447133" y="247174"/>
                  </a:lnTo>
                  <a:cubicBezTo>
                    <a:pt x="1447133" y="69342"/>
                    <a:pt x="1353598" y="0"/>
                    <a:pt x="1148620" y="0"/>
                  </a:cubicBezTo>
                  <a:lnTo>
                    <a:pt x="0" y="0"/>
                  </a:lnTo>
                  <a:lnTo>
                    <a:pt x="0" y="1275112"/>
                  </a:lnTo>
                  <a:close/>
                </a:path>
              </a:pathLst>
            </a:custGeom>
            <a:grpFill/>
            <a:ln w="9525" cap="flat">
              <a:noFill/>
              <a:prstDash val="solid"/>
              <a:miter/>
            </a:ln>
          </p:spPr>
          <p:txBody>
            <a:bodyPr lIns="0" tIns="0" rIns="0" bIns="0" rtlCol="0" anchor="ctr"/>
            <a:lstStyle/>
            <a:p>
              <a:endParaRPr lang="de-DE" sz="100"/>
            </a:p>
          </p:txBody>
        </p:sp>
        <p:sp>
          <p:nvSpPr>
            <p:cNvPr id="12" name="e">
              <a:extLst>
                <a:ext uri="{FF2B5EF4-FFF2-40B4-BE49-F238E27FC236}">
                  <a16:creationId xmlns:a16="http://schemas.microsoft.com/office/drawing/2014/main" id="{56E73FBB-DF0E-F6D8-BDE3-9BFCF6A337CC}"/>
                </a:ext>
              </a:extLst>
            </p:cNvPr>
            <p:cNvSpPr/>
            <p:nvPr/>
          </p:nvSpPr>
          <p:spPr bwMode="black">
            <a:xfrm>
              <a:off x="4279102" y="1899664"/>
              <a:ext cx="1383701" cy="1275112"/>
            </a:xfrm>
            <a:custGeom>
              <a:avLst/>
              <a:gdLst>
                <a:gd name="connsiteX0" fmla="*/ 0 w 1383696"/>
                <a:gd name="connsiteY0" fmla="*/ 1275112 h 1275111"/>
                <a:gd name="connsiteX1" fmla="*/ 1383697 w 1383696"/>
                <a:gd name="connsiteY1" fmla="*/ 1275112 h 1275111"/>
                <a:gd name="connsiteX2" fmla="*/ 1383697 w 1383696"/>
                <a:gd name="connsiteY2" fmla="*/ 1036987 h 1275111"/>
                <a:gd name="connsiteX3" fmla="*/ 313563 w 1383696"/>
                <a:gd name="connsiteY3" fmla="*/ 1036987 h 1275111"/>
                <a:gd name="connsiteX4" fmla="*/ 313563 w 1383696"/>
                <a:gd name="connsiteY4" fmla="*/ 723424 h 1275111"/>
                <a:gd name="connsiteX5" fmla="*/ 928497 w 1383696"/>
                <a:gd name="connsiteY5" fmla="*/ 723424 h 1275111"/>
                <a:gd name="connsiteX6" fmla="*/ 928497 w 1383696"/>
                <a:gd name="connsiteY6" fmla="*/ 503396 h 1275111"/>
                <a:gd name="connsiteX7" fmla="*/ 313563 w 1383696"/>
                <a:gd name="connsiteY7" fmla="*/ 503396 h 1275111"/>
                <a:gd name="connsiteX8" fmla="*/ 313563 w 1383696"/>
                <a:gd name="connsiteY8" fmla="*/ 226028 h 1275111"/>
                <a:gd name="connsiteX9" fmla="*/ 1368743 w 1383696"/>
                <a:gd name="connsiteY9" fmla="*/ 226028 h 1275111"/>
                <a:gd name="connsiteX10" fmla="*/ 1368743 w 1383696"/>
                <a:gd name="connsiteY10" fmla="*/ 0 h 1275111"/>
                <a:gd name="connsiteX11" fmla="*/ 0 w 1383696"/>
                <a:gd name="connsiteY11" fmla="*/ 0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3696" h="1275111">
                  <a:moveTo>
                    <a:pt x="0" y="1275112"/>
                  </a:moveTo>
                  <a:lnTo>
                    <a:pt x="1383697" y="1275112"/>
                  </a:lnTo>
                  <a:lnTo>
                    <a:pt x="1383697" y="1036987"/>
                  </a:lnTo>
                  <a:lnTo>
                    <a:pt x="313563" y="1036987"/>
                  </a:lnTo>
                  <a:lnTo>
                    <a:pt x="313563" y="723424"/>
                  </a:lnTo>
                  <a:lnTo>
                    <a:pt x="928497" y="723424"/>
                  </a:lnTo>
                  <a:lnTo>
                    <a:pt x="928497" y="503396"/>
                  </a:lnTo>
                  <a:lnTo>
                    <a:pt x="313563" y="503396"/>
                  </a:lnTo>
                  <a:lnTo>
                    <a:pt x="313563" y="226028"/>
                  </a:lnTo>
                  <a:lnTo>
                    <a:pt x="1368743" y="226028"/>
                  </a:lnTo>
                  <a:lnTo>
                    <a:pt x="1368743" y="0"/>
                  </a:lnTo>
                  <a:lnTo>
                    <a:pt x="0" y="0"/>
                  </a:lnTo>
                  <a:close/>
                </a:path>
              </a:pathLst>
            </a:custGeom>
            <a:grpFill/>
            <a:ln w="9525" cap="flat">
              <a:noFill/>
              <a:prstDash val="solid"/>
              <a:miter/>
            </a:ln>
          </p:spPr>
          <p:txBody>
            <a:bodyPr lIns="0" tIns="0" rIns="0" bIns="0" rtlCol="0" anchor="ctr"/>
            <a:lstStyle/>
            <a:p>
              <a:endParaRPr lang="de-DE" sz="100"/>
            </a:p>
          </p:txBody>
        </p:sp>
        <p:sp>
          <p:nvSpPr>
            <p:cNvPr id="13" name="e">
              <a:extLst>
                <a:ext uri="{FF2B5EF4-FFF2-40B4-BE49-F238E27FC236}">
                  <a16:creationId xmlns:a16="http://schemas.microsoft.com/office/drawing/2014/main" id="{AC37094F-128D-F53B-06FC-D88DBA10FD65}"/>
                </a:ext>
              </a:extLst>
            </p:cNvPr>
            <p:cNvSpPr/>
            <p:nvPr/>
          </p:nvSpPr>
          <p:spPr bwMode="black">
            <a:xfrm>
              <a:off x="6022562" y="1899664"/>
              <a:ext cx="1383701" cy="1275112"/>
            </a:xfrm>
            <a:custGeom>
              <a:avLst/>
              <a:gdLst>
                <a:gd name="connsiteX0" fmla="*/ 0 w 1383696"/>
                <a:gd name="connsiteY0" fmla="*/ 1275112 h 1275111"/>
                <a:gd name="connsiteX1" fmla="*/ 1383697 w 1383696"/>
                <a:gd name="connsiteY1" fmla="*/ 1275112 h 1275111"/>
                <a:gd name="connsiteX2" fmla="*/ 1383697 w 1383696"/>
                <a:gd name="connsiteY2" fmla="*/ 1036987 h 1275111"/>
                <a:gd name="connsiteX3" fmla="*/ 313563 w 1383696"/>
                <a:gd name="connsiteY3" fmla="*/ 1036987 h 1275111"/>
                <a:gd name="connsiteX4" fmla="*/ 313563 w 1383696"/>
                <a:gd name="connsiteY4" fmla="*/ 723424 h 1275111"/>
                <a:gd name="connsiteX5" fmla="*/ 928497 w 1383696"/>
                <a:gd name="connsiteY5" fmla="*/ 723424 h 1275111"/>
                <a:gd name="connsiteX6" fmla="*/ 928497 w 1383696"/>
                <a:gd name="connsiteY6" fmla="*/ 503396 h 1275111"/>
                <a:gd name="connsiteX7" fmla="*/ 313563 w 1383696"/>
                <a:gd name="connsiteY7" fmla="*/ 503396 h 1275111"/>
                <a:gd name="connsiteX8" fmla="*/ 313563 w 1383696"/>
                <a:gd name="connsiteY8" fmla="*/ 226028 h 1275111"/>
                <a:gd name="connsiteX9" fmla="*/ 1368743 w 1383696"/>
                <a:gd name="connsiteY9" fmla="*/ 226028 h 1275111"/>
                <a:gd name="connsiteX10" fmla="*/ 1368743 w 1383696"/>
                <a:gd name="connsiteY10" fmla="*/ 0 h 1275111"/>
                <a:gd name="connsiteX11" fmla="*/ 0 w 1383696"/>
                <a:gd name="connsiteY11" fmla="*/ 0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3696" h="1275111">
                  <a:moveTo>
                    <a:pt x="0" y="1275112"/>
                  </a:moveTo>
                  <a:lnTo>
                    <a:pt x="1383697" y="1275112"/>
                  </a:lnTo>
                  <a:lnTo>
                    <a:pt x="1383697" y="1036987"/>
                  </a:lnTo>
                  <a:lnTo>
                    <a:pt x="313563" y="1036987"/>
                  </a:lnTo>
                  <a:lnTo>
                    <a:pt x="313563" y="723424"/>
                  </a:lnTo>
                  <a:lnTo>
                    <a:pt x="928497" y="723424"/>
                  </a:lnTo>
                  <a:lnTo>
                    <a:pt x="928497" y="503396"/>
                  </a:lnTo>
                  <a:lnTo>
                    <a:pt x="313563" y="503396"/>
                  </a:lnTo>
                  <a:lnTo>
                    <a:pt x="313563" y="226028"/>
                  </a:lnTo>
                  <a:lnTo>
                    <a:pt x="1368743" y="226028"/>
                  </a:lnTo>
                  <a:lnTo>
                    <a:pt x="1368743" y="0"/>
                  </a:lnTo>
                  <a:lnTo>
                    <a:pt x="0" y="0"/>
                  </a:lnTo>
                  <a:close/>
                </a:path>
              </a:pathLst>
            </a:custGeom>
            <a:grpFill/>
            <a:ln w="9525" cap="flat">
              <a:noFill/>
              <a:prstDash val="solid"/>
              <a:miter/>
            </a:ln>
          </p:spPr>
          <p:txBody>
            <a:bodyPr lIns="0" tIns="0" rIns="0" bIns="0" rtlCol="0" anchor="ctr"/>
            <a:lstStyle/>
            <a:p>
              <a:endParaRPr lang="de-DE" sz="100"/>
            </a:p>
          </p:txBody>
        </p:sp>
        <p:sp>
          <p:nvSpPr>
            <p:cNvPr id="14" name="s">
              <a:extLst>
                <a:ext uri="{FF2B5EF4-FFF2-40B4-BE49-F238E27FC236}">
                  <a16:creationId xmlns:a16="http://schemas.microsoft.com/office/drawing/2014/main" id="{5FA27E6B-E5E0-D07F-90D4-DFD88EDE7E1C}"/>
                </a:ext>
              </a:extLst>
            </p:cNvPr>
            <p:cNvSpPr/>
            <p:nvPr/>
          </p:nvSpPr>
          <p:spPr bwMode="black">
            <a:xfrm>
              <a:off x="7714204" y="1899664"/>
              <a:ext cx="1495239" cy="1275213"/>
            </a:xfrm>
            <a:custGeom>
              <a:avLst/>
              <a:gdLst>
                <a:gd name="connsiteX0" fmla="*/ 1211770 w 1495234"/>
                <a:gd name="connsiteY0" fmla="*/ 229076 h 1275207"/>
                <a:gd name="connsiteX1" fmla="*/ 1211770 w 1495234"/>
                <a:gd name="connsiteY1" fmla="*/ 348234 h 1275207"/>
                <a:gd name="connsiteX2" fmla="*/ 1479995 w 1495234"/>
                <a:gd name="connsiteY2" fmla="*/ 291084 h 1275207"/>
                <a:gd name="connsiteX3" fmla="*/ 1479995 w 1495234"/>
                <a:gd name="connsiteY3" fmla="*/ 277368 h 1275207"/>
                <a:gd name="connsiteX4" fmla="*/ 1145477 w 1495234"/>
                <a:gd name="connsiteY4" fmla="*/ 0 h 1275207"/>
                <a:gd name="connsiteX5" fmla="*/ 388905 w 1495234"/>
                <a:gd name="connsiteY5" fmla="*/ 0 h 1275207"/>
                <a:gd name="connsiteX6" fmla="*/ 54197 w 1495234"/>
                <a:gd name="connsiteY6" fmla="*/ 301561 h 1275207"/>
                <a:gd name="connsiteX7" fmla="*/ 54197 w 1495234"/>
                <a:gd name="connsiteY7" fmla="*/ 443294 h 1275207"/>
                <a:gd name="connsiteX8" fmla="*/ 388905 w 1495234"/>
                <a:gd name="connsiteY8" fmla="*/ 744665 h 1275207"/>
                <a:gd name="connsiteX9" fmla="*/ 1214818 w 1495234"/>
                <a:gd name="connsiteY9" fmla="*/ 744665 h 1275207"/>
                <a:gd name="connsiteX10" fmla="*/ 1214818 w 1495234"/>
                <a:gd name="connsiteY10" fmla="*/ 1037177 h 1275207"/>
                <a:gd name="connsiteX11" fmla="*/ 277177 w 1495234"/>
                <a:gd name="connsiteY11" fmla="*/ 1037177 h 1275207"/>
                <a:gd name="connsiteX12" fmla="*/ 277177 w 1495234"/>
                <a:gd name="connsiteY12" fmla="*/ 902875 h 1275207"/>
                <a:gd name="connsiteX13" fmla="*/ 0 w 1495234"/>
                <a:gd name="connsiteY13" fmla="*/ 954214 h 1275207"/>
                <a:gd name="connsiteX14" fmla="*/ 0 w 1495234"/>
                <a:gd name="connsiteY14" fmla="*/ 973836 h 1275207"/>
                <a:gd name="connsiteX15" fmla="*/ 334518 w 1495234"/>
                <a:gd name="connsiteY15" fmla="*/ 1275207 h 1275207"/>
                <a:gd name="connsiteX16" fmla="*/ 1163669 w 1495234"/>
                <a:gd name="connsiteY16" fmla="*/ 1275207 h 1275207"/>
                <a:gd name="connsiteX17" fmla="*/ 1495234 w 1495234"/>
                <a:gd name="connsiteY17" fmla="*/ 973836 h 1275207"/>
                <a:gd name="connsiteX18" fmla="*/ 1495234 w 1495234"/>
                <a:gd name="connsiteY18" fmla="*/ 798957 h 1275207"/>
                <a:gd name="connsiteX19" fmla="*/ 1163669 w 1495234"/>
                <a:gd name="connsiteY19" fmla="*/ 497586 h 1275207"/>
                <a:gd name="connsiteX20" fmla="*/ 334518 w 1495234"/>
                <a:gd name="connsiteY20" fmla="*/ 497586 h 1275207"/>
                <a:gd name="connsiteX21" fmla="*/ 334518 w 1495234"/>
                <a:gd name="connsiteY21" fmla="*/ 229076 h 1275207"/>
                <a:gd name="connsiteX22" fmla="*/ 1211770 w 1495234"/>
                <a:gd name="connsiteY22" fmla="*/ 229076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95234" h="1275207">
                  <a:moveTo>
                    <a:pt x="1211770" y="229076"/>
                  </a:moveTo>
                  <a:lnTo>
                    <a:pt x="1211770" y="348234"/>
                  </a:lnTo>
                  <a:lnTo>
                    <a:pt x="1479995" y="291084"/>
                  </a:lnTo>
                  <a:lnTo>
                    <a:pt x="1479995" y="277368"/>
                  </a:lnTo>
                  <a:cubicBezTo>
                    <a:pt x="1479995" y="54388"/>
                    <a:pt x="1380649" y="0"/>
                    <a:pt x="1145477" y="0"/>
                  </a:cubicBezTo>
                  <a:lnTo>
                    <a:pt x="388905" y="0"/>
                  </a:lnTo>
                  <a:cubicBezTo>
                    <a:pt x="138684" y="0"/>
                    <a:pt x="54197" y="60388"/>
                    <a:pt x="54197" y="301561"/>
                  </a:cubicBezTo>
                  <a:lnTo>
                    <a:pt x="54197" y="443294"/>
                  </a:lnTo>
                  <a:cubicBezTo>
                    <a:pt x="54197" y="684467"/>
                    <a:pt x="138684" y="744665"/>
                    <a:pt x="388905" y="744665"/>
                  </a:cubicBezTo>
                  <a:lnTo>
                    <a:pt x="1214818" y="744665"/>
                  </a:lnTo>
                  <a:lnTo>
                    <a:pt x="1214818" y="1037177"/>
                  </a:lnTo>
                  <a:lnTo>
                    <a:pt x="277177" y="1037177"/>
                  </a:lnTo>
                  <a:lnTo>
                    <a:pt x="277177" y="902875"/>
                  </a:lnTo>
                  <a:lnTo>
                    <a:pt x="0" y="954214"/>
                  </a:lnTo>
                  <a:lnTo>
                    <a:pt x="0" y="973836"/>
                  </a:lnTo>
                  <a:cubicBezTo>
                    <a:pt x="0" y="1212056"/>
                    <a:pt x="81343" y="1275207"/>
                    <a:pt x="334518" y="1275207"/>
                  </a:cubicBezTo>
                  <a:lnTo>
                    <a:pt x="1163669" y="1275207"/>
                  </a:lnTo>
                  <a:cubicBezTo>
                    <a:pt x="1416844" y="1275207"/>
                    <a:pt x="1495234" y="1212056"/>
                    <a:pt x="1495234" y="973836"/>
                  </a:cubicBezTo>
                  <a:lnTo>
                    <a:pt x="1495234" y="798957"/>
                  </a:lnTo>
                  <a:cubicBezTo>
                    <a:pt x="1495234" y="557784"/>
                    <a:pt x="1416939" y="497586"/>
                    <a:pt x="1163669" y="497586"/>
                  </a:cubicBezTo>
                  <a:lnTo>
                    <a:pt x="334518" y="497586"/>
                  </a:lnTo>
                  <a:lnTo>
                    <a:pt x="334518" y="229076"/>
                  </a:lnTo>
                  <a:lnTo>
                    <a:pt x="1211770" y="229076"/>
                  </a:lnTo>
                  <a:close/>
                </a:path>
              </a:pathLst>
            </a:custGeom>
            <a:grpFill/>
            <a:ln w="9525" cap="flat">
              <a:noFill/>
              <a:prstDash val="solid"/>
              <a:miter/>
            </a:ln>
          </p:spPr>
          <p:txBody>
            <a:bodyPr lIns="0" tIns="0" rIns="0" bIns="0" rtlCol="0" anchor="ctr"/>
            <a:lstStyle/>
            <a:p>
              <a:endParaRPr lang="de-DE" sz="100"/>
            </a:p>
          </p:txBody>
        </p:sp>
        <p:sp>
          <p:nvSpPr>
            <p:cNvPr id="15" name="&amp;">
              <a:extLst>
                <a:ext uri="{FF2B5EF4-FFF2-40B4-BE49-F238E27FC236}">
                  <a16:creationId xmlns:a16="http://schemas.microsoft.com/office/drawing/2014/main" id="{22B1C61E-C568-251F-DB28-59B388E89B1F}"/>
                </a:ext>
              </a:extLst>
            </p:cNvPr>
            <p:cNvSpPr/>
            <p:nvPr/>
          </p:nvSpPr>
          <p:spPr bwMode="black">
            <a:xfrm>
              <a:off x="9995063" y="1619247"/>
              <a:ext cx="2104259" cy="1555528"/>
            </a:xfrm>
            <a:custGeom>
              <a:avLst/>
              <a:gdLst>
                <a:gd name="connsiteX0" fmla="*/ 304514 w 2104263"/>
                <a:gd name="connsiteY0" fmla="*/ 1284161 h 1555527"/>
                <a:gd name="connsiteX1" fmla="*/ 304514 w 2104263"/>
                <a:gd name="connsiteY1" fmla="*/ 1018985 h 1555527"/>
                <a:gd name="connsiteX2" fmla="*/ 702373 w 2104263"/>
                <a:gd name="connsiteY2" fmla="*/ 771811 h 1555527"/>
                <a:gd name="connsiteX3" fmla="*/ 1169575 w 2104263"/>
                <a:gd name="connsiteY3" fmla="*/ 1160717 h 1555527"/>
                <a:gd name="connsiteX4" fmla="*/ 1024890 w 2104263"/>
                <a:gd name="connsiteY4" fmla="*/ 1284256 h 1555527"/>
                <a:gd name="connsiteX5" fmla="*/ 304514 w 2104263"/>
                <a:gd name="connsiteY5" fmla="*/ 1284256 h 1555527"/>
                <a:gd name="connsiteX6" fmla="*/ 388811 w 2104263"/>
                <a:gd name="connsiteY6" fmla="*/ 1555528 h 1555527"/>
                <a:gd name="connsiteX7" fmla="*/ 943547 w 2104263"/>
                <a:gd name="connsiteY7" fmla="*/ 1555528 h 1555527"/>
                <a:gd name="connsiteX8" fmla="*/ 1235964 w 2104263"/>
                <a:gd name="connsiteY8" fmla="*/ 1461992 h 1555527"/>
                <a:gd name="connsiteX9" fmla="*/ 1374649 w 2104263"/>
                <a:gd name="connsiteY9" fmla="*/ 1338453 h 1555527"/>
                <a:gd name="connsiteX10" fmla="*/ 1630870 w 2104263"/>
                <a:gd name="connsiteY10" fmla="*/ 1555528 h 1555527"/>
                <a:gd name="connsiteX11" fmla="*/ 2104264 w 2104263"/>
                <a:gd name="connsiteY11" fmla="*/ 1555528 h 1555527"/>
                <a:gd name="connsiteX12" fmla="*/ 1612869 w 2104263"/>
                <a:gd name="connsiteY12" fmla="*/ 1142429 h 1555527"/>
                <a:gd name="connsiteX13" fmla="*/ 1971580 w 2104263"/>
                <a:gd name="connsiteY13" fmla="*/ 844106 h 1555527"/>
                <a:gd name="connsiteX14" fmla="*/ 1766507 w 2104263"/>
                <a:gd name="connsiteY14" fmla="*/ 666274 h 1555527"/>
                <a:gd name="connsiteX15" fmla="*/ 1404747 w 2104263"/>
                <a:gd name="connsiteY15" fmla="*/ 967645 h 1555527"/>
                <a:gd name="connsiteX16" fmla="*/ 672180 w 2104263"/>
                <a:gd name="connsiteY16" fmla="*/ 358712 h 1555527"/>
                <a:gd name="connsiteX17" fmla="*/ 672180 w 2104263"/>
                <a:gd name="connsiteY17" fmla="*/ 247174 h 1555527"/>
                <a:gd name="connsiteX18" fmla="*/ 1181767 w 2104263"/>
                <a:gd name="connsiteY18" fmla="*/ 247174 h 1555527"/>
                <a:gd name="connsiteX19" fmla="*/ 1181767 w 2104263"/>
                <a:gd name="connsiteY19" fmla="*/ 455295 h 1555527"/>
                <a:gd name="connsiteX20" fmla="*/ 1461992 w 2104263"/>
                <a:gd name="connsiteY20" fmla="*/ 407099 h 1555527"/>
                <a:gd name="connsiteX21" fmla="*/ 1461992 w 2104263"/>
                <a:gd name="connsiteY21" fmla="*/ 313563 h 1555527"/>
                <a:gd name="connsiteX22" fmla="*/ 1076134 w 2104263"/>
                <a:gd name="connsiteY22" fmla="*/ 0 h 1555527"/>
                <a:gd name="connsiteX23" fmla="*/ 762763 w 2104263"/>
                <a:gd name="connsiteY23" fmla="*/ 0 h 1555527"/>
                <a:gd name="connsiteX24" fmla="*/ 376905 w 2104263"/>
                <a:gd name="connsiteY24" fmla="*/ 283369 h 1555527"/>
                <a:gd name="connsiteX25" fmla="*/ 376905 w 2104263"/>
                <a:gd name="connsiteY25" fmla="*/ 370713 h 1555527"/>
                <a:gd name="connsiteX26" fmla="*/ 509588 w 2104263"/>
                <a:gd name="connsiteY26" fmla="*/ 605885 h 1555527"/>
                <a:gd name="connsiteX27" fmla="*/ 192881 w 2104263"/>
                <a:gd name="connsiteY27" fmla="*/ 795909 h 1555527"/>
                <a:gd name="connsiteX28" fmla="*/ 0 w 2104263"/>
                <a:gd name="connsiteY28" fmla="*/ 1085279 h 1555527"/>
                <a:gd name="connsiteX29" fmla="*/ 0 w 2104263"/>
                <a:gd name="connsiteY29" fmla="*/ 1187768 h 1555527"/>
                <a:gd name="connsiteX30" fmla="*/ 388811 w 2104263"/>
                <a:gd name="connsiteY30" fmla="*/ 1555528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04263" h="1555527">
                  <a:moveTo>
                    <a:pt x="304514" y="1284161"/>
                  </a:moveTo>
                  <a:lnTo>
                    <a:pt x="304514" y="1018985"/>
                  </a:lnTo>
                  <a:lnTo>
                    <a:pt x="702373" y="771811"/>
                  </a:lnTo>
                  <a:lnTo>
                    <a:pt x="1169575" y="1160717"/>
                  </a:lnTo>
                  <a:lnTo>
                    <a:pt x="1024890" y="1284256"/>
                  </a:lnTo>
                  <a:lnTo>
                    <a:pt x="304514" y="1284256"/>
                  </a:lnTo>
                  <a:close/>
                  <a:moveTo>
                    <a:pt x="388811" y="1555528"/>
                  </a:moveTo>
                  <a:lnTo>
                    <a:pt x="943547" y="1555528"/>
                  </a:lnTo>
                  <a:cubicBezTo>
                    <a:pt x="1073087" y="1555528"/>
                    <a:pt x="1136428" y="1549527"/>
                    <a:pt x="1235964" y="1461992"/>
                  </a:cubicBezTo>
                  <a:lnTo>
                    <a:pt x="1374649" y="1338453"/>
                  </a:lnTo>
                  <a:lnTo>
                    <a:pt x="1630870" y="1555528"/>
                  </a:lnTo>
                  <a:lnTo>
                    <a:pt x="2104264" y="1555528"/>
                  </a:lnTo>
                  <a:lnTo>
                    <a:pt x="1612869" y="1142429"/>
                  </a:lnTo>
                  <a:lnTo>
                    <a:pt x="1971580" y="844106"/>
                  </a:lnTo>
                  <a:lnTo>
                    <a:pt x="1766507" y="666274"/>
                  </a:lnTo>
                  <a:lnTo>
                    <a:pt x="1404747" y="967645"/>
                  </a:lnTo>
                  <a:lnTo>
                    <a:pt x="672180" y="358712"/>
                  </a:lnTo>
                  <a:lnTo>
                    <a:pt x="672180" y="247174"/>
                  </a:lnTo>
                  <a:lnTo>
                    <a:pt x="1181767" y="247174"/>
                  </a:lnTo>
                  <a:lnTo>
                    <a:pt x="1181767" y="455295"/>
                  </a:lnTo>
                  <a:lnTo>
                    <a:pt x="1461992" y="407099"/>
                  </a:lnTo>
                  <a:lnTo>
                    <a:pt x="1461992" y="313563"/>
                  </a:lnTo>
                  <a:cubicBezTo>
                    <a:pt x="1461992" y="60389"/>
                    <a:pt x="1356456" y="0"/>
                    <a:pt x="1076134" y="0"/>
                  </a:cubicBezTo>
                  <a:lnTo>
                    <a:pt x="762763" y="0"/>
                  </a:lnTo>
                  <a:cubicBezTo>
                    <a:pt x="497395" y="0"/>
                    <a:pt x="376905" y="60389"/>
                    <a:pt x="376905" y="283369"/>
                  </a:cubicBezTo>
                  <a:lnTo>
                    <a:pt x="376905" y="370713"/>
                  </a:lnTo>
                  <a:cubicBezTo>
                    <a:pt x="376905" y="461200"/>
                    <a:pt x="419100" y="530543"/>
                    <a:pt x="509588" y="605885"/>
                  </a:cubicBezTo>
                  <a:lnTo>
                    <a:pt x="192881" y="795909"/>
                  </a:lnTo>
                  <a:cubicBezTo>
                    <a:pt x="57341" y="877253"/>
                    <a:pt x="0" y="925449"/>
                    <a:pt x="0" y="1085279"/>
                  </a:cubicBezTo>
                  <a:lnTo>
                    <a:pt x="0" y="1187768"/>
                  </a:lnTo>
                  <a:cubicBezTo>
                    <a:pt x="0" y="1480185"/>
                    <a:pt x="96488" y="1555528"/>
                    <a:pt x="388811" y="1555528"/>
                  </a:cubicBezTo>
                </a:path>
              </a:pathLst>
            </a:custGeom>
            <a:grpFill/>
            <a:ln w="9525" cap="flat">
              <a:noFill/>
              <a:prstDash val="solid"/>
              <a:miter/>
            </a:ln>
          </p:spPr>
          <p:txBody>
            <a:bodyPr lIns="0" tIns="0" rIns="0" bIns="0" rtlCol="0" anchor="ctr"/>
            <a:lstStyle/>
            <a:p>
              <a:endParaRPr lang="de-DE" sz="100"/>
            </a:p>
          </p:txBody>
        </p:sp>
        <p:sp>
          <p:nvSpPr>
            <p:cNvPr id="16" name="s">
              <a:extLst>
                <a:ext uri="{FF2B5EF4-FFF2-40B4-BE49-F238E27FC236}">
                  <a16:creationId xmlns:a16="http://schemas.microsoft.com/office/drawing/2014/main" id="{41189E97-F2E9-D19B-BE86-9F333F8F0702}"/>
                </a:ext>
              </a:extLst>
            </p:cNvPr>
            <p:cNvSpPr/>
            <p:nvPr/>
          </p:nvSpPr>
          <p:spPr bwMode="black">
            <a:xfrm>
              <a:off x="95247" y="3686081"/>
              <a:ext cx="1739650" cy="1555528"/>
            </a:xfrm>
            <a:custGeom>
              <a:avLst/>
              <a:gdLst>
                <a:gd name="connsiteX0" fmla="*/ 1398842 w 1739645"/>
                <a:gd name="connsiteY0" fmla="*/ 271367 h 1555527"/>
                <a:gd name="connsiteX1" fmla="*/ 1398842 w 1739645"/>
                <a:gd name="connsiteY1" fmla="*/ 439865 h 1555527"/>
                <a:gd name="connsiteX2" fmla="*/ 1718405 w 1739645"/>
                <a:gd name="connsiteY2" fmla="*/ 364522 h 1555527"/>
                <a:gd name="connsiteX3" fmla="*/ 1718405 w 1739645"/>
                <a:gd name="connsiteY3" fmla="*/ 340709 h 1555527"/>
                <a:gd name="connsiteX4" fmla="*/ 1332548 w 1739645"/>
                <a:gd name="connsiteY4" fmla="*/ 0 h 1555527"/>
                <a:gd name="connsiteX5" fmla="*/ 449199 w 1739645"/>
                <a:gd name="connsiteY5" fmla="*/ 0 h 1555527"/>
                <a:gd name="connsiteX6" fmla="*/ 63341 w 1739645"/>
                <a:gd name="connsiteY6" fmla="*/ 367855 h 1555527"/>
                <a:gd name="connsiteX7" fmla="*/ 63341 w 1739645"/>
                <a:gd name="connsiteY7" fmla="*/ 539496 h 1555527"/>
                <a:gd name="connsiteX8" fmla="*/ 449199 w 1739645"/>
                <a:gd name="connsiteY8" fmla="*/ 907351 h 1555527"/>
                <a:gd name="connsiteX9" fmla="*/ 1419987 w 1739645"/>
                <a:gd name="connsiteY9" fmla="*/ 907351 h 1555527"/>
                <a:gd name="connsiteX10" fmla="*/ 1419987 w 1739645"/>
                <a:gd name="connsiteY10" fmla="*/ 1263110 h 1555527"/>
                <a:gd name="connsiteX11" fmla="*/ 319754 w 1739645"/>
                <a:gd name="connsiteY11" fmla="*/ 1263110 h 1555527"/>
                <a:gd name="connsiteX12" fmla="*/ 319754 w 1739645"/>
                <a:gd name="connsiteY12" fmla="*/ 1095661 h 1555527"/>
                <a:gd name="connsiteX13" fmla="*/ 0 w 1739645"/>
                <a:gd name="connsiteY13" fmla="*/ 1162050 h 1555527"/>
                <a:gd name="connsiteX14" fmla="*/ 0 w 1739645"/>
                <a:gd name="connsiteY14" fmla="*/ 1187768 h 1555527"/>
                <a:gd name="connsiteX15" fmla="*/ 388906 w 1739645"/>
                <a:gd name="connsiteY15" fmla="*/ 1555528 h 1555527"/>
                <a:gd name="connsiteX16" fmla="*/ 1350740 w 1739645"/>
                <a:gd name="connsiteY16" fmla="*/ 1555528 h 1555527"/>
                <a:gd name="connsiteX17" fmla="*/ 1739646 w 1739645"/>
                <a:gd name="connsiteY17" fmla="*/ 1187768 h 1555527"/>
                <a:gd name="connsiteX18" fmla="*/ 1739646 w 1739645"/>
                <a:gd name="connsiteY18" fmla="*/ 973741 h 1555527"/>
                <a:gd name="connsiteX19" fmla="*/ 1350740 w 1739645"/>
                <a:gd name="connsiteY19" fmla="*/ 605885 h 1555527"/>
                <a:gd name="connsiteX20" fmla="*/ 379857 w 1739645"/>
                <a:gd name="connsiteY20" fmla="*/ 605885 h 1555527"/>
                <a:gd name="connsiteX21" fmla="*/ 379857 w 1739645"/>
                <a:gd name="connsiteY21" fmla="*/ 271367 h 1555527"/>
                <a:gd name="connsiteX22" fmla="*/ 1398842 w 1739645"/>
                <a:gd name="connsiteY22" fmla="*/ 271367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39645" h="1555527">
                  <a:moveTo>
                    <a:pt x="1398842" y="271367"/>
                  </a:moveTo>
                  <a:lnTo>
                    <a:pt x="1398842" y="439865"/>
                  </a:lnTo>
                  <a:lnTo>
                    <a:pt x="1718405" y="364522"/>
                  </a:lnTo>
                  <a:lnTo>
                    <a:pt x="1718405" y="340709"/>
                  </a:lnTo>
                  <a:cubicBezTo>
                    <a:pt x="1718405" y="72295"/>
                    <a:pt x="1609916" y="0"/>
                    <a:pt x="1332548" y="0"/>
                  </a:cubicBezTo>
                  <a:lnTo>
                    <a:pt x="449199" y="0"/>
                  </a:lnTo>
                  <a:cubicBezTo>
                    <a:pt x="156781" y="0"/>
                    <a:pt x="63341" y="75343"/>
                    <a:pt x="63341" y="367855"/>
                  </a:cubicBezTo>
                  <a:lnTo>
                    <a:pt x="63341" y="539496"/>
                  </a:lnTo>
                  <a:cubicBezTo>
                    <a:pt x="63341" y="832009"/>
                    <a:pt x="156877" y="907351"/>
                    <a:pt x="449199" y="907351"/>
                  </a:cubicBezTo>
                  <a:lnTo>
                    <a:pt x="1419987" y="907351"/>
                  </a:lnTo>
                  <a:lnTo>
                    <a:pt x="1419987" y="1263110"/>
                  </a:lnTo>
                  <a:lnTo>
                    <a:pt x="319754" y="1263110"/>
                  </a:lnTo>
                  <a:lnTo>
                    <a:pt x="319754" y="1095661"/>
                  </a:lnTo>
                  <a:lnTo>
                    <a:pt x="0" y="1162050"/>
                  </a:lnTo>
                  <a:lnTo>
                    <a:pt x="0" y="1187768"/>
                  </a:lnTo>
                  <a:cubicBezTo>
                    <a:pt x="0" y="1480185"/>
                    <a:pt x="96488" y="1555528"/>
                    <a:pt x="388906" y="1555528"/>
                  </a:cubicBezTo>
                  <a:lnTo>
                    <a:pt x="1350740" y="1555528"/>
                  </a:lnTo>
                  <a:cubicBezTo>
                    <a:pt x="1643158" y="1555528"/>
                    <a:pt x="1739646" y="1480185"/>
                    <a:pt x="1739646" y="1187768"/>
                  </a:cubicBezTo>
                  <a:lnTo>
                    <a:pt x="1739646" y="973741"/>
                  </a:lnTo>
                  <a:cubicBezTo>
                    <a:pt x="1739646" y="681228"/>
                    <a:pt x="1643158" y="605885"/>
                    <a:pt x="1350740" y="605885"/>
                  </a:cubicBezTo>
                  <a:lnTo>
                    <a:pt x="379857" y="605885"/>
                  </a:lnTo>
                  <a:lnTo>
                    <a:pt x="379857" y="271367"/>
                  </a:lnTo>
                  <a:lnTo>
                    <a:pt x="1398842" y="271367"/>
                  </a:lnTo>
                  <a:close/>
                </a:path>
              </a:pathLst>
            </a:custGeom>
            <a:grpFill/>
            <a:ln w="9525" cap="flat">
              <a:noFill/>
              <a:prstDash val="solid"/>
              <a:miter/>
            </a:ln>
          </p:spPr>
          <p:txBody>
            <a:bodyPr lIns="0" tIns="0" rIns="0" bIns="0" rtlCol="0" anchor="ctr"/>
            <a:lstStyle/>
            <a:p>
              <a:endParaRPr lang="de-DE" sz="100"/>
            </a:p>
          </p:txBody>
        </p:sp>
        <p:sp>
          <p:nvSpPr>
            <p:cNvPr id="17" name="o">
              <a:extLst>
                <a:ext uri="{FF2B5EF4-FFF2-40B4-BE49-F238E27FC236}">
                  <a16:creationId xmlns:a16="http://schemas.microsoft.com/office/drawing/2014/main" id="{2DE550CE-DABF-494D-80C4-4E2E0CE22EE5}"/>
                </a:ext>
              </a:extLst>
            </p:cNvPr>
            <p:cNvSpPr/>
            <p:nvPr/>
          </p:nvSpPr>
          <p:spPr bwMode="black">
            <a:xfrm>
              <a:off x="2206937" y="3966587"/>
              <a:ext cx="1682019" cy="1275212"/>
            </a:xfrm>
            <a:custGeom>
              <a:avLst/>
              <a:gdLst>
                <a:gd name="connsiteX0" fmla="*/ 326041 w 1682019"/>
                <a:gd name="connsiteY0" fmla="*/ 234982 h 1275207"/>
                <a:gd name="connsiteX1" fmla="*/ 1374648 w 1682019"/>
                <a:gd name="connsiteY1" fmla="*/ 234982 h 1275207"/>
                <a:gd name="connsiteX2" fmla="*/ 1374648 w 1682019"/>
                <a:gd name="connsiteY2" fmla="*/ 1030891 h 1275207"/>
                <a:gd name="connsiteX3" fmla="*/ 326041 w 1682019"/>
                <a:gd name="connsiteY3" fmla="*/ 1030891 h 1275207"/>
                <a:gd name="connsiteX4" fmla="*/ 326041 w 1682019"/>
                <a:gd name="connsiteY4" fmla="*/ 234982 h 1275207"/>
                <a:gd name="connsiteX5" fmla="*/ 0 w 1682019"/>
                <a:gd name="connsiteY5" fmla="*/ 301371 h 1275207"/>
                <a:gd name="connsiteX6" fmla="*/ 0 w 1682019"/>
                <a:gd name="connsiteY6" fmla="*/ 973646 h 1275207"/>
                <a:gd name="connsiteX7" fmla="*/ 338233 w 1682019"/>
                <a:gd name="connsiteY7" fmla="*/ 1275207 h 1275207"/>
                <a:gd name="connsiteX8" fmla="*/ 1343787 w 1682019"/>
                <a:gd name="connsiteY8" fmla="*/ 1275207 h 1275207"/>
                <a:gd name="connsiteX9" fmla="*/ 1682020 w 1682019"/>
                <a:gd name="connsiteY9" fmla="*/ 973646 h 1275207"/>
                <a:gd name="connsiteX10" fmla="*/ 1682020 w 1682019"/>
                <a:gd name="connsiteY10" fmla="*/ 301371 h 1275207"/>
                <a:gd name="connsiteX11" fmla="*/ 1343787 w 1682019"/>
                <a:gd name="connsiteY11" fmla="*/ 0 h 1275207"/>
                <a:gd name="connsiteX12" fmla="*/ 338233 w 1682019"/>
                <a:gd name="connsiteY12" fmla="*/ 0 h 1275207"/>
                <a:gd name="connsiteX13" fmla="*/ 0 w 1682019"/>
                <a:gd name="connsiteY13" fmla="*/ 301371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2019" h="1275207">
                  <a:moveTo>
                    <a:pt x="326041" y="234982"/>
                  </a:moveTo>
                  <a:lnTo>
                    <a:pt x="1374648" y="234982"/>
                  </a:lnTo>
                  <a:lnTo>
                    <a:pt x="1374648" y="1030891"/>
                  </a:lnTo>
                  <a:lnTo>
                    <a:pt x="326041" y="1030891"/>
                  </a:lnTo>
                  <a:lnTo>
                    <a:pt x="326041" y="234982"/>
                  </a:lnTo>
                  <a:close/>
                  <a:moveTo>
                    <a:pt x="0" y="301371"/>
                  </a:moveTo>
                  <a:lnTo>
                    <a:pt x="0" y="973646"/>
                  </a:lnTo>
                  <a:cubicBezTo>
                    <a:pt x="0" y="1214819"/>
                    <a:pt x="79915" y="1275207"/>
                    <a:pt x="338233" y="1275207"/>
                  </a:cubicBezTo>
                  <a:lnTo>
                    <a:pt x="1343787" y="1275207"/>
                  </a:lnTo>
                  <a:cubicBezTo>
                    <a:pt x="1598962" y="1275207"/>
                    <a:pt x="1682020" y="1214819"/>
                    <a:pt x="1682020" y="973646"/>
                  </a:cubicBezTo>
                  <a:lnTo>
                    <a:pt x="1682020" y="301371"/>
                  </a:lnTo>
                  <a:cubicBezTo>
                    <a:pt x="1682020" y="57150"/>
                    <a:pt x="1598867" y="0"/>
                    <a:pt x="1343787" y="0"/>
                  </a:cubicBezTo>
                  <a:lnTo>
                    <a:pt x="338233" y="0"/>
                  </a:lnTo>
                  <a:cubicBezTo>
                    <a:pt x="83153" y="0"/>
                    <a:pt x="0" y="57150"/>
                    <a:pt x="0" y="301371"/>
                  </a:cubicBezTo>
                </a:path>
              </a:pathLst>
            </a:custGeom>
            <a:grpFill/>
            <a:ln w="9525" cap="flat">
              <a:noFill/>
              <a:prstDash val="solid"/>
              <a:miter/>
            </a:ln>
          </p:spPr>
          <p:txBody>
            <a:bodyPr lIns="0" tIns="0" rIns="0" bIns="0" rtlCol="0" anchor="ctr"/>
            <a:lstStyle/>
            <a:p>
              <a:endParaRPr lang="de-DE" sz="100"/>
            </a:p>
          </p:txBody>
        </p:sp>
        <p:sp>
          <p:nvSpPr>
            <p:cNvPr id="18" name="m">
              <a:extLst>
                <a:ext uri="{FF2B5EF4-FFF2-40B4-BE49-F238E27FC236}">
                  <a16:creationId xmlns:a16="http://schemas.microsoft.com/office/drawing/2014/main" id="{62CFDE34-C9A0-648A-0829-D1471CA8829A}"/>
                </a:ext>
              </a:extLst>
            </p:cNvPr>
            <p:cNvSpPr/>
            <p:nvPr/>
          </p:nvSpPr>
          <p:spPr bwMode="black">
            <a:xfrm>
              <a:off x="4290154" y="3966498"/>
              <a:ext cx="1815752" cy="1275212"/>
            </a:xfrm>
            <a:custGeom>
              <a:avLst/>
              <a:gdLst>
                <a:gd name="connsiteX0" fmla="*/ 1560576 w 1815750"/>
                <a:gd name="connsiteY0" fmla="*/ 0 h 1275207"/>
                <a:gd name="connsiteX1" fmla="*/ 927163 w 1815750"/>
                <a:gd name="connsiteY1" fmla="*/ 756571 h 1275207"/>
                <a:gd name="connsiteX2" fmla="*/ 290703 w 1815750"/>
                <a:gd name="connsiteY2" fmla="*/ 0 h 1275207"/>
                <a:gd name="connsiteX3" fmla="*/ 0 w 1815750"/>
                <a:gd name="connsiteY3" fmla="*/ 0 h 1275207"/>
                <a:gd name="connsiteX4" fmla="*/ 0 w 1815750"/>
                <a:gd name="connsiteY4" fmla="*/ 1275207 h 1275207"/>
                <a:gd name="connsiteX5" fmla="*/ 290703 w 1815750"/>
                <a:gd name="connsiteY5" fmla="*/ 1275207 h 1275207"/>
                <a:gd name="connsiteX6" fmla="*/ 290703 w 1815750"/>
                <a:gd name="connsiteY6" fmla="*/ 419100 h 1275207"/>
                <a:gd name="connsiteX7" fmla="*/ 877919 w 1815750"/>
                <a:gd name="connsiteY7" fmla="*/ 1121474 h 1275207"/>
                <a:gd name="connsiteX8" fmla="*/ 939356 w 1815750"/>
                <a:gd name="connsiteY8" fmla="*/ 1121474 h 1275207"/>
                <a:gd name="connsiteX9" fmla="*/ 1520571 w 1815750"/>
                <a:gd name="connsiteY9" fmla="*/ 397859 h 1275207"/>
                <a:gd name="connsiteX10" fmla="*/ 1520571 w 1815750"/>
                <a:gd name="connsiteY10" fmla="*/ 1275207 h 1275207"/>
                <a:gd name="connsiteX11" fmla="*/ 1815751 w 1815750"/>
                <a:gd name="connsiteY11" fmla="*/ 1275207 h 1275207"/>
                <a:gd name="connsiteX12" fmla="*/ 1815751 w 1815750"/>
                <a:gd name="connsiteY12"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5750" h="1275207">
                  <a:moveTo>
                    <a:pt x="1560576" y="0"/>
                  </a:moveTo>
                  <a:lnTo>
                    <a:pt x="927163" y="756571"/>
                  </a:lnTo>
                  <a:lnTo>
                    <a:pt x="290703" y="0"/>
                  </a:lnTo>
                  <a:lnTo>
                    <a:pt x="0" y="0"/>
                  </a:lnTo>
                  <a:lnTo>
                    <a:pt x="0" y="1275207"/>
                  </a:lnTo>
                  <a:lnTo>
                    <a:pt x="290703" y="1275207"/>
                  </a:lnTo>
                  <a:lnTo>
                    <a:pt x="290703" y="419100"/>
                  </a:lnTo>
                  <a:lnTo>
                    <a:pt x="877919" y="1121474"/>
                  </a:lnTo>
                  <a:lnTo>
                    <a:pt x="939356" y="1121474"/>
                  </a:lnTo>
                  <a:lnTo>
                    <a:pt x="1520571" y="397859"/>
                  </a:lnTo>
                  <a:lnTo>
                    <a:pt x="1520571" y="1275207"/>
                  </a:lnTo>
                  <a:lnTo>
                    <a:pt x="1815751" y="1275207"/>
                  </a:lnTo>
                  <a:lnTo>
                    <a:pt x="1815751" y="0"/>
                  </a:lnTo>
                  <a:close/>
                </a:path>
              </a:pathLst>
            </a:custGeom>
            <a:grpFill/>
            <a:ln w="9525" cap="flat">
              <a:noFill/>
              <a:prstDash val="solid"/>
              <a:miter/>
            </a:ln>
          </p:spPr>
          <p:txBody>
            <a:bodyPr lIns="0" tIns="0" rIns="0" bIns="0" rtlCol="0" anchor="ctr"/>
            <a:lstStyle/>
            <a:p>
              <a:endParaRPr lang="de-DE" sz="100"/>
            </a:p>
          </p:txBody>
        </p:sp>
        <p:sp>
          <p:nvSpPr>
            <p:cNvPr id="19" name="m">
              <a:extLst>
                <a:ext uri="{FF2B5EF4-FFF2-40B4-BE49-F238E27FC236}">
                  <a16:creationId xmlns:a16="http://schemas.microsoft.com/office/drawing/2014/main" id="{140522FE-C473-48FF-5CB7-3D8F26C3CEAD}"/>
                </a:ext>
              </a:extLst>
            </p:cNvPr>
            <p:cNvSpPr/>
            <p:nvPr/>
          </p:nvSpPr>
          <p:spPr bwMode="black">
            <a:xfrm>
              <a:off x="6535096" y="3966498"/>
              <a:ext cx="1815752" cy="1275212"/>
            </a:xfrm>
            <a:custGeom>
              <a:avLst/>
              <a:gdLst>
                <a:gd name="connsiteX0" fmla="*/ 1560672 w 1815750"/>
                <a:gd name="connsiteY0" fmla="*/ 0 h 1275207"/>
                <a:gd name="connsiteX1" fmla="*/ 927164 w 1815750"/>
                <a:gd name="connsiteY1" fmla="*/ 756571 h 1275207"/>
                <a:gd name="connsiteX2" fmla="*/ 290799 w 1815750"/>
                <a:gd name="connsiteY2" fmla="*/ 0 h 1275207"/>
                <a:gd name="connsiteX3" fmla="*/ 0 w 1815750"/>
                <a:gd name="connsiteY3" fmla="*/ 0 h 1275207"/>
                <a:gd name="connsiteX4" fmla="*/ 0 w 1815750"/>
                <a:gd name="connsiteY4" fmla="*/ 1275207 h 1275207"/>
                <a:gd name="connsiteX5" fmla="*/ 290799 w 1815750"/>
                <a:gd name="connsiteY5" fmla="*/ 1275207 h 1275207"/>
                <a:gd name="connsiteX6" fmla="*/ 290799 w 1815750"/>
                <a:gd name="connsiteY6" fmla="*/ 419100 h 1275207"/>
                <a:gd name="connsiteX7" fmla="*/ 878015 w 1815750"/>
                <a:gd name="connsiteY7" fmla="*/ 1121474 h 1275207"/>
                <a:gd name="connsiteX8" fmla="*/ 939546 w 1815750"/>
                <a:gd name="connsiteY8" fmla="*/ 1121474 h 1275207"/>
                <a:gd name="connsiteX9" fmla="*/ 1520571 w 1815750"/>
                <a:gd name="connsiteY9" fmla="*/ 397859 h 1275207"/>
                <a:gd name="connsiteX10" fmla="*/ 1520571 w 1815750"/>
                <a:gd name="connsiteY10" fmla="*/ 1275207 h 1275207"/>
                <a:gd name="connsiteX11" fmla="*/ 1815751 w 1815750"/>
                <a:gd name="connsiteY11" fmla="*/ 1275207 h 1275207"/>
                <a:gd name="connsiteX12" fmla="*/ 1815751 w 1815750"/>
                <a:gd name="connsiteY12"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5750" h="1275207">
                  <a:moveTo>
                    <a:pt x="1560672" y="0"/>
                  </a:moveTo>
                  <a:lnTo>
                    <a:pt x="927164" y="756571"/>
                  </a:lnTo>
                  <a:lnTo>
                    <a:pt x="290799" y="0"/>
                  </a:lnTo>
                  <a:lnTo>
                    <a:pt x="0" y="0"/>
                  </a:lnTo>
                  <a:lnTo>
                    <a:pt x="0" y="1275207"/>
                  </a:lnTo>
                  <a:lnTo>
                    <a:pt x="290799" y="1275207"/>
                  </a:lnTo>
                  <a:lnTo>
                    <a:pt x="290799" y="419100"/>
                  </a:lnTo>
                  <a:lnTo>
                    <a:pt x="878015" y="1121474"/>
                  </a:lnTo>
                  <a:lnTo>
                    <a:pt x="939546" y="1121474"/>
                  </a:lnTo>
                  <a:lnTo>
                    <a:pt x="1520571" y="397859"/>
                  </a:lnTo>
                  <a:lnTo>
                    <a:pt x="1520571" y="1275207"/>
                  </a:lnTo>
                  <a:lnTo>
                    <a:pt x="1815751" y="1275207"/>
                  </a:lnTo>
                  <a:lnTo>
                    <a:pt x="1815751" y="0"/>
                  </a:lnTo>
                  <a:close/>
                </a:path>
              </a:pathLst>
            </a:custGeom>
            <a:grpFill/>
            <a:ln w="9525" cap="flat">
              <a:noFill/>
              <a:prstDash val="solid"/>
              <a:miter/>
            </a:ln>
          </p:spPr>
          <p:txBody>
            <a:bodyPr lIns="0" tIns="0" rIns="0" bIns="0" rtlCol="0" anchor="ctr"/>
            <a:lstStyle/>
            <a:p>
              <a:endParaRPr lang="de-DE" sz="100"/>
            </a:p>
          </p:txBody>
        </p:sp>
        <p:sp>
          <p:nvSpPr>
            <p:cNvPr id="20" name="e">
              <a:extLst>
                <a:ext uri="{FF2B5EF4-FFF2-40B4-BE49-F238E27FC236}">
                  <a16:creationId xmlns:a16="http://schemas.microsoft.com/office/drawing/2014/main" id="{738E976D-0E60-A6A1-8A05-9AB1F85E287C}"/>
                </a:ext>
              </a:extLst>
            </p:cNvPr>
            <p:cNvSpPr/>
            <p:nvPr/>
          </p:nvSpPr>
          <p:spPr bwMode="black">
            <a:xfrm>
              <a:off x="8765757" y="3966498"/>
              <a:ext cx="1411313" cy="1275212"/>
            </a:xfrm>
            <a:custGeom>
              <a:avLst/>
              <a:gdLst>
                <a:gd name="connsiteX0" fmla="*/ 0 w 1411319"/>
                <a:gd name="connsiteY0" fmla="*/ 0 h 1275207"/>
                <a:gd name="connsiteX1" fmla="*/ 0 w 1411319"/>
                <a:gd name="connsiteY1" fmla="*/ 1275207 h 1275207"/>
                <a:gd name="connsiteX2" fmla="*/ 1411319 w 1411319"/>
                <a:gd name="connsiteY2" fmla="*/ 1275207 h 1275207"/>
                <a:gd name="connsiteX3" fmla="*/ 1411319 w 1411319"/>
                <a:gd name="connsiteY3" fmla="*/ 1036987 h 1275207"/>
                <a:gd name="connsiteX4" fmla="*/ 319850 w 1411319"/>
                <a:gd name="connsiteY4" fmla="*/ 1036987 h 1275207"/>
                <a:gd name="connsiteX5" fmla="*/ 319850 w 1411319"/>
                <a:gd name="connsiteY5" fmla="*/ 723424 h 1275207"/>
                <a:gd name="connsiteX6" fmla="*/ 947166 w 1411319"/>
                <a:gd name="connsiteY6" fmla="*/ 723424 h 1275207"/>
                <a:gd name="connsiteX7" fmla="*/ 947166 w 1411319"/>
                <a:gd name="connsiteY7" fmla="*/ 503396 h 1275207"/>
                <a:gd name="connsiteX8" fmla="*/ 319850 w 1411319"/>
                <a:gd name="connsiteY8" fmla="*/ 503396 h 1275207"/>
                <a:gd name="connsiteX9" fmla="*/ 319850 w 1411319"/>
                <a:gd name="connsiteY9" fmla="*/ 226219 h 1275207"/>
                <a:gd name="connsiteX10" fmla="*/ 1395984 w 1411319"/>
                <a:gd name="connsiteY10" fmla="*/ 226219 h 1275207"/>
                <a:gd name="connsiteX11" fmla="*/ 1395984 w 1411319"/>
                <a:gd name="connsiteY11"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1319" h="1275207">
                  <a:moveTo>
                    <a:pt x="0" y="0"/>
                  </a:moveTo>
                  <a:lnTo>
                    <a:pt x="0" y="1275207"/>
                  </a:lnTo>
                  <a:lnTo>
                    <a:pt x="1411319" y="1275207"/>
                  </a:lnTo>
                  <a:lnTo>
                    <a:pt x="1411319" y="1036987"/>
                  </a:lnTo>
                  <a:lnTo>
                    <a:pt x="319850" y="1036987"/>
                  </a:lnTo>
                  <a:lnTo>
                    <a:pt x="319850" y="723424"/>
                  </a:lnTo>
                  <a:lnTo>
                    <a:pt x="947166" y="723424"/>
                  </a:lnTo>
                  <a:lnTo>
                    <a:pt x="947166" y="503396"/>
                  </a:lnTo>
                  <a:lnTo>
                    <a:pt x="319850" y="503396"/>
                  </a:lnTo>
                  <a:lnTo>
                    <a:pt x="319850" y="226219"/>
                  </a:lnTo>
                  <a:lnTo>
                    <a:pt x="1395984" y="226219"/>
                  </a:lnTo>
                  <a:lnTo>
                    <a:pt x="1395984" y="0"/>
                  </a:lnTo>
                  <a:close/>
                </a:path>
              </a:pathLst>
            </a:custGeom>
            <a:grpFill/>
            <a:ln w="9525" cap="flat">
              <a:noFill/>
              <a:prstDash val="solid"/>
              <a:miter/>
            </a:ln>
          </p:spPr>
          <p:txBody>
            <a:bodyPr lIns="0" tIns="0" rIns="0" bIns="0" rtlCol="0" anchor="ctr"/>
            <a:lstStyle/>
            <a:p>
              <a:endParaRPr lang="de-DE" sz="100"/>
            </a:p>
          </p:txBody>
        </p:sp>
        <p:sp>
          <p:nvSpPr>
            <p:cNvPr id="21" name="r">
              <a:extLst>
                <a:ext uri="{FF2B5EF4-FFF2-40B4-BE49-F238E27FC236}">
                  <a16:creationId xmlns:a16="http://schemas.microsoft.com/office/drawing/2014/main" id="{5A74A8A8-4092-74EF-E0A7-D9AF26052596}"/>
                </a:ext>
              </a:extLst>
            </p:cNvPr>
            <p:cNvSpPr/>
            <p:nvPr/>
          </p:nvSpPr>
          <p:spPr bwMode="black">
            <a:xfrm>
              <a:off x="10504356" y="3966498"/>
              <a:ext cx="1579811" cy="1275212"/>
            </a:xfrm>
            <a:custGeom>
              <a:avLst/>
              <a:gdLst>
                <a:gd name="connsiteX0" fmla="*/ 1015937 w 1579817"/>
                <a:gd name="connsiteY0" fmla="*/ 220028 h 1275207"/>
                <a:gd name="connsiteX1" fmla="*/ 1157669 w 1579817"/>
                <a:gd name="connsiteY1" fmla="*/ 322517 h 1275207"/>
                <a:gd name="connsiteX2" fmla="*/ 1157669 w 1579817"/>
                <a:gd name="connsiteY2" fmla="*/ 470249 h 1275207"/>
                <a:gd name="connsiteX3" fmla="*/ 1015937 w 1579817"/>
                <a:gd name="connsiteY3" fmla="*/ 572738 h 1275207"/>
                <a:gd name="connsiteX4" fmla="*/ 307467 w 1579817"/>
                <a:gd name="connsiteY4" fmla="*/ 572738 h 1275207"/>
                <a:gd name="connsiteX5" fmla="*/ 307467 w 1579817"/>
                <a:gd name="connsiteY5" fmla="*/ 220028 h 1275207"/>
                <a:gd name="connsiteX6" fmla="*/ 1015937 w 1579817"/>
                <a:gd name="connsiteY6" fmla="*/ 220028 h 1275207"/>
                <a:gd name="connsiteX7" fmla="*/ 0 w 1579817"/>
                <a:gd name="connsiteY7" fmla="*/ 1275207 h 1275207"/>
                <a:gd name="connsiteX8" fmla="*/ 307563 w 1579817"/>
                <a:gd name="connsiteY8" fmla="*/ 1275207 h 1275207"/>
                <a:gd name="connsiteX9" fmla="*/ 307563 w 1579817"/>
                <a:gd name="connsiteY9" fmla="*/ 792766 h 1275207"/>
                <a:gd name="connsiteX10" fmla="*/ 599981 w 1579817"/>
                <a:gd name="connsiteY10" fmla="*/ 792766 h 1275207"/>
                <a:gd name="connsiteX11" fmla="*/ 1133570 w 1579817"/>
                <a:gd name="connsiteY11" fmla="*/ 1275207 h 1275207"/>
                <a:gd name="connsiteX12" fmla="*/ 1579818 w 1579817"/>
                <a:gd name="connsiteY12" fmla="*/ 1275207 h 1275207"/>
                <a:gd name="connsiteX13" fmla="*/ 973931 w 1579817"/>
                <a:gd name="connsiteY13" fmla="*/ 792766 h 1275207"/>
                <a:gd name="connsiteX14" fmla="*/ 1148811 w 1579817"/>
                <a:gd name="connsiteY14" fmla="*/ 792766 h 1275207"/>
                <a:gd name="connsiteX15" fmla="*/ 1447229 w 1579817"/>
                <a:gd name="connsiteY15" fmla="*/ 548545 h 1275207"/>
                <a:gd name="connsiteX16" fmla="*/ 1447229 w 1579817"/>
                <a:gd name="connsiteY16" fmla="*/ 247174 h 1275207"/>
                <a:gd name="connsiteX17" fmla="*/ 1148811 w 1579817"/>
                <a:gd name="connsiteY17" fmla="*/ 0 h 1275207"/>
                <a:gd name="connsiteX18" fmla="*/ 191 w 1579817"/>
                <a:gd name="connsiteY18" fmla="*/ 0 h 1275207"/>
                <a:gd name="connsiteX19" fmla="*/ 191 w 1579817"/>
                <a:gd name="connsiteY19" fmla="*/ 1275207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79817" h="1275207">
                  <a:moveTo>
                    <a:pt x="1015937" y="220028"/>
                  </a:moveTo>
                  <a:cubicBezTo>
                    <a:pt x="1109282" y="220028"/>
                    <a:pt x="1157669" y="238220"/>
                    <a:pt x="1157669" y="322517"/>
                  </a:cubicBezTo>
                  <a:lnTo>
                    <a:pt x="1157669" y="470249"/>
                  </a:lnTo>
                  <a:cubicBezTo>
                    <a:pt x="1157669" y="554736"/>
                    <a:pt x="1109282" y="572738"/>
                    <a:pt x="1015937" y="572738"/>
                  </a:cubicBezTo>
                  <a:lnTo>
                    <a:pt x="307467" y="572738"/>
                  </a:lnTo>
                  <a:lnTo>
                    <a:pt x="307467" y="220028"/>
                  </a:lnTo>
                  <a:lnTo>
                    <a:pt x="1015937" y="220028"/>
                  </a:lnTo>
                  <a:close/>
                  <a:moveTo>
                    <a:pt x="0" y="1275207"/>
                  </a:moveTo>
                  <a:lnTo>
                    <a:pt x="307563" y="1275207"/>
                  </a:lnTo>
                  <a:lnTo>
                    <a:pt x="307563" y="792766"/>
                  </a:lnTo>
                  <a:lnTo>
                    <a:pt x="599981" y="792766"/>
                  </a:lnTo>
                  <a:lnTo>
                    <a:pt x="1133570" y="1275207"/>
                  </a:lnTo>
                  <a:lnTo>
                    <a:pt x="1579818" y="1275207"/>
                  </a:lnTo>
                  <a:lnTo>
                    <a:pt x="973931" y="792766"/>
                  </a:lnTo>
                  <a:lnTo>
                    <a:pt x="1148811" y="792766"/>
                  </a:lnTo>
                  <a:cubicBezTo>
                    <a:pt x="1353693" y="792766"/>
                    <a:pt x="1447229" y="723424"/>
                    <a:pt x="1447229" y="548545"/>
                  </a:cubicBezTo>
                  <a:lnTo>
                    <a:pt x="1447229" y="247174"/>
                  </a:lnTo>
                  <a:cubicBezTo>
                    <a:pt x="1447229" y="69342"/>
                    <a:pt x="1353693" y="0"/>
                    <a:pt x="1148811" y="0"/>
                  </a:cubicBezTo>
                  <a:lnTo>
                    <a:pt x="191" y="0"/>
                  </a:lnTo>
                  <a:lnTo>
                    <a:pt x="191" y="1275207"/>
                  </a:lnTo>
                  <a:close/>
                </a:path>
              </a:pathLst>
            </a:custGeom>
            <a:grpFill/>
            <a:ln w="9525" cap="flat">
              <a:noFill/>
              <a:prstDash val="solid"/>
              <a:miter/>
            </a:ln>
          </p:spPr>
          <p:txBody>
            <a:bodyPr lIns="0" tIns="0" rIns="0" bIns="0" rtlCol="0" anchor="ctr"/>
            <a:lstStyle/>
            <a:p>
              <a:endParaRPr lang="de-DE" sz="100"/>
            </a:p>
          </p:txBody>
        </p:sp>
      </p:grpSp>
    </p:spTree>
    <p:extLst>
      <p:ext uri="{BB962C8B-B14F-4D97-AF65-F5344CB8AC3E}">
        <p14:creationId xmlns:p14="http://schemas.microsoft.com/office/powerpoint/2010/main" val="7767805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644">
          <p15:clr>
            <a:srgbClr val="FBAE40"/>
          </p15:clr>
        </p15:guide>
        <p15:guide id="2" pos="4979">
          <p15:clr>
            <a:srgbClr val="FBAE40"/>
          </p15:clr>
        </p15:guide>
        <p15:guide id="3" pos="5067">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FFCB50B-5503-4467-8A0F-9FBB8B48B97D}"/>
              </a:ext>
            </a:extLst>
          </p:cNvPr>
          <p:cNvSpPr>
            <a:spLocks noGrp="1"/>
          </p:cNvSpPr>
          <p:nvPr>
            <p:ph type="title"/>
          </p:nvPr>
        </p:nvSpPr>
        <p:spPr bwMode="gray"/>
        <p:txBody>
          <a:bodyPr lIns="0" tIns="0" rIns="0" bIns="0"/>
          <a:lstStyle/>
          <a:p>
            <a:r>
              <a:rPr lang="de-DE"/>
              <a:t>Mastertitelformat bearbeiten</a:t>
            </a:r>
            <a:endParaRPr lang="en-US"/>
          </a:p>
        </p:txBody>
      </p:sp>
      <p:sp>
        <p:nvSpPr>
          <p:cNvPr id="4" name="MIO_CONVERT_SLIDES_SUBTITLE">
            <a:extLst>
              <a:ext uri="{FF2B5EF4-FFF2-40B4-BE49-F238E27FC236}">
                <a16:creationId xmlns:a16="http://schemas.microsoft.com/office/drawing/2014/main" id="{7086919D-8D03-4875-B9F0-05F0C8564079}"/>
              </a:ext>
              <a:ext uri="{C183D7F6-B498-43B3-948B-1728B52AA6E4}">
                <adec:decorative xmlns:adec="http://schemas.microsoft.com/office/drawing/2017/decorative" val="0"/>
              </a:ext>
            </a:extLst>
          </p:cNvPr>
          <p:cNvSpPr>
            <a:spLocks noGrp="1"/>
          </p:cNvSpPr>
          <p:nvPr>
            <p:ph type="body" sz="quarter" idx="14" hasCustomPrompt="1"/>
          </p:nvPr>
        </p:nvSpPr>
        <p:spPr bwMode="gray">
          <a:xfrm>
            <a:off x="525600" y="1022400"/>
            <a:ext cx="11138400" cy="504000"/>
          </a:xfrm>
        </p:spPr>
        <p:txBody>
          <a:bodyPr/>
          <a:lstStyle>
            <a:lvl1pPr>
              <a:lnSpc>
                <a:spcPct val="85000"/>
              </a:lnSpc>
              <a:spcBef>
                <a:spcPts val="0"/>
              </a:spcBef>
              <a:spcAft>
                <a:spcPts val="0"/>
              </a:spcAft>
              <a:defRPr sz="2000"/>
            </a:lvl1pPr>
          </a:lstStyle>
          <a:p>
            <a:pPr lvl="0"/>
            <a:r>
              <a:rPr lang="de-DE" err="1"/>
              <a:t>Subtitle</a:t>
            </a:r>
            <a:endParaRPr lang="en-US"/>
          </a:p>
        </p:txBody>
      </p:sp>
      <p:sp>
        <p:nvSpPr>
          <p:cNvPr id="6" name="slide number">
            <a:extLst>
              <a:ext uri="{FF2B5EF4-FFF2-40B4-BE49-F238E27FC236}">
                <a16:creationId xmlns:a16="http://schemas.microsoft.com/office/drawing/2014/main" id="{90B54C2D-8235-4852-8EB7-5E05529B2499}"/>
              </a:ext>
            </a:extLst>
          </p:cNvPr>
          <p:cNvSpPr>
            <a:spLocks noGrp="1"/>
          </p:cNvSpPr>
          <p:nvPr>
            <p:ph type="sldNum" sz="quarter" idx="12"/>
          </p:nvPr>
        </p:nvSpPr>
        <p:spPr bwMode="black"/>
        <p:txBody>
          <a:bodyPr lIns="0" tIns="0" rIns="0" bIns="0"/>
          <a:lstStyle/>
          <a:p>
            <a:fld id="{9829449A-3FF3-45CE-9F4F-09BADC0910C6}" type="slidenum">
              <a:rPr lang="de-DE" noProof="0"/>
              <a:t>‹Nr.›</a:t>
            </a:fld>
            <a:endParaRPr lang="de-DE" noProof="0"/>
          </a:p>
        </p:txBody>
      </p:sp>
      <p:sp>
        <p:nvSpPr>
          <p:cNvPr id="5" name="footer">
            <a:extLst>
              <a:ext uri="{FF2B5EF4-FFF2-40B4-BE49-F238E27FC236}">
                <a16:creationId xmlns:a16="http://schemas.microsoft.com/office/drawing/2014/main" id="{A4534FC4-D037-44B0-B266-D9E820FC1DF2}"/>
              </a:ext>
            </a:extLst>
          </p:cNvPr>
          <p:cNvSpPr>
            <a:spLocks noGrp="1"/>
          </p:cNvSpPr>
          <p:nvPr>
            <p:ph type="ftr" sz="quarter" idx="11"/>
          </p:nvPr>
        </p:nvSpPr>
        <p:spPr bwMode="black"/>
        <p:txBody>
          <a:bodyPr lIns="0" tIns="0" rIns="0" bIns="0"/>
          <a:lstStyle/>
          <a:p>
            <a:r>
              <a:rPr lang="de-DE" noProof="0"/>
              <a:t>SNB - TGA - 28.08.2026</a:t>
            </a:r>
          </a:p>
        </p:txBody>
      </p:sp>
      <p:sp>
        <p:nvSpPr>
          <p:cNvPr id="3" name="MIO_Placeholder_Mapping" hidden="1">
            <a:extLst>
              <a:ext uri="{FF2B5EF4-FFF2-40B4-BE49-F238E27FC236}">
                <a16:creationId xmlns:a16="http://schemas.microsoft.com/office/drawing/2014/main" id="{CEBB97F9-0D84-0949-F497-4715CCEA1DFA}"/>
              </a:ext>
            </a:extLst>
          </p:cNvPr>
          <p:cNvSpPr/>
          <p:nvPr userDrawn="1">
            <p:custDataLst>
              <p:tags r:id="rId1"/>
            </p:custDataLst>
          </p:nvPr>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1198532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64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ARK Only Title">
    <p:bg>
      <p:bgRef idx="1001">
        <a:schemeClr val="bg1"/>
      </p:bgRef>
    </p:bg>
    <p:spTree>
      <p:nvGrpSpPr>
        <p:cNvPr id="1" name=""/>
        <p:cNvGrpSpPr/>
        <p:nvPr/>
      </p:nvGrpSpPr>
      <p:grpSpPr>
        <a:xfrm>
          <a:off x="0" y="0"/>
          <a:ext cx="0" cy="0"/>
          <a:chOff x="0" y="0"/>
          <a:chExt cx="0" cy="0"/>
        </a:xfrm>
      </p:grpSpPr>
      <p:pic>
        <p:nvPicPr>
          <p:cNvPr id="3" name="background dreso">
            <a:extLst>
              <a:ext uri="{FF2B5EF4-FFF2-40B4-BE49-F238E27FC236}">
                <a16:creationId xmlns:a16="http://schemas.microsoft.com/office/drawing/2014/main" id="{1FB74923-7A55-EE93-7C3A-1D7C36A40565}"/>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white">
          <a:xfrm>
            <a:off x="0" y="0"/>
            <a:ext cx="12191999" cy="6858000"/>
          </a:xfrm>
          <a:prstGeom prst="rect">
            <a:avLst/>
          </a:prstGeom>
        </p:spPr>
      </p:pic>
      <p:sp>
        <p:nvSpPr>
          <p:cNvPr id="2" name="title">
            <a:extLst>
              <a:ext uri="{FF2B5EF4-FFF2-40B4-BE49-F238E27FC236}">
                <a16:creationId xmlns:a16="http://schemas.microsoft.com/office/drawing/2014/main" id="{8FFCB50B-5503-4467-8A0F-9FBB8B48B97D}"/>
              </a:ext>
            </a:extLst>
          </p:cNvPr>
          <p:cNvSpPr>
            <a:spLocks noGrp="1"/>
          </p:cNvSpPr>
          <p:nvPr>
            <p:ph type="title"/>
          </p:nvPr>
        </p:nvSpPr>
        <p:spPr bwMode="black"/>
        <p:txBody>
          <a:bodyPr lIns="0" tIns="0" rIns="0" bIns="0"/>
          <a:lstStyle>
            <a:lvl1pPr>
              <a:defRPr>
                <a:solidFill>
                  <a:schemeClr val="tx1"/>
                </a:solidFill>
              </a:defRPr>
            </a:lvl1pPr>
          </a:lstStyle>
          <a:p>
            <a:r>
              <a:rPr lang="de-DE"/>
              <a:t>Mastertitelformat bearbeiten</a:t>
            </a:r>
            <a:endParaRPr lang="en-US"/>
          </a:p>
        </p:txBody>
      </p:sp>
      <p:sp>
        <p:nvSpPr>
          <p:cNvPr id="4" name="MIO_CONVERT_SLIDES_SUBTITLE">
            <a:extLst>
              <a:ext uri="{FF2B5EF4-FFF2-40B4-BE49-F238E27FC236}">
                <a16:creationId xmlns:a16="http://schemas.microsoft.com/office/drawing/2014/main" id="{7086919D-8D03-4875-B9F0-05F0C8564079}"/>
              </a:ext>
            </a:extLst>
          </p:cNvPr>
          <p:cNvSpPr>
            <a:spLocks noGrp="1"/>
          </p:cNvSpPr>
          <p:nvPr>
            <p:ph type="body" sz="quarter" idx="14" hasCustomPrompt="1"/>
          </p:nvPr>
        </p:nvSpPr>
        <p:spPr bwMode="black">
          <a:xfrm>
            <a:off x="525600" y="1022400"/>
            <a:ext cx="11138400" cy="504000"/>
          </a:xfrm>
        </p:spPr>
        <p:txBody>
          <a:bodyPr/>
          <a:lstStyle>
            <a:lvl1pPr>
              <a:lnSpc>
                <a:spcPct val="85000"/>
              </a:lnSpc>
              <a:spcBef>
                <a:spcPts val="0"/>
              </a:spcBef>
              <a:spcAft>
                <a:spcPts val="0"/>
              </a:spcAft>
              <a:defRPr sz="2000">
                <a:solidFill>
                  <a:schemeClr val="tx1"/>
                </a:solidFill>
              </a:defRPr>
            </a:lvl1pPr>
          </a:lstStyle>
          <a:p>
            <a:pPr lvl="0"/>
            <a:r>
              <a:rPr lang="de-DE" err="1"/>
              <a:t>Subtitle</a:t>
            </a:r>
            <a:endParaRPr lang="en-US"/>
          </a:p>
        </p:txBody>
      </p:sp>
      <p:sp>
        <p:nvSpPr>
          <p:cNvPr id="6" name="slide number">
            <a:extLst>
              <a:ext uri="{FF2B5EF4-FFF2-40B4-BE49-F238E27FC236}">
                <a16:creationId xmlns:a16="http://schemas.microsoft.com/office/drawing/2014/main" id="{90B54C2D-8235-4852-8EB7-5E05529B2499}"/>
              </a:ext>
            </a:extLst>
          </p:cNvPr>
          <p:cNvSpPr>
            <a:spLocks noGrp="1"/>
          </p:cNvSpPr>
          <p:nvPr>
            <p:ph type="sldNum" sz="quarter" idx="12"/>
          </p:nvPr>
        </p:nvSpPr>
        <p:spPr bwMode="black"/>
        <p:txBody>
          <a:bodyPr lIns="0" tIns="0" rIns="0" bIns="0"/>
          <a:lstStyle>
            <a:lvl1pPr>
              <a:defRPr>
                <a:solidFill>
                  <a:schemeClr val="tx1"/>
                </a:solidFill>
              </a:defRPr>
            </a:lvl1pPr>
          </a:lstStyle>
          <a:p>
            <a:fld id="{9829449A-3FF3-45CE-9F4F-09BADC0910C6}" type="slidenum">
              <a:rPr lang="de-DE"/>
              <a:pPr/>
              <a:t>‹Nr.›</a:t>
            </a:fld>
            <a:endParaRPr lang="de-DE"/>
          </a:p>
        </p:txBody>
      </p:sp>
      <p:sp>
        <p:nvSpPr>
          <p:cNvPr id="5" name="footer">
            <a:extLst>
              <a:ext uri="{FF2B5EF4-FFF2-40B4-BE49-F238E27FC236}">
                <a16:creationId xmlns:a16="http://schemas.microsoft.com/office/drawing/2014/main" id="{A4534FC4-D037-44B0-B266-D9E820FC1DF2}"/>
              </a:ext>
            </a:extLst>
          </p:cNvPr>
          <p:cNvSpPr>
            <a:spLocks noGrp="1"/>
          </p:cNvSpPr>
          <p:nvPr>
            <p:ph type="ftr" sz="quarter" idx="11"/>
          </p:nvPr>
        </p:nvSpPr>
        <p:spPr bwMode="black"/>
        <p:txBody>
          <a:bodyPr lIns="0" tIns="0" rIns="0" bIns="0"/>
          <a:lstStyle>
            <a:lvl1pPr>
              <a:defRPr>
                <a:solidFill>
                  <a:schemeClr val="tx1"/>
                </a:solidFill>
              </a:defRPr>
            </a:lvl1pPr>
          </a:lstStyle>
          <a:p>
            <a:r>
              <a:rPr lang="de-DE"/>
              <a:t>SNB - TGA - 28.08.2026</a:t>
            </a:r>
          </a:p>
        </p:txBody>
      </p:sp>
      <p:grpSp>
        <p:nvGrpSpPr>
          <p:cNvPr id="7" name="logo drees&amp;sommer blue">
            <a:extLst>
              <a:ext uri="{FF2B5EF4-FFF2-40B4-BE49-F238E27FC236}">
                <a16:creationId xmlns:a16="http://schemas.microsoft.com/office/drawing/2014/main" id="{B3C5A1BC-533A-8BA3-ABEB-6F55513C426C}"/>
              </a:ext>
              <a:ext uri="{C183D7F6-B498-43B3-948B-1728B52AA6E4}">
                <adec:decorative xmlns:adec="http://schemas.microsoft.com/office/drawing/2017/decorative" val="1"/>
              </a:ext>
            </a:extLst>
          </p:cNvPr>
          <p:cNvGrpSpPr>
            <a:grpSpLocks noChangeAspect="1"/>
          </p:cNvGrpSpPr>
          <p:nvPr userDrawn="1"/>
        </p:nvGrpSpPr>
        <p:grpSpPr bwMode="black">
          <a:xfrm>
            <a:off x="10716797" y="6331911"/>
            <a:ext cx="948154" cy="286131"/>
            <a:chOff x="95247" y="1619247"/>
            <a:chExt cx="12004075" cy="3622552"/>
          </a:xfrm>
          <a:solidFill>
            <a:schemeClr val="tx1"/>
          </a:solidFill>
        </p:grpSpPr>
        <p:sp>
          <p:nvSpPr>
            <p:cNvPr id="8" name="d">
              <a:extLst>
                <a:ext uri="{FF2B5EF4-FFF2-40B4-BE49-F238E27FC236}">
                  <a16:creationId xmlns:a16="http://schemas.microsoft.com/office/drawing/2014/main" id="{5053CB62-1B09-8E2F-107D-D22D38CA3F39}"/>
                </a:ext>
              </a:extLst>
            </p:cNvPr>
            <p:cNvSpPr/>
            <p:nvPr/>
          </p:nvSpPr>
          <p:spPr bwMode="black">
            <a:xfrm>
              <a:off x="146585" y="1619247"/>
              <a:ext cx="1890145" cy="1555528"/>
            </a:xfrm>
            <a:custGeom>
              <a:avLst/>
              <a:gdLst>
                <a:gd name="connsiteX0" fmla="*/ 361760 w 1890141"/>
                <a:gd name="connsiteY0" fmla="*/ 1263206 h 1555527"/>
                <a:gd name="connsiteX1" fmla="*/ 361760 w 1890141"/>
                <a:gd name="connsiteY1" fmla="*/ 277368 h 1555527"/>
                <a:gd name="connsiteX2" fmla="*/ 1003840 w 1890141"/>
                <a:gd name="connsiteY2" fmla="*/ 277368 h 1555527"/>
                <a:gd name="connsiteX3" fmla="*/ 1516380 w 1890141"/>
                <a:gd name="connsiteY3" fmla="*/ 762762 h 1555527"/>
                <a:gd name="connsiteX4" fmla="*/ 828961 w 1890141"/>
                <a:gd name="connsiteY4" fmla="*/ 1263206 h 1555527"/>
                <a:gd name="connsiteX5" fmla="*/ 361760 w 1890141"/>
                <a:gd name="connsiteY5" fmla="*/ 1263206 h 1555527"/>
                <a:gd name="connsiteX6" fmla="*/ 0 w 1890141"/>
                <a:gd name="connsiteY6" fmla="*/ 1555528 h 1555527"/>
                <a:gd name="connsiteX7" fmla="*/ 907447 w 1890141"/>
                <a:gd name="connsiteY7" fmla="*/ 1555528 h 1555527"/>
                <a:gd name="connsiteX8" fmla="*/ 1546574 w 1890141"/>
                <a:gd name="connsiteY8" fmla="*/ 1435037 h 1555527"/>
                <a:gd name="connsiteX9" fmla="*/ 1890141 w 1890141"/>
                <a:gd name="connsiteY9" fmla="*/ 768763 h 1555527"/>
                <a:gd name="connsiteX10" fmla="*/ 1000792 w 1890141"/>
                <a:gd name="connsiteY10" fmla="*/ 0 h 1555527"/>
                <a:gd name="connsiteX11" fmla="*/ 0 w 1890141"/>
                <a:gd name="connsiteY11" fmla="*/ 0 h 1555527"/>
                <a:gd name="connsiteX12" fmla="*/ 0 w 1890141"/>
                <a:gd name="connsiteY12" fmla="*/ 1555528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0141" h="1555527">
                  <a:moveTo>
                    <a:pt x="361760" y="1263206"/>
                  </a:moveTo>
                  <a:lnTo>
                    <a:pt x="361760" y="277368"/>
                  </a:lnTo>
                  <a:lnTo>
                    <a:pt x="1003840" y="277368"/>
                  </a:lnTo>
                  <a:cubicBezTo>
                    <a:pt x="1344549" y="277368"/>
                    <a:pt x="1516380" y="446246"/>
                    <a:pt x="1516380" y="762762"/>
                  </a:cubicBezTo>
                  <a:cubicBezTo>
                    <a:pt x="1516380" y="1148620"/>
                    <a:pt x="1287209" y="1263206"/>
                    <a:pt x="828961" y="1263206"/>
                  </a:cubicBezTo>
                  <a:lnTo>
                    <a:pt x="361760" y="1263206"/>
                  </a:lnTo>
                  <a:close/>
                  <a:moveTo>
                    <a:pt x="0" y="1555528"/>
                  </a:moveTo>
                  <a:lnTo>
                    <a:pt x="907447" y="1555528"/>
                  </a:lnTo>
                  <a:cubicBezTo>
                    <a:pt x="1184624" y="1555528"/>
                    <a:pt x="1395698" y="1528382"/>
                    <a:pt x="1546574" y="1435037"/>
                  </a:cubicBezTo>
                  <a:cubicBezTo>
                    <a:pt x="1763649" y="1302353"/>
                    <a:pt x="1890141" y="1061180"/>
                    <a:pt x="1890141" y="768763"/>
                  </a:cubicBezTo>
                  <a:cubicBezTo>
                    <a:pt x="1890141" y="286417"/>
                    <a:pt x="1582769" y="0"/>
                    <a:pt x="1000792" y="0"/>
                  </a:cubicBezTo>
                  <a:lnTo>
                    <a:pt x="0" y="0"/>
                  </a:lnTo>
                  <a:lnTo>
                    <a:pt x="0" y="1555528"/>
                  </a:lnTo>
                  <a:close/>
                </a:path>
              </a:pathLst>
            </a:custGeom>
            <a:grpFill/>
            <a:ln w="9525" cap="flat">
              <a:noFill/>
              <a:prstDash val="solid"/>
              <a:miter/>
            </a:ln>
          </p:spPr>
          <p:txBody>
            <a:bodyPr lIns="0" tIns="0" rIns="0" bIns="0" rtlCol="0" anchor="ctr"/>
            <a:lstStyle/>
            <a:p>
              <a:endParaRPr lang="de-DE" sz="100"/>
            </a:p>
          </p:txBody>
        </p:sp>
        <p:sp>
          <p:nvSpPr>
            <p:cNvPr id="9" name="r">
              <a:extLst>
                <a:ext uri="{FF2B5EF4-FFF2-40B4-BE49-F238E27FC236}">
                  <a16:creationId xmlns:a16="http://schemas.microsoft.com/office/drawing/2014/main" id="{FCDB7F2D-5978-00C0-602F-0B292D7F3523}"/>
                </a:ext>
              </a:extLst>
            </p:cNvPr>
            <p:cNvSpPr/>
            <p:nvPr/>
          </p:nvSpPr>
          <p:spPr bwMode="black">
            <a:xfrm>
              <a:off x="2405150" y="1899664"/>
              <a:ext cx="1579811" cy="1275112"/>
            </a:xfrm>
            <a:custGeom>
              <a:avLst/>
              <a:gdLst>
                <a:gd name="connsiteX0" fmla="*/ 1015937 w 1579816"/>
                <a:gd name="connsiteY0" fmla="*/ 220028 h 1275111"/>
                <a:gd name="connsiteX1" fmla="*/ 1157668 w 1579816"/>
                <a:gd name="connsiteY1" fmla="*/ 322517 h 1275111"/>
                <a:gd name="connsiteX2" fmla="*/ 1157668 w 1579816"/>
                <a:gd name="connsiteY2" fmla="*/ 470249 h 1275111"/>
                <a:gd name="connsiteX3" fmla="*/ 1015937 w 1579816"/>
                <a:gd name="connsiteY3" fmla="*/ 572738 h 1275111"/>
                <a:gd name="connsiteX4" fmla="*/ 307467 w 1579816"/>
                <a:gd name="connsiteY4" fmla="*/ 572738 h 1275111"/>
                <a:gd name="connsiteX5" fmla="*/ 307467 w 1579816"/>
                <a:gd name="connsiteY5" fmla="*/ 220028 h 1275111"/>
                <a:gd name="connsiteX6" fmla="*/ 1015937 w 1579816"/>
                <a:gd name="connsiteY6" fmla="*/ 220028 h 1275111"/>
                <a:gd name="connsiteX7" fmla="*/ 0 w 1579816"/>
                <a:gd name="connsiteY7" fmla="*/ 1275112 h 1275111"/>
                <a:gd name="connsiteX8" fmla="*/ 307562 w 1579816"/>
                <a:gd name="connsiteY8" fmla="*/ 1275112 h 1275111"/>
                <a:gd name="connsiteX9" fmla="*/ 307562 w 1579816"/>
                <a:gd name="connsiteY9" fmla="*/ 792671 h 1275111"/>
                <a:gd name="connsiteX10" fmla="*/ 599980 w 1579816"/>
                <a:gd name="connsiteY10" fmla="*/ 792671 h 1275111"/>
                <a:gd name="connsiteX11" fmla="*/ 1133570 w 1579816"/>
                <a:gd name="connsiteY11" fmla="*/ 1275112 h 1275111"/>
                <a:gd name="connsiteX12" fmla="*/ 1579817 w 1579816"/>
                <a:gd name="connsiteY12" fmla="*/ 1275112 h 1275111"/>
                <a:gd name="connsiteX13" fmla="*/ 973741 w 1579816"/>
                <a:gd name="connsiteY13" fmla="*/ 792671 h 1275111"/>
                <a:gd name="connsiteX14" fmla="*/ 1148620 w 1579816"/>
                <a:gd name="connsiteY14" fmla="*/ 792671 h 1275111"/>
                <a:gd name="connsiteX15" fmla="*/ 1447133 w 1579816"/>
                <a:gd name="connsiteY15" fmla="*/ 548640 h 1275111"/>
                <a:gd name="connsiteX16" fmla="*/ 1447133 w 1579816"/>
                <a:gd name="connsiteY16" fmla="*/ 247174 h 1275111"/>
                <a:gd name="connsiteX17" fmla="*/ 1148620 w 1579816"/>
                <a:gd name="connsiteY17" fmla="*/ 0 h 1275111"/>
                <a:gd name="connsiteX18" fmla="*/ 0 w 1579816"/>
                <a:gd name="connsiteY18" fmla="*/ 0 h 1275111"/>
                <a:gd name="connsiteX19" fmla="*/ 0 w 1579816"/>
                <a:gd name="connsiteY19" fmla="*/ 1275112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79816" h="1275111">
                  <a:moveTo>
                    <a:pt x="1015937" y="220028"/>
                  </a:moveTo>
                  <a:cubicBezTo>
                    <a:pt x="1109282" y="220028"/>
                    <a:pt x="1157668" y="238220"/>
                    <a:pt x="1157668" y="322517"/>
                  </a:cubicBezTo>
                  <a:lnTo>
                    <a:pt x="1157668" y="470249"/>
                  </a:lnTo>
                  <a:cubicBezTo>
                    <a:pt x="1157668" y="554736"/>
                    <a:pt x="1109282" y="572738"/>
                    <a:pt x="1015937" y="572738"/>
                  </a:cubicBezTo>
                  <a:lnTo>
                    <a:pt x="307467" y="572738"/>
                  </a:lnTo>
                  <a:lnTo>
                    <a:pt x="307467" y="220028"/>
                  </a:lnTo>
                  <a:lnTo>
                    <a:pt x="1015937" y="220028"/>
                  </a:lnTo>
                  <a:close/>
                  <a:moveTo>
                    <a:pt x="0" y="1275112"/>
                  </a:moveTo>
                  <a:lnTo>
                    <a:pt x="307562" y="1275112"/>
                  </a:lnTo>
                  <a:lnTo>
                    <a:pt x="307562" y="792671"/>
                  </a:lnTo>
                  <a:lnTo>
                    <a:pt x="599980" y="792671"/>
                  </a:lnTo>
                  <a:lnTo>
                    <a:pt x="1133570" y="1275112"/>
                  </a:lnTo>
                  <a:lnTo>
                    <a:pt x="1579817" y="1275112"/>
                  </a:lnTo>
                  <a:lnTo>
                    <a:pt x="973741" y="792671"/>
                  </a:lnTo>
                  <a:lnTo>
                    <a:pt x="1148620" y="792671"/>
                  </a:lnTo>
                  <a:cubicBezTo>
                    <a:pt x="1353693" y="792671"/>
                    <a:pt x="1447133" y="723329"/>
                    <a:pt x="1447133" y="548640"/>
                  </a:cubicBezTo>
                  <a:lnTo>
                    <a:pt x="1447133" y="247174"/>
                  </a:lnTo>
                  <a:cubicBezTo>
                    <a:pt x="1447133" y="69342"/>
                    <a:pt x="1353598" y="0"/>
                    <a:pt x="1148620" y="0"/>
                  </a:cubicBezTo>
                  <a:lnTo>
                    <a:pt x="0" y="0"/>
                  </a:lnTo>
                  <a:lnTo>
                    <a:pt x="0" y="1275112"/>
                  </a:lnTo>
                  <a:close/>
                </a:path>
              </a:pathLst>
            </a:custGeom>
            <a:grpFill/>
            <a:ln w="9525" cap="flat">
              <a:noFill/>
              <a:prstDash val="solid"/>
              <a:miter/>
            </a:ln>
          </p:spPr>
          <p:txBody>
            <a:bodyPr lIns="0" tIns="0" rIns="0" bIns="0" rtlCol="0" anchor="ctr"/>
            <a:lstStyle/>
            <a:p>
              <a:endParaRPr lang="de-DE" sz="100"/>
            </a:p>
          </p:txBody>
        </p:sp>
        <p:sp>
          <p:nvSpPr>
            <p:cNvPr id="10" name="e">
              <a:extLst>
                <a:ext uri="{FF2B5EF4-FFF2-40B4-BE49-F238E27FC236}">
                  <a16:creationId xmlns:a16="http://schemas.microsoft.com/office/drawing/2014/main" id="{DEBF07A9-0402-FA28-15ED-CCBA4C6B3D10}"/>
                </a:ext>
              </a:extLst>
            </p:cNvPr>
            <p:cNvSpPr/>
            <p:nvPr/>
          </p:nvSpPr>
          <p:spPr bwMode="black">
            <a:xfrm>
              <a:off x="4279102" y="1899664"/>
              <a:ext cx="1383701" cy="1275112"/>
            </a:xfrm>
            <a:custGeom>
              <a:avLst/>
              <a:gdLst>
                <a:gd name="connsiteX0" fmla="*/ 0 w 1383696"/>
                <a:gd name="connsiteY0" fmla="*/ 1275112 h 1275111"/>
                <a:gd name="connsiteX1" fmla="*/ 1383697 w 1383696"/>
                <a:gd name="connsiteY1" fmla="*/ 1275112 h 1275111"/>
                <a:gd name="connsiteX2" fmla="*/ 1383697 w 1383696"/>
                <a:gd name="connsiteY2" fmla="*/ 1036987 h 1275111"/>
                <a:gd name="connsiteX3" fmla="*/ 313563 w 1383696"/>
                <a:gd name="connsiteY3" fmla="*/ 1036987 h 1275111"/>
                <a:gd name="connsiteX4" fmla="*/ 313563 w 1383696"/>
                <a:gd name="connsiteY4" fmla="*/ 723424 h 1275111"/>
                <a:gd name="connsiteX5" fmla="*/ 928497 w 1383696"/>
                <a:gd name="connsiteY5" fmla="*/ 723424 h 1275111"/>
                <a:gd name="connsiteX6" fmla="*/ 928497 w 1383696"/>
                <a:gd name="connsiteY6" fmla="*/ 503396 h 1275111"/>
                <a:gd name="connsiteX7" fmla="*/ 313563 w 1383696"/>
                <a:gd name="connsiteY7" fmla="*/ 503396 h 1275111"/>
                <a:gd name="connsiteX8" fmla="*/ 313563 w 1383696"/>
                <a:gd name="connsiteY8" fmla="*/ 226028 h 1275111"/>
                <a:gd name="connsiteX9" fmla="*/ 1368743 w 1383696"/>
                <a:gd name="connsiteY9" fmla="*/ 226028 h 1275111"/>
                <a:gd name="connsiteX10" fmla="*/ 1368743 w 1383696"/>
                <a:gd name="connsiteY10" fmla="*/ 0 h 1275111"/>
                <a:gd name="connsiteX11" fmla="*/ 0 w 1383696"/>
                <a:gd name="connsiteY11" fmla="*/ 0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3696" h="1275111">
                  <a:moveTo>
                    <a:pt x="0" y="1275112"/>
                  </a:moveTo>
                  <a:lnTo>
                    <a:pt x="1383697" y="1275112"/>
                  </a:lnTo>
                  <a:lnTo>
                    <a:pt x="1383697" y="1036987"/>
                  </a:lnTo>
                  <a:lnTo>
                    <a:pt x="313563" y="1036987"/>
                  </a:lnTo>
                  <a:lnTo>
                    <a:pt x="313563" y="723424"/>
                  </a:lnTo>
                  <a:lnTo>
                    <a:pt x="928497" y="723424"/>
                  </a:lnTo>
                  <a:lnTo>
                    <a:pt x="928497" y="503396"/>
                  </a:lnTo>
                  <a:lnTo>
                    <a:pt x="313563" y="503396"/>
                  </a:lnTo>
                  <a:lnTo>
                    <a:pt x="313563" y="226028"/>
                  </a:lnTo>
                  <a:lnTo>
                    <a:pt x="1368743" y="226028"/>
                  </a:lnTo>
                  <a:lnTo>
                    <a:pt x="1368743" y="0"/>
                  </a:lnTo>
                  <a:lnTo>
                    <a:pt x="0" y="0"/>
                  </a:lnTo>
                  <a:close/>
                </a:path>
              </a:pathLst>
            </a:custGeom>
            <a:grpFill/>
            <a:ln w="9525" cap="flat">
              <a:noFill/>
              <a:prstDash val="solid"/>
              <a:miter/>
            </a:ln>
          </p:spPr>
          <p:txBody>
            <a:bodyPr lIns="0" tIns="0" rIns="0" bIns="0" rtlCol="0" anchor="ctr"/>
            <a:lstStyle/>
            <a:p>
              <a:endParaRPr lang="de-DE" sz="100"/>
            </a:p>
          </p:txBody>
        </p:sp>
        <p:sp>
          <p:nvSpPr>
            <p:cNvPr id="11" name="e">
              <a:extLst>
                <a:ext uri="{FF2B5EF4-FFF2-40B4-BE49-F238E27FC236}">
                  <a16:creationId xmlns:a16="http://schemas.microsoft.com/office/drawing/2014/main" id="{B371A240-BB63-E95D-E952-835099487923}"/>
                </a:ext>
              </a:extLst>
            </p:cNvPr>
            <p:cNvSpPr/>
            <p:nvPr/>
          </p:nvSpPr>
          <p:spPr bwMode="black">
            <a:xfrm>
              <a:off x="6022562" y="1899664"/>
              <a:ext cx="1383701" cy="1275112"/>
            </a:xfrm>
            <a:custGeom>
              <a:avLst/>
              <a:gdLst>
                <a:gd name="connsiteX0" fmla="*/ 0 w 1383696"/>
                <a:gd name="connsiteY0" fmla="*/ 1275112 h 1275111"/>
                <a:gd name="connsiteX1" fmla="*/ 1383697 w 1383696"/>
                <a:gd name="connsiteY1" fmla="*/ 1275112 h 1275111"/>
                <a:gd name="connsiteX2" fmla="*/ 1383697 w 1383696"/>
                <a:gd name="connsiteY2" fmla="*/ 1036987 h 1275111"/>
                <a:gd name="connsiteX3" fmla="*/ 313563 w 1383696"/>
                <a:gd name="connsiteY3" fmla="*/ 1036987 h 1275111"/>
                <a:gd name="connsiteX4" fmla="*/ 313563 w 1383696"/>
                <a:gd name="connsiteY4" fmla="*/ 723424 h 1275111"/>
                <a:gd name="connsiteX5" fmla="*/ 928497 w 1383696"/>
                <a:gd name="connsiteY5" fmla="*/ 723424 h 1275111"/>
                <a:gd name="connsiteX6" fmla="*/ 928497 w 1383696"/>
                <a:gd name="connsiteY6" fmla="*/ 503396 h 1275111"/>
                <a:gd name="connsiteX7" fmla="*/ 313563 w 1383696"/>
                <a:gd name="connsiteY7" fmla="*/ 503396 h 1275111"/>
                <a:gd name="connsiteX8" fmla="*/ 313563 w 1383696"/>
                <a:gd name="connsiteY8" fmla="*/ 226028 h 1275111"/>
                <a:gd name="connsiteX9" fmla="*/ 1368743 w 1383696"/>
                <a:gd name="connsiteY9" fmla="*/ 226028 h 1275111"/>
                <a:gd name="connsiteX10" fmla="*/ 1368743 w 1383696"/>
                <a:gd name="connsiteY10" fmla="*/ 0 h 1275111"/>
                <a:gd name="connsiteX11" fmla="*/ 0 w 1383696"/>
                <a:gd name="connsiteY11" fmla="*/ 0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3696" h="1275111">
                  <a:moveTo>
                    <a:pt x="0" y="1275112"/>
                  </a:moveTo>
                  <a:lnTo>
                    <a:pt x="1383697" y="1275112"/>
                  </a:lnTo>
                  <a:lnTo>
                    <a:pt x="1383697" y="1036987"/>
                  </a:lnTo>
                  <a:lnTo>
                    <a:pt x="313563" y="1036987"/>
                  </a:lnTo>
                  <a:lnTo>
                    <a:pt x="313563" y="723424"/>
                  </a:lnTo>
                  <a:lnTo>
                    <a:pt x="928497" y="723424"/>
                  </a:lnTo>
                  <a:lnTo>
                    <a:pt x="928497" y="503396"/>
                  </a:lnTo>
                  <a:lnTo>
                    <a:pt x="313563" y="503396"/>
                  </a:lnTo>
                  <a:lnTo>
                    <a:pt x="313563" y="226028"/>
                  </a:lnTo>
                  <a:lnTo>
                    <a:pt x="1368743" y="226028"/>
                  </a:lnTo>
                  <a:lnTo>
                    <a:pt x="1368743" y="0"/>
                  </a:lnTo>
                  <a:lnTo>
                    <a:pt x="0" y="0"/>
                  </a:lnTo>
                  <a:close/>
                </a:path>
              </a:pathLst>
            </a:custGeom>
            <a:grpFill/>
            <a:ln w="9525" cap="flat">
              <a:noFill/>
              <a:prstDash val="solid"/>
              <a:miter/>
            </a:ln>
          </p:spPr>
          <p:txBody>
            <a:bodyPr lIns="0" tIns="0" rIns="0" bIns="0" rtlCol="0" anchor="ctr"/>
            <a:lstStyle/>
            <a:p>
              <a:endParaRPr lang="de-DE" sz="100"/>
            </a:p>
          </p:txBody>
        </p:sp>
        <p:sp>
          <p:nvSpPr>
            <p:cNvPr id="12" name="s">
              <a:extLst>
                <a:ext uri="{FF2B5EF4-FFF2-40B4-BE49-F238E27FC236}">
                  <a16:creationId xmlns:a16="http://schemas.microsoft.com/office/drawing/2014/main" id="{8E844A6F-DC49-B320-F3EE-D6641CAC8E26}"/>
                </a:ext>
              </a:extLst>
            </p:cNvPr>
            <p:cNvSpPr/>
            <p:nvPr/>
          </p:nvSpPr>
          <p:spPr bwMode="black">
            <a:xfrm>
              <a:off x="7714204" y="1899664"/>
              <a:ext cx="1495239" cy="1275213"/>
            </a:xfrm>
            <a:custGeom>
              <a:avLst/>
              <a:gdLst>
                <a:gd name="connsiteX0" fmla="*/ 1211770 w 1495234"/>
                <a:gd name="connsiteY0" fmla="*/ 229076 h 1275207"/>
                <a:gd name="connsiteX1" fmla="*/ 1211770 w 1495234"/>
                <a:gd name="connsiteY1" fmla="*/ 348234 h 1275207"/>
                <a:gd name="connsiteX2" fmla="*/ 1479995 w 1495234"/>
                <a:gd name="connsiteY2" fmla="*/ 291084 h 1275207"/>
                <a:gd name="connsiteX3" fmla="*/ 1479995 w 1495234"/>
                <a:gd name="connsiteY3" fmla="*/ 277368 h 1275207"/>
                <a:gd name="connsiteX4" fmla="*/ 1145477 w 1495234"/>
                <a:gd name="connsiteY4" fmla="*/ 0 h 1275207"/>
                <a:gd name="connsiteX5" fmla="*/ 388905 w 1495234"/>
                <a:gd name="connsiteY5" fmla="*/ 0 h 1275207"/>
                <a:gd name="connsiteX6" fmla="*/ 54197 w 1495234"/>
                <a:gd name="connsiteY6" fmla="*/ 301561 h 1275207"/>
                <a:gd name="connsiteX7" fmla="*/ 54197 w 1495234"/>
                <a:gd name="connsiteY7" fmla="*/ 443294 h 1275207"/>
                <a:gd name="connsiteX8" fmla="*/ 388905 w 1495234"/>
                <a:gd name="connsiteY8" fmla="*/ 744665 h 1275207"/>
                <a:gd name="connsiteX9" fmla="*/ 1214818 w 1495234"/>
                <a:gd name="connsiteY9" fmla="*/ 744665 h 1275207"/>
                <a:gd name="connsiteX10" fmla="*/ 1214818 w 1495234"/>
                <a:gd name="connsiteY10" fmla="*/ 1037177 h 1275207"/>
                <a:gd name="connsiteX11" fmla="*/ 277177 w 1495234"/>
                <a:gd name="connsiteY11" fmla="*/ 1037177 h 1275207"/>
                <a:gd name="connsiteX12" fmla="*/ 277177 w 1495234"/>
                <a:gd name="connsiteY12" fmla="*/ 902875 h 1275207"/>
                <a:gd name="connsiteX13" fmla="*/ 0 w 1495234"/>
                <a:gd name="connsiteY13" fmla="*/ 954214 h 1275207"/>
                <a:gd name="connsiteX14" fmla="*/ 0 w 1495234"/>
                <a:gd name="connsiteY14" fmla="*/ 973836 h 1275207"/>
                <a:gd name="connsiteX15" fmla="*/ 334518 w 1495234"/>
                <a:gd name="connsiteY15" fmla="*/ 1275207 h 1275207"/>
                <a:gd name="connsiteX16" fmla="*/ 1163669 w 1495234"/>
                <a:gd name="connsiteY16" fmla="*/ 1275207 h 1275207"/>
                <a:gd name="connsiteX17" fmla="*/ 1495234 w 1495234"/>
                <a:gd name="connsiteY17" fmla="*/ 973836 h 1275207"/>
                <a:gd name="connsiteX18" fmla="*/ 1495234 w 1495234"/>
                <a:gd name="connsiteY18" fmla="*/ 798957 h 1275207"/>
                <a:gd name="connsiteX19" fmla="*/ 1163669 w 1495234"/>
                <a:gd name="connsiteY19" fmla="*/ 497586 h 1275207"/>
                <a:gd name="connsiteX20" fmla="*/ 334518 w 1495234"/>
                <a:gd name="connsiteY20" fmla="*/ 497586 h 1275207"/>
                <a:gd name="connsiteX21" fmla="*/ 334518 w 1495234"/>
                <a:gd name="connsiteY21" fmla="*/ 229076 h 1275207"/>
                <a:gd name="connsiteX22" fmla="*/ 1211770 w 1495234"/>
                <a:gd name="connsiteY22" fmla="*/ 229076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95234" h="1275207">
                  <a:moveTo>
                    <a:pt x="1211770" y="229076"/>
                  </a:moveTo>
                  <a:lnTo>
                    <a:pt x="1211770" y="348234"/>
                  </a:lnTo>
                  <a:lnTo>
                    <a:pt x="1479995" y="291084"/>
                  </a:lnTo>
                  <a:lnTo>
                    <a:pt x="1479995" y="277368"/>
                  </a:lnTo>
                  <a:cubicBezTo>
                    <a:pt x="1479995" y="54388"/>
                    <a:pt x="1380649" y="0"/>
                    <a:pt x="1145477" y="0"/>
                  </a:cubicBezTo>
                  <a:lnTo>
                    <a:pt x="388905" y="0"/>
                  </a:lnTo>
                  <a:cubicBezTo>
                    <a:pt x="138684" y="0"/>
                    <a:pt x="54197" y="60388"/>
                    <a:pt x="54197" y="301561"/>
                  </a:cubicBezTo>
                  <a:lnTo>
                    <a:pt x="54197" y="443294"/>
                  </a:lnTo>
                  <a:cubicBezTo>
                    <a:pt x="54197" y="684467"/>
                    <a:pt x="138684" y="744665"/>
                    <a:pt x="388905" y="744665"/>
                  </a:cubicBezTo>
                  <a:lnTo>
                    <a:pt x="1214818" y="744665"/>
                  </a:lnTo>
                  <a:lnTo>
                    <a:pt x="1214818" y="1037177"/>
                  </a:lnTo>
                  <a:lnTo>
                    <a:pt x="277177" y="1037177"/>
                  </a:lnTo>
                  <a:lnTo>
                    <a:pt x="277177" y="902875"/>
                  </a:lnTo>
                  <a:lnTo>
                    <a:pt x="0" y="954214"/>
                  </a:lnTo>
                  <a:lnTo>
                    <a:pt x="0" y="973836"/>
                  </a:lnTo>
                  <a:cubicBezTo>
                    <a:pt x="0" y="1212056"/>
                    <a:pt x="81343" y="1275207"/>
                    <a:pt x="334518" y="1275207"/>
                  </a:cubicBezTo>
                  <a:lnTo>
                    <a:pt x="1163669" y="1275207"/>
                  </a:lnTo>
                  <a:cubicBezTo>
                    <a:pt x="1416844" y="1275207"/>
                    <a:pt x="1495234" y="1212056"/>
                    <a:pt x="1495234" y="973836"/>
                  </a:cubicBezTo>
                  <a:lnTo>
                    <a:pt x="1495234" y="798957"/>
                  </a:lnTo>
                  <a:cubicBezTo>
                    <a:pt x="1495234" y="557784"/>
                    <a:pt x="1416939" y="497586"/>
                    <a:pt x="1163669" y="497586"/>
                  </a:cubicBezTo>
                  <a:lnTo>
                    <a:pt x="334518" y="497586"/>
                  </a:lnTo>
                  <a:lnTo>
                    <a:pt x="334518" y="229076"/>
                  </a:lnTo>
                  <a:lnTo>
                    <a:pt x="1211770" y="229076"/>
                  </a:lnTo>
                  <a:close/>
                </a:path>
              </a:pathLst>
            </a:custGeom>
            <a:grpFill/>
            <a:ln w="9525" cap="flat">
              <a:noFill/>
              <a:prstDash val="solid"/>
              <a:miter/>
            </a:ln>
          </p:spPr>
          <p:txBody>
            <a:bodyPr lIns="0" tIns="0" rIns="0" bIns="0" rtlCol="0" anchor="ctr"/>
            <a:lstStyle/>
            <a:p>
              <a:endParaRPr lang="de-DE" sz="100"/>
            </a:p>
          </p:txBody>
        </p:sp>
        <p:sp>
          <p:nvSpPr>
            <p:cNvPr id="13" name="&amp;">
              <a:extLst>
                <a:ext uri="{FF2B5EF4-FFF2-40B4-BE49-F238E27FC236}">
                  <a16:creationId xmlns:a16="http://schemas.microsoft.com/office/drawing/2014/main" id="{5A707978-2B76-3029-6CC3-96352B9877B5}"/>
                </a:ext>
              </a:extLst>
            </p:cNvPr>
            <p:cNvSpPr/>
            <p:nvPr/>
          </p:nvSpPr>
          <p:spPr bwMode="black">
            <a:xfrm>
              <a:off x="9995063" y="1619247"/>
              <a:ext cx="2104259" cy="1555528"/>
            </a:xfrm>
            <a:custGeom>
              <a:avLst/>
              <a:gdLst>
                <a:gd name="connsiteX0" fmla="*/ 304514 w 2104263"/>
                <a:gd name="connsiteY0" fmla="*/ 1284161 h 1555527"/>
                <a:gd name="connsiteX1" fmla="*/ 304514 w 2104263"/>
                <a:gd name="connsiteY1" fmla="*/ 1018985 h 1555527"/>
                <a:gd name="connsiteX2" fmla="*/ 702373 w 2104263"/>
                <a:gd name="connsiteY2" fmla="*/ 771811 h 1555527"/>
                <a:gd name="connsiteX3" fmla="*/ 1169575 w 2104263"/>
                <a:gd name="connsiteY3" fmla="*/ 1160717 h 1555527"/>
                <a:gd name="connsiteX4" fmla="*/ 1024890 w 2104263"/>
                <a:gd name="connsiteY4" fmla="*/ 1284256 h 1555527"/>
                <a:gd name="connsiteX5" fmla="*/ 304514 w 2104263"/>
                <a:gd name="connsiteY5" fmla="*/ 1284256 h 1555527"/>
                <a:gd name="connsiteX6" fmla="*/ 388811 w 2104263"/>
                <a:gd name="connsiteY6" fmla="*/ 1555528 h 1555527"/>
                <a:gd name="connsiteX7" fmla="*/ 943547 w 2104263"/>
                <a:gd name="connsiteY7" fmla="*/ 1555528 h 1555527"/>
                <a:gd name="connsiteX8" fmla="*/ 1235964 w 2104263"/>
                <a:gd name="connsiteY8" fmla="*/ 1461992 h 1555527"/>
                <a:gd name="connsiteX9" fmla="*/ 1374649 w 2104263"/>
                <a:gd name="connsiteY9" fmla="*/ 1338453 h 1555527"/>
                <a:gd name="connsiteX10" fmla="*/ 1630870 w 2104263"/>
                <a:gd name="connsiteY10" fmla="*/ 1555528 h 1555527"/>
                <a:gd name="connsiteX11" fmla="*/ 2104264 w 2104263"/>
                <a:gd name="connsiteY11" fmla="*/ 1555528 h 1555527"/>
                <a:gd name="connsiteX12" fmla="*/ 1612869 w 2104263"/>
                <a:gd name="connsiteY12" fmla="*/ 1142429 h 1555527"/>
                <a:gd name="connsiteX13" fmla="*/ 1971580 w 2104263"/>
                <a:gd name="connsiteY13" fmla="*/ 844106 h 1555527"/>
                <a:gd name="connsiteX14" fmla="*/ 1766507 w 2104263"/>
                <a:gd name="connsiteY14" fmla="*/ 666274 h 1555527"/>
                <a:gd name="connsiteX15" fmla="*/ 1404747 w 2104263"/>
                <a:gd name="connsiteY15" fmla="*/ 967645 h 1555527"/>
                <a:gd name="connsiteX16" fmla="*/ 672180 w 2104263"/>
                <a:gd name="connsiteY16" fmla="*/ 358712 h 1555527"/>
                <a:gd name="connsiteX17" fmla="*/ 672180 w 2104263"/>
                <a:gd name="connsiteY17" fmla="*/ 247174 h 1555527"/>
                <a:gd name="connsiteX18" fmla="*/ 1181767 w 2104263"/>
                <a:gd name="connsiteY18" fmla="*/ 247174 h 1555527"/>
                <a:gd name="connsiteX19" fmla="*/ 1181767 w 2104263"/>
                <a:gd name="connsiteY19" fmla="*/ 455295 h 1555527"/>
                <a:gd name="connsiteX20" fmla="*/ 1461992 w 2104263"/>
                <a:gd name="connsiteY20" fmla="*/ 407099 h 1555527"/>
                <a:gd name="connsiteX21" fmla="*/ 1461992 w 2104263"/>
                <a:gd name="connsiteY21" fmla="*/ 313563 h 1555527"/>
                <a:gd name="connsiteX22" fmla="*/ 1076134 w 2104263"/>
                <a:gd name="connsiteY22" fmla="*/ 0 h 1555527"/>
                <a:gd name="connsiteX23" fmla="*/ 762763 w 2104263"/>
                <a:gd name="connsiteY23" fmla="*/ 0 h 1555527"/>
                <a:gd name="connsiteX24" fmla="*/ 376905 w 2104263"/>
                <a:gd name="connsiteY24" fmla="*/ 283369 h 1555527"/>
                <a:gd name="connsiteX25" fmla="*/ 376905 w 2104263"/>
                <a:gd name="connsiteY25" fmla="*/ 370713 h 1555527"/>
                <a:gd name="connsiteX26" fmla="*/ 509588 w 2104263"/>
                <a:gd name="connsiteY26" fmla="*/ 605885 h 1555527"/>
                <a:gd name="connsiteX27" fmla="*/ 192881 w 2104263"/>
                <a:gd name="connsiteY27" fmla="*/ 795909 h 1555527"/>
                <a:gd name="connsiteX28" fmla="*/ 0 w 2104263"/>
                <a:gd name="connsiteY28" fmla="*/ 1085279 h 1555527"/>
                <a:gd name="connsiteX29" fmla="*/ 0 w 2104263"/>
                <a:gd name="connsiteY29" fmla="*/ 1187768 h 1555527"/>
                <a:gd name="connsiteX30" fmla="*/ 388811 w 2104263"/>
                <a:gd name="connsiteY30" fmla="*/ 1555528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04263" h="1555527">
                  <a:moveTo>
                    <a:pt x="304514" y="1284161"/>
                  </a:moveTo>
                  <a:lnTo>
                    <a:pt x="304514" y="1018985"/>
                  </a:lnTo>
                  <a:lnTo>
                    <a:pt x="702373" y="771811"/>
                  </a:lnTo>
                  <a:lnTo>
                    <a:pt x="1169575" y="1160717"/>
                  </a:lnTo>
                  <a:lnTo>
                    <a:pt x="1024890" y="1284256"/>
                  </a:lnTo>
                  <a:lnTo>
                    <a:pt x="304514" y="1284256"/>
                  </a:lnTo>
                  <a:close/>
                  <a:moveTo>
                    <a:pt x="388811" y="1555528"/>
                  </a:moveTo>
                  <a:lnTo>
                    <a:pt x="943547" y="1555528"/>
                  </a:lnTo>
                  <a:cubicBezTo>
                    <a:pt x="1073087" y="1555528"/>
                    <a:pt x="1136428" y="1549527"/>
                    <a:pt x="1235964" y="1461992"/>
                  </a:cubicBezTo>
                  <a:lnTo>
                    <a:pt x="1374649" y="1338453"/>
                  </a:lnTo>
                  <a:lnTo>
                    <a:pt x="1630870" y="1555528"/>
                  </a:lnTo>
                  <a:lnTo>
                    <a:pt x="2104264" y="1555528"/>
                  </a:lnTo>
                  <a:lnTo>
                    <a:pt x="1612869" y="1142429"/>
                  </a:lnTo>
                  <a:lnTo>
                    <a:pt x="1971580" y="844106"/>
                  </a:lnTo>
                  <a:lnTo>
                    <a:pt x="1766507" y="666274"/>
                  </a:lnTo>
                  <a:lnTo>
                    <a:pt x="1404747" y="967645"/>
                  </a:lnTo>
                  <a:lnTo>
                    <a:pt x="672180" y="358712"/>
                  </a:lnTo>
                  <a:lnTo>
                    <a:pt x="672180" y="247174"/>
                  </a:lnTo>
                  <a:lnTo>
                    <a:pt x="1181767" y="247174"/>
                  </a:lnTo>
                  <a:lnTo>
                    <a:pt x="1181767" y="455295"/>
                  </a:lnTo>
                  <a:lnTo>
                    <a:pt x="1461992" y="407099"/>
                  </a:lnTo>
                  <a:lnTo>
                    <a:pt x="1461992" y="313563"/>
                  </a:lnTo>
                  <a:cubicBezTo>
                    <a:pt x="1461992" y="60389"/>
                    <a:pt x="1356456" y="0"/>
                    <a:pt x="1076134" y="0"/>
                  </a:cubicBezTo>
                  <a:lnTo>
                    <a:pt x="762763" y="0"/>
                  </a:lnTo>
                  <a:cubicBezTo>
                    <a:pt x="497395" y="0"/>
                    <a:pt x="376905" y="60389"/>
                    <a:pt x="376905" y="283369"/>
                  </a:cubicBezTo>
                  <a:lnTo>
                    <a:pt x="376905" y="370713"/>
                  </a:lnTo>
                  <a:cubicBezTo>
                    <a:pt x="376905" y="461200"/>
                    <a:pt x="419100" y="530543"/>
                    <a:pt x="509588" y="605885"/>
                  </a:cubicBezTo>
                  <a:lnTo>
                    <a:pt x="192881" y="795909"/>
                  </a:lnTo>
                  <a:cubicBezTo>
                    <a:pt x="57341" y="877253"/>
                    <a:pt x="0" y="925449"/>
                    <a:pt x="0" y="1085279"/>
                  </a:cubicBezTo>
                  <a:lnTo>
                    <a:pt x="0" y="1187768"/>
                  </a:lnTo>
                  <a:cubicBezTo>
                    <a:pt x="0" y="1480185"/>
                    <a:pt x="96488" y="1555528"/>
                    <a:pt x="388811" y="1555528"/>
                  </a:cubicBezTo>
                </a:path>
              </a:pathLst>
            </a:custGeom>
            <a:grpFill/>
            <a:ln w="9525" cap="flat">
              <a:noFill/>
              <a:prstDash val="solid"/>
              <a:miter/>
            </a:ln>
          </p:spPr>
          <p:txBody>
            <a:bodyPr lIns="0" tIns="0" rIns="0" bIns="0" rtlCol="0" anchor="ctr"/>
            <a:lstStyle/>
            <a:p>
              <a:endParaRPr lang="de-DE" sz="100"/>
            </a:p>
          </p:txBody>
        </p:sp>
        <p:sp>
          <p:nvSpPr>
            <p:cNvPr id="14" name="s">
              <a:extLst>
                <a:ext uri="{FF2B5EF4-FFF2-40B4-BE49-F238E27FC236}">
                  <a16:creationId xmlns:a16="http://schemas.microsoft.com/office/drawing/2014/main" id="{F6C092AE-908E-1988-3CE3-57FF3248F18E}"/>
                </a:ext>
              </a:extLst>
            </p:cNvPr>
            <p:cNvSpPr/>
            <p:nvPr/>
          </p:nvSpPr>
          <p:spPr bwMode="black">
            <a:xfrm>
              <a:off x="95247" y="3686081"/>
              <a:ext cx="1739650" cy="1555528"/>
            </a:xfrm>
            <a:custGeom>
              <a:avLst/>
              <a:gdLst>
                <a:gd name="connsiteX0" fmla="*/ 1398842 w 1739645"/>
                <a:gd name="connsiteY0" fmla="*/ 271367 h 1555527"/>
                <a:gd name="connsiteX1" fmla="*/ 1398842 w 1739645"/>
                <a:gd name="connsiteY1" fmla="*/ 439865 h 1555527"/>
                <a:gd name="connsiteX2" fmla="*/ 1718405 w 1739645"/>
                <a:gd name="connsiteY2" fmla="*/ 364522 h 1555527"/>
                <a:gd name="connsiteX3" fmla="*/ 1718405 w 1739645"/>
                <a:gd name="connsiteY3" fmla="*/ 340709 h 1555527"/>
                <a:gd name="connsiteX4" fmla="*/ 1332548 w 1739645"/>
                <a:gd name="connsiteY4" fmla="*/ 0 h 1555527"/>
                <a:gd name="connsiteX5" fmla="*/ 449199 w 1739645"/>
                <a:gd name="connsiteY5" fmla="*/ 0 h 1555527"/>
                <a:gd name="connsiteX6" fmla="*/ 63341 w 1739645"/>
                <a:gd name="connsiteY6" fmla="*/ 367855 h 1555527"/>
                <a:gd name="connsiteX7" fmla="*/ 63341 w 1739645"/>
                <a:gd name="connsiteY7" fmla="*/ 539496 h 1555527"/>
                <a:gd name="connsiteX8" fmla="*/ 449199 w 1739645"/>
                <a:gd name="connsiteY8" fmla="*/ 907351 h 1555527"/>
                <a:gd name="connsiteX9" fmla="*/ 1419987 w 1739645"/>
                <a:gd name="connsiteY9" fmla="*/ 907351 h 1555527"/>
                <a:gd name="connsiteX10" fmla="*/ 1419987 w 1739645"/>
                <a:gd name="connsiteY10" fmla="*/ 1263110 h 1555527"/>
                <a:gd name="connsiteX11" fmla="*/ 319754 w 1739645"/>
                <a:gd name="connsiteY11" fmla="*/ 1263110 h 1555527"/>
                <a:gd name="connsiteX12" fmla="*/ 319754 w 1739645"/>
                <a:gd name="connsiteY12" fmla="*/ 1095661 h 1555527"/>
                <a:gd name="connsiteX13" fmla="*/ 0 w 1739645"/>
                <a:gd name="connsiteY13" fmla="*/ 1162050 h 1555527"/>
                <a:gd name="connsiteX14" fmla="*/ 0 w 1739645"/>
                <a:gd name="connsiteY14" fmla="*/ 1187768 h 1555527"/>
                <a:gd name="connsiteX15" fmla="*/ 388906 w 1739645"/>
                <a:gd name="connsiteY15" fmla="*/ 1555528 h 1555527"/>
                <a:gd name="connsiteX16" fmla="*/ 1350740 w 1739645"/>
                <a:gd name="connsiteY16" fmla="*/ 1555528 h 1555527"/>
                <a:gd name="connsiteX17" fmla="*/ 1739646 w 1739645"/>
                <a:gd name="connsiteY17" fmla="*/ 1187768 h 1555527"/>
                <a:gd name="connsiteX18" fmla="*/ 1739646 w 1739645"/>
                <a:gd name="connsiteY18" fmla="*/ 973741 h 1555527"/>
                <a:gd name="connsiteX19" fmla="*/ 1350740 w 1739645"/>
                <a:gd name="connsiteY19" fmla="*/ 605885 h 1555527"/>
                <a:gd name="connsiteX20" fmla="*/ 379857 w 1739645"/>
                <a:gd name="connsiteY20" fmla="*/ 605885 h 1555527"/>
                <a:gd name="connsiteX21" fmla="*/ 379857 w 1739645"/>
                <a:gd name="connsiteY21" fmla="*/ 271367 h 1555527"/>
                <a:gd name="connsiteX22" fmla="*/ 1398842 w 1739645"/>
                <a:gd name="connsiteY22" fmla="*/ 271367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39645" h="1555527">
                  <a:moveTo>
                    <a:pt x="1398842" y="271367"/>
                  </a:moveTo>
                  <a:lnTo>
                    <a:pt x="1398842" y="439865"/>
                  </a:lnTo>
                  <a:lnTo>
                    <a:pt x="1718405" y="364522"/>
                  </a:lnTo>
                  <a:lnTo>
                    <a:pt x="1718405" y="340709"/>
                  </a:lnTo>
                  <a:cubicBezTo>
                    <a:pt x="1718405" y="72295"/>
                    <a:pt x="1609916" y="0"/>
                    <a:pt x="1332548" y="0"/>
                  </a:cubicBezTo>
                  <a:lnTo>
                    <a:pt x="449199" y="0"/>
                  </a:lnTo>
                  <a:cubicBezTo>
                    <a:pt x="156781" y="0"/>
                    <a:pt x="63341" y="75343"/>
                    <a:pt x="63341" y="367855"/>
                  </a:cubicBezTo>
                  <a:lnTo>
                    <a:pt x="63341" y="539496"/>
                  </a:lnTo>
                  <a:cubicBezTo>
                    <a:pt x="63341" y="832009"/>
                    <a:pt x="156877" y="907351"/>
                    <a:pt x="449199" y="907351"/>
                  </a:cubicBezTo>
                  <a:lnTo>
                    <a:pt x="1419987" y="907351"/>
                  </a:lnTo>
                  <a:lnTo>
                    <a:pt x="1419987" y="1263110"/>
                  </a:lnTo>
                  <a:lnTo>
                    <a:pt x="319754" y="1263110"/>
                  </a:lnTo>
                  <a:lnTo>
                    <a:pt x="319754" y="1095661"/>
                  </a:lnTo>
                  <a:lnTo>
                    <a:pt x="0" y="1162050"/>
                  </a:lnTo>
                  <a:lnTo>
                    <a:pt x="0" y="1187768"/>
                  </a:lnTo>
                  <a:cubicBezTo>
                    <a:pt x="0" y="1480185"/>
                    <a:pt x="96488" y="1555528"/>
                    <a:pt x="388906" y="1555528"/>
                  </a:cubicBezTo>
                  <a:lnTo>
                    <a:pt x="1350740" y="1555528"/>
                  </a:lnTo>
                  <a:cubicBezTo>
                    <a:pt x="1643158" y="1555528"/>
                    <a:pt x="1739646" y="1480185"/>
                    <a:pt x="1739646" y="1187768"/>
                  </a:cubicBezTo>
                  <a:lnTo>
                    <a:pt x="1739646" y="973741"/>
                  </a:lnTo>
                  <a:cubicBezTo>
                    <a:pt x="1739646" y="681228"/>
                    <a:pt x="1643158" y="605885"/>
                    <a:pt x="1350740" y="605885"/>
                  </a:cubicBezTo>
                  <a:lnTo>
                    <a:pt x="379857" y="605885"/>
                  </a:lnTo>
                  <a:lnTo>
                    <a:pt x="379857" y="271367"/>
                  </a:lnTo>
                  <a:lnTo>
                    <a:pt x="1398842" y="271367"/>
                  </a:lnTo>
                  <a:close/>
                </a:path>
              </a:pathLst>
            </a:custGeom>
            <a:grpFill/>
            <a:ln w="9525" cap="flat">
              <a:noFill/>
              <a:prstDash val="solid"/>
              <a:miter/>
            </a:ln>
          </p:spPr>
          <p:txBody>
            <a:bodyPr lIns="0" tIns="0" rIns="0" bIns="0" rtlCol="0" anchor="ctr"/>
            <a:lstStyle/>
            <a:p>
              <a:endParaRPr lang="de-DE" sz="100"/>
            </a:p>
          </p:txBody>
        </p:sp>
        <p:sp>
          <p:nvSpPr>
            <p:cNvPr id="15" name="o">
              <a:extLst>
                <a:ext uri="{FF2B5EF4-FFF2-40B4-BE49-F238E27FC236}">
                  <a16:creationId xmlns:a16="http://schemas.microsoft.com/office/drawing/2014/main" id="{2EA1E83C-19C8-E600-5762-C3D3D6E4FBB2}"/>
                </a:ext>
              </a:extLst>
            </p:cNvPr>
            <p:cNvSpPr/>
            <p:nvPr/>
          </p:nvSpPr>
          <p:spPr bwMode="black">
            <a:xfrm>
              <a:off x="2206937" y="3966587"/>
              <a:ext cx="1682019" cy="1275212"/>
            </a:xfrm>
            <a:custGeom>
              <a:avLst/>
              <a:gdLst>
                <a:gd name="connsiteX0" fmla="*/ 326041 w 1682019"/>
                <a:gd name="connsiteY0" fmla="*/ 234982 h 1275207"/>
                <a:gd name="connsiteX1" fmla="*/ 1374648 w 1682019"/>
                <a:gd name="connsiteY1" fmla="*/ 234982 h 1275207"/>
                <a:gd name="connsiteX2" fmla="*/ 1374648 w 1682019"/>
                <a:gd name="connsiteY2" fmla="*/ 1030891 h 1275207"/>
                <a:gd name="connsiteX3" fmla="*/ 326041 w 1682019"/>
                <a:gd name="connsiteY3" fmla="*/ 1030891 h 1275207"/>
                <a:gd name="connsiteX4" fmla="*/ 326041 w 1682019"/>
                <a:gd name="connsiteY4" fmla="*/ 234982 h 1275207"/>
                <a:gd name="connsiteX5" fmla="*/ 0 w 1682019"/>
                <a:gd name="connsiteY5" fmla="*/ 301371 h 1275207"/>
                <a:gd name="connsiteX6" fmla="*/ 0 w 1682019"/>
                <a:gd name="connsiteY6" fmla="*/ 973646 h 1275207"/>
                <a:gd name="connsiteX7" fmla="*/ 338233 w 1682019"/>
                <a:gd name="connsiteY7" fmla="*/ 1275207 h 1275207"/>
                <a:gd name="connsiteX8" fmla="*/ 1343787 w 1682019"/>
                <a:gd name="connsiteY8" fmla="*/ 1275207 h 1275207"/>
                <a:gd name="connsiteX9" fmla="*/ 1682020 w 1682019"/>
                <a:gd name="connsiteY9" fmla="*/ 973646 h 1275207"/>
                <a:gd name="connsiteX10" fmla="*/ 1682020 w 1682019"/>
                <a:gd name="connsiteY10" fmla="*/ 301371 h 1275207"/>
                <a:gd name="connsiteX11" fmla="*/ 1343787 w 1682019"/>
                <a:gd name="connsiteY11" fmla="*/ 0 h 1275207"/>
                <a:gd name="connsiteX12" fmla="*/ 338233 w 1682019"/>
                <a:gd name="connsiteY12" fmla="*/ 0 h 1275207"/>
                <a:gd name="connsiteX13" fmla="*/ 0 w 1682019"/>
                <a:gd name="connsiteY13" fmla="*/ 301371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2019" h="1275207">
                  <a:moveTo>
                    <a:pt x="326041" y="234982"/>
                  </a:moveTo>
                  <a:lnTo>
                    <a:pt x="1374648" y="234982"/>
                  </a:lnTo>
                  <a:lnTo>
                    <a:pt x="1374648" y="1030891"/>
                  </a:lnTo>
                  <a:lnTo>
                    <a:pt x="326041" y="1030891"/>
                  </a:lnTo>
                  <a:lnTo>
                    <a:pt x="326041" y="234982"/>
                  </a:lnTo>
                  <a:close/>
                  <a:moveTo>
                    <a:pt x="0" y="301371"/>
                  </a:moveTo>
                  <a:lnTo>
                    <a:pt x="0" y="973646"/>
                  </a:lnTo>
                  <a:cubicBezTo>
                    <a:pt x="0" y="1214819"/>
                    <a:pt x="79915" y="1275207"/>
                    <a:pt x="338233" y="1275207"/>
                  </a:cubicBezTo>
                  <a:lnTo>
                    <a:pt x="1343787" y="1275207"/>
                  </a:lnTo>
                  <a:cubicBezTo>
                    <a:pt x="1598962" y="1275207"/>
                    <a:pt x="1682020" y="1214819"/>
                    <a:pt x="1682020" y="973646"/>
                  </a:cubicBezTo>
                  <a:lnTo>
                    <a:pt x="1682020" y="301371"/>
                  </a:lnTo>
                  <a:cubicBezTo>
                    <a:pt x="1682020" y="57150"/>
                    <a:pt x="1598867" y="0"/>
                    <a:pt x="1343787" y="0"/>
                  </a:cubicBezTo>
                  <a:lnTo>
                    <a:pt x="338233" y="0"/>
                  </a:lnTo>
                  <a:cubicBezTo>
                    <a:pt x="83153" y="0"/>
                    <a:pt x="0" y="57150"/>
                    <a:pt x="0" y="301371"/>
                  </a:cubicBezTo>
                </a:path>
              </a:pathLst>
            </a:custGeom>
            <a:grpFill/>
            <a:ln w="9525" cap="flat">
              <a:noFill/>
              <a:prstDash val="solid"/>
              <a:miter/>
            </a:ln>
          </p:spPr>
          <p:txBody>
            <a:bodyPr lIns="0" tIns="0" rIns="0" bIns="0" rtlCol="0" anchor="ctr"/>
            <a:lstStyle/>
            <a:p>
              <a:endParaRPr lang="de-DE" sz="100"/>
            </a:p>
          </p:txBody>
        </p:sp>
        <p:sp>
          <p:nvSpPr>
            <p:cNvPr id="16" name="m">
              <a:extLst>
                <a:ext uri="{FF2B5EF4-FFF2-40B4-BE49-F238E27FC236}">
                  <a16:creationId xmlns:a16="http://schemas.microsoft.com/office/drawing/2014/main" id="{896C4163-C3AE-65B5-BF88-99241A635185}"/>
                </a:ext>
              </a:extLst>
            </p:cNvPr>
            <p:cNvSpPr/>
            <p:nvPr/>
          </p:nvSpPr>
          <p:spPr bwMode="black">
            <a:xfrm>
              <a:off x="4290154" y="3966498"/>
              <a:ext cx="1815752" cy="1275212"/>
            </a:xfrm>
            <a:custGeom>
              <a:avLst/>
              <a:gdLst>
                <a:gd name="connsiteX0" fmla="*/ 1560576 w 1815750"/>
                <a:gd name="connsiteY0" fmla="*/ 0 h 1275207"/>
                <a:gd name="connsiteX1" fmla="*/ 927163 w 1815750"/>
                <a:gd name="connsiteY1" fmla="*/ 756571 h 1275207"/>
                <a:gd name="connsiteX2" fmla="*/ 290703 w 1815750"/>
                <a:gd name="connsiteY2" fmla="*/ 0 h 1275207"/>
                <a:gd name="connsiteX3" fmla="*/ 0 w 1815750"/>
                <a:gd name="connsiteY3" fmla="*/ 0 h 1275207"/>
                <a:gd name="connsiteX4" fmla="*/ 0 w 1815750"/>
                <a:gd name="connsiteY4" fmla="*/ 1275207 h 1275207"/>
                <a:gd name="connsiteX5" fmla="*/ 290703 w 1815750"/>
                <a:gd name="connsiteY5" fmla="*/ 1275207 h 1275207"/>
                <a:gd name="connsiteX6" fmla="*/ 290703 w 1815750"/>
                <a:gd name="connsiteY6" fmla="*/ 419100 h 1275207"/>
                <a:gd name="connsiteX7" fmla="*/ 877919 w 1815750"/>
                <a:gd name="connsiteY7" fmla="*/ 1121474 h 1275207"/>
                <a:gd name="connsiteX8" fmla="*/ 939356 w 1815750"/>
                <a:gd name="connsiteY8" fmla="*/ 1121474 h 1275207"/>
                <a:gd name="connsiteX9" fmla="*/ 1520571 w 1815750"/>
                <a:gd name="connsiteY9" fmla="*/ 397859 h 1275207"/>
                <a:gd name="connsiteX10" fmla="*/ 1520571 w 1815750"/>
                <a:gd name="connsiteY10" fmla="*/ 1275207 h 1275207"/>
                <a:gd name="connsiteX11" fmla="*/ 1815751 w 1815750"/>
                <a:gd name="connsiteY11" fmla="*/ 1275207 h 1275207"/>
                <a:gd name="connsiteX12" fmla="*/ 1815751 w 1815750"/>
                <a:gd name="connsiteY12"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5750" h="1275207">
                  <a:moveTo>
                    <a:pt x="1560576" y="0"/>
                  </a:moveTo>
                  <a:lnTo>
                    <a:pt x="927163" y="756571"/>
                  </a:lnTo>
                  <a:lnTo>
                    <a:pt x="290703" y="0"/>
                  </a:lnTo>
                  <a:lnTo>
                    <a:pt x="0" y="0"/>
                  </a:lnTo>
                  <a:lnTo>
                    <a:pt x="0" y="1275207"/>
                  </a:lnTo>
                  <a:lnTo>
                    <a:pt x="290703" y="1275207"/>
                  </a:lnTo>
                  <a:lnTo>
                    <a:pt x="290703" y="419100"/>
                  </a:lnTo>
                  <a:lnTo>
                    <a:pt x="877919" y="1121474"/>
                  </a:lnTo>
                  <a:lnTo>
                    <a:pt x="939356" y="1121474"/>
                  </a:lnTo>
                  <a:lnTo>
                    <a:pt x="1520571" y="397859"/>
                  </a:lnTo>
                  <a:lnTo>
                    <a:pt x="1520571" y="1275207"/>
                  </a:lnTo>
                  <a:lnTo>
                    <a:pt x="1815751" y="1275207"/>
                  </a:lnTo>
                  <a:lnTo>
                    <a:pt x="1815751" y="0"/>
                  </a:lnTo>
                  <a:close/>
                </a:path>
              </a:pathLst>
            </a:custGeom>
            <a:grpFill/>
            <a:ln w="9525" cap="flat">
              <a:noFill/>
              <a:prstDash val="solid"/>
              <a:miter/>
            </a:ln>
          </p:spPr>
          <p:txBody>
            <a:bodyPr lIns="0" tIns="0" rIns="0" bIns="0" rtlCol="0" anchor="ctr"/>
            <a:lstStyle/>
            <a:p>
              <a:endParaRPr lang="de-DE" sz="100"/>
            </a:p>
          </p:txBody>
        </p:sp>
        <p:sp>
          <p:nvSpPr>
            <p:cNvPr id="17" name="m">
              <a:extLst>
                <a:ext uri="{FF2B5EF4-FFF2-40B4-BE49-F238E27FC236}">
                  <a16:creationId xmlns:a16="http://schemas.microsoft.com/office/drawing/2014/main" id="{2617400C-5C31-5AB0-0DC4-AB9E18293AF0}"/>
                </a:ext>
              </a:extLst>
            </p:cNvPr>
            <p:cNvSpPr/>
            <p:nvPr/>
          </p:nvSpPr>
          <p:spPr bwMode="black">
            <a:xfrm>
              <a:off x="6535096" y="3966498"/>
              <a:ext cx="1815752" cy="1275212"/>
            </a:xfrm>
            <a:custGeom>
              <a:avLst/>
              <a:gdLst>
                <a:gd name="connsiteX0" fmla="*/ 1560672 w 1815750"/>
                <a:gd name="connsiteY0" fmla="*/ 0 h 1275207"/>
                <a:gd name="connsiteX1" fmla="*/ 927164 w 1815750"/>
                <a:gd name="connsiteY1" fmla="*/ 756571 h 1275207"/>
                <a:gd name="connsiteX2" fmla="*/ 290799 w 1815750"/>
                <a:gd name="connsiteY2" fmla="*/ 0 h 1275207"/>
                <a:gd name="connsiteX3" fmla="*/ 0 w 1815750"/>
                <a:gd name="connsiteY3" fmla="*/ 0 h 1275207"/>
                <a:gd name="connsiteX4" fmla="*/ 0 w 1815750"/>
                <a:gd name="connsiteY4" fmla="*/ 1275207 h 1275207"/>
                <a:gd name="connsiteX5" fmla="*/ 290799 w 1815750"/>
                <a:gd name="connsiteY5" fmla="*/ 1275207 h 1275207"/>
                <a:gd name="connsiteX6" fmla="*/ 290799 w 1815750"/>
                <a:gd name="connsiteY6" fmla="*/ 419100 h 1275207"/>
                <a:gd name="connsiteX7" fmla="*/ 878015 w 1815750"/>
                <a:gd name="connsiteY7" fmla="*/ 1121474 h 1275207"/>
                <a:gd name="connsiteX8" fmla="*/ 939546 w 1815750"/>
                <a:gd name="connsiteY8" fmla="*/ 1121474 h 1275207"/>
                <a:gd name="connsiteX9" fmla="*/ 1520571 w 1815750"/>
                <a:gd name="connsiteY9" fmla="*/ 397859 h 1275207"/>
                <a:gd name="connsiteX10" fmla="*/ 1520571 w 1815750"/>
                <a:gd name="connsiteY10" fmla="*/ 1275207 h 1275207"/>
                <a:gd name="connsiteX11" fmla="*/ 1815751 w 1815750"/>
                <a:gd name="connsiteY11" fmla="*/ 1275207 h 1275207"/>
                <a:gd name="connsiteX12" fmla="*/ 1815751 w 1815750"/>
                <a:gd name="connsiteY12"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5750" h="1275207">
                  <a:moveTo>
                    <a:pt x="1560672" y="0"/>
                  </a:moveTo>
                  <a:lnTo>
                    <a:pt x="927164" y="756571"/>
                  </a:lnTo>
                  <a:lnTo>
                    <a:pt x="290799" y="0"/>
                  </a:lnTo>
                  <a:lnTo>
                    <a:pt x="0" y="0"/>
                  </a:lnTo>
                  <a:lnTo>
                    <a:pt x="0" y="1275207"/>
                  </a:lnTo>
                  <a:lnTo>
                    <a:pt x="290799" y="1275207"/>
                  </a:lnTo>
                  <a:lnTo>
                    <a:pt x="290799" y="419100"/>
                  </a:lnTo>
                  <a:lnTo>
                    <a:pt x="878015" y="1121474"/>
                  </a:lnTo>
                  <a:lnTo>
                    <a:pt x="939546" y="1121474"/>
                  </a:lnTo>
                  <a:lnTo>
                    <a:pt x="1520571" y="397859"/>
                  </a:lnTo>
                  <a:lnTo>
                    <a:pt x="1520571" y="1275207"/>
                  </a:lnTo>
                  <a:lnTo>
                    <a:pt x="1815751" y="1275207"/>
                  </a:lnTo>
                  <a:lnTo>
                    <a:pt x="1815751" y="0"/>
                  </a:lnTo>
                  <a:close/>
                </a:path>
              </a:pathLst>
            </a:custGeom>
            <a:grpFill/>
            <a:ln w="9525" cap="flat">
              <a:noFill/>
              <a:prstDash val="solid"/>
              <a:miter/>
            </a:ln>
          </p:spPr>
          <p:txBody>
            <a:bodyPr lIns="0" tIns="0" rIns="0" bIns="0" rtlCol="0" anchor="ctr"/>
            <a:lstStyle/>
            <a:p>
              <a:endParaRPr lang="de-DE" sz="100"/>
            </a:p>
          </p:txBody>
        </p:sp>
        <p:sp>
          <p:nvSpPr>
            <p:cNvPr id="18" name="e">
              <a:extLst>
                <a:ext uri="{FF2B5EF4-FFF2-40B4-BE49-F238E27FC236}">
                  <a16:creationId xmlns:a16="http://schemas.microsoft.com/office/drawing/2014/main" id="{DD17A619-1F6B-0F20-EFF3-250C669F45C6}"/>
                </a:ext>
              </a:extLst>
            </p:cNvPr>
            <p:cNvSpPr/>
            <p:nvPr/>
          </p:nvSpPr>
          <p:spPr bwMode="black">
            <a:xfrm>
              <a:off x="8765757" y="3966498"/>
              <a:ext cx="1411313" cy="1275212"/>
            </a:xfrm>
            <a:custGeom>
              <a:avLst/>
              <a:gdLst>
                <a:gd name="connsiteX0" fmla="*/ 0 w 1411319"/>
                <a:gd name="connsiteY0" fmla="*/ 0 h 1275207"/>
                <a:gd name="connsiteX1" fmla="*/ 0 w 1411319"/>
                <a:gd name="connsiteY1" fmla="*/ 1275207 h 1275207"/>
                <a:gd name="connsiteX2" fmla="*/ 1411319 w 1411319"/>
                <a:gd name="connsiteY2" fmla="*/ 1275207 h 1275207"/>
                <a:gd name="connsiteX3" fmla="*/ 1411319 w 1411319"/>
                <a:gd name="connsiteY3" fmla="*/ 1036987 h 1275207"/>
                <a:gd name="connsiteX4" fmla="*/ 319850 w 1411319"/>
                <a:gd name="connsiteY4" fmla="*/ 1036987 h 1275207"/>
                <a:gd name="connsiteX5" fmla="*/ 319850 w 1411319"/>
                <a:gd name="connsiteY5" fmla="*/ 723424 h 1275207"/>
                <a:gd name="connsiteX6" fmla="*/ 947166 w 1411319"/>
                <a:gd name="connsiteY6" fmla="*/ 723424 h 1275207"/>
                <a:gd name="connsiteX7" fmla="*/ 947166 w 1411319"/>
                <a:gd name="connsiteY7" fmla="*/ 503396 h 1275207"/>
                <a:gd name="connsiteX8" fmla="*/ 319850 w 1411319"/>
                <a:gd name="connsiteY8" fmla="*/ 503396 h 1275207"/>
                <a:gd name="connsiteX9" fmla="*/ 319850 w 1411319"/>
                <a:gd name="connsiteY9" fmla="*/ 226219 h 1275207"/>
                <a:gd name="connsiteX10" fmla="*/ 1395984 w 1411319"/>
                <a:gd name="connsiteY10" fmla="*/ 226219 h 1275207"/>
                <a:gd name="connsiteX11" fmla="*/ 1395984 w 1411319"/>
                <a:gd name="connsiteY11"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1319" h="1275207">
                  <a:moveTo>
                    <a:pt x="0" y="0"/>
                  </a:moveTo>
                  <a:lnTo>
                    <a:pt x="0" y="1275207"/>
                  </a:lnTo>
                  <a:lnTo>
                    <a:pt x="1411319" y="1275207"/>
                  </a:lnTo>
                  <a:lnTo>
                    <a:pt x="1411319" y="1036987"/>
                  </a:lnTo>
                  <a:lnTo>
                    <a:pt x="319850" y="1036987"/>
                  </a:lnTo>
                  <a:lnTo>
                    <a:pt x="319850" y="723424"/>
                  </a:lnTo>
                  <a:lnTo>
                    <a:pt x="947166" y="723424"/>
                  </a:lnTo>
                  <a:lnTo>
                    <a:pt x="947166" y="503396"/>
                  </a:lnTo>
                  <a:lnTo>
                    <a:pt x="319850" y="503396"/>
                  </a:lnTo>
                  <a:lnTo>
                    <a:pt x="319850" y="226219"/>
                  </a:lnTo>
                  <a:lnTo>
                    <a:pt x="1395984" y="226219"/>
                  </a:lnTo>
                  <a:lnTo>
                    <a:pt x="1395984" y="0"/>
                  </a:lnTo>
                  <a:close/>
                </a:path>
              </a:pathLst>
            </a:custGeom>
            <a:grpFill/>
            <a:ln w="9525" cap="flat">
              <a:noFill/>
              <a:prstDash val="solid"/>
              <a:miter/>
            </a:ln>
          </p:spPr>
          <p:txBody>
            <a:bodyPr lIns="0" tIns="0" rIns="0" bIns="0" rtlCol="0" anchor="ctr"/>
            <a:lstStyle/>
            <a:p>
              <a:endParaRPr lang="de-DE" sz="100"/>
            </a:p>
          </p:txBody>
        </p:sp>
        <p:sp>
          <p:nvSpPr>
            <p:cNvPr id="19" name="r">
              <a:extLst>
                <a:ext uri="{FF2B5EF4-FFF2-40B4-BE49-F238E27FC236}">
                  <a16:creationId xmlns:a16="http://schemas.microsoft.com/office/drawing/2014/main" id="{A34E4AD0-B1EE-B5AB-966D-E92FC705D038}"/>
                </a:ext>
              </a:extLst>
            </p:cNvPr>
            <p:cNvSpPr/>
            <p:nvPr/>
          </p:nvSpPr>
          <p:spPr bwMode="black">
            <a:xfrm>
              <a:off x="10504356" y="3966498"/>
              <a:ext cx="1579811" cy="1275212"/>
            </a:xfrm>
            <a:custGeom>
              <a:avLst/>
              <a:gdLst>
                <a:gd name="connsiteX0" fmla="*/ 1015937 w 1579817"/>
                <a:gd name="connsiteY0" fmla="*/ 220028 h 1275207"/>
                <a:gd name="connsiteX1" fmla="*/ 1157669 w 1579817"/>
                <a:gd name="connsiteY1" fmla="*/ 322517 h 1275207"/>
                <a:gd name="connsiteX2" fmla="*/ 1157669 w 1579817"/>
                <a:gd name="connsiteY2" fmla="*/ 470249 h 1275207"/>
                <a:gd name="connsiteX3" fmla="*/ 1015937 w 1579817"/>
                <a:gd name="connsiteY3" fmla="*/ 572738 h 1275207"/>
                <a:gd name="connsiteX4" fmla="*/ 307467 w 1579817"/>
                <a:gd name="connsiteY4" fmla="*/ 572738 h 1275207"/>
                <a:gd name="connsiteX5" fmla="*/ 307467 w 1579817"/>
                <a:gd name="connsiteY5" fmla="*/ 220028 h 1275207"/>
                <a:gd name="connsiteX6" fmla="*/ 1015937 w 1579817"/>
                <a:gd name="connsiteY6" fmla="*/ 220028 h 1275207"/>
                <a:gd name="connsiteX7" fmla="*/ 0 w 1579817"/>
                <a:gd name="connsiteY7" fmla="*/ 1275207 h 1275207"/>
                <a:gd name="connsiteX8" fmla="*/ 307563 w 1579817"/>
                <a:gd name="connsiteY8" fmla="*/ 1275207 h 1275207"/>
                <a:gd name="connsiteX9" fmla="*/ 307563 w 1579817"/>
                <a:gd name="connsiteY9" fmla="*/ 792766 h 1275207"/>
                <a:gd name="connsiteX10" fmla="*/ 599981 w 1579817"/>
                <a:gd name="connsiteY10" fmla="*/ 792766 h 1275207"/>
                <a:gd name="connsiteX11" fmla="*/ 1133570 w 1579817"/>
                <a:gd name="connsiteY11" fmla="*/ 1275207 h 1275207"/>
                <a:gd name="connsiteX12" fmla="*/ 1579818 w 1579817"/>
                <a:gd name="connsiteY12" fmla="*/ 1275207 h 1275207"/>
                <a:gd name="connsiteX13" fmla="*/ 973931 w 1579817"/>
                <a:gd name="connsiteY13" fmla="*/ 792766 h 1275207"/>
                <a:gd name="connsiteX14" fmla="*/ 1148811 w 1579817"/>
                <a:gd name="connsiteY14" fmla="*/ 792766 h 1275207"/>
                <a:gd name="connsiteX15" fmla="*/ 1447229 w 1579817"/>
                <a:gd name="connsiteY15" fmla="*/ 548545 h 1275207"/>
                <a:gd name="connsiteX16" fmla="*/ 1447229 w 1579817"/>
                <a:gd name="connsiteY16" fmla="*/ 247174 h 1275207"/>
                <a:gd name="connsiteX17" fmla="*/ 1148811 w 1579817"/>
                <a:gd name="connsiteY17" fmla="*/ 0 h 1275207"/>
                <a:gd name="connsiteX18" fmla="*/ 191 w 1579817"/>
                <a:gd name="connsiteY18" fmla="*/ 0 h 1275207"/>
                <a:gd name="connsiteX19" fmla="*/ 191 w 1579817"/>
                <a:gd name="connsiteY19" fmla="*/ 1275207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79817" h="1275207">
                  <a:moveTo>
                    <a:pt x="1015937" y="220028"/>
                  </a:moveTo>
                  <a:cubicBezTo>
                    <a:pt x="1109282" y="220028"/>
                    <a:pt x="1157669" y="238220"/>
                    <a:pt x="1157669" y="322517"/>
                  </a:cubicBezTo>
                  <a:lnTo>
                    <a:pt x="1157669" y="470249"/>
                  </a:lnTo>
                  <a:cubicBezTo>
                    <a:pt x="1157669" y="554736"/>
                    <a:pt x="1109282" y="572738"/>
                    <a:pt x="1015937" y="572738"/>
                  </a:cubicBezTo>
                  <a:lnTo>
                    <a:pt x="307467" y="572738"/>
                  </a:lnTo>
                  <a:lnTo>
                    <a:pt x="307467" y="220028"/>
                  </a:lnTo>
                  <a:lnTo>
                    <a:pt x="1015937" y="220028"/>
                  </a:lnTo>
                  <a:close/>
                  <a:moveTo>
                    <a:pt x="0" y="1275207"/>
                  </a:moveTo>
                  <a:lnTo>
                    <a:pt x="307563" y="1275207"/>
                  </a:lnTo>
                  <a:lnTo>
                    <a:pt x="307563" y="792766"/>
                  </a:lnTo>
                  <a:lnTo>
                    <a:pt x="599981" y="792766"/>
                  </a:lnTo>
                  <a:lnTo>
                    <a:pt x="1133570" y="1275207"/>
                  </a:lnTo>
                  <a:lnTo>
                    <a:pt x="1579818" y="1275207"/>
                  </a:lnTo>
                  <a:lnTo>
                    <a:pt x="973931" y="792766"/>
                  </a:lnTo>
                  <a:lnTo>
                    <a:pt x="1148811" y="792766"/>
                  </a:lnTo>
                  <a:cubicBezTo>
                    <a:pt x="1353693" y="792766"/>
                    <a:pt x="1447229" y="723424"/>
                    <a:pt x="1447229" y="548545"/>
                  </a:cubicBezTo>
                  <a:lnTo>
                    <a:pt x="1447229" y="247174"/>
                  </a:lnTo>
                  <a:cubicBezTo>
                    <a:pt x="1447229" y="69342"/>
                    <a:pt x="1353693" y="0"/>
                    <a:pt x="1148811" y="0"/>
                  </a:cubicBezTo>
                  <a:lnTo>
                    <a:pt x="191" y="0"/>
                  </a:lnTo>
                  <a:lnTo>
                    <a:pt x="191" y="1275207"/>
                  </a:lnTo>
                  <a:close/>
                </a:path>
              </a:pathLst>
            </a:custGeom>
            <a:grpFill/>
            <a:ln w="9525" cap="flat">
              <a:noFill/>
              <a:prstDash val="solid"/>
              <a:miter/>
            </a:ln>
          </p:spPr>
          <p:txBody>
            <a:bodyPr lIns="0" tIns="0" rIns="0" bIns="0" rtlCol="0" anchor="ctr"/>
            <a:lstStyle/>
            <a:p>
              <a:endParaRPr lang="de-DE" sz="100"/>
            </a:p>
          </p:txBody>
        </p:sp>
      </p:grpSp>
    </p:spTree>
    <p:extLst>
      <p:ext uri="{BB962C8B-B14F-4D97-AF65-F5344CB8AC3E}">
        <p14:creationId xmlns:p14="http://schemas.microsoft.com/office/powerpoint/2010/main" val="36178482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64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 Empty">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24ECABC9-C244-BE6D-AFB9-A274E6AD05EF}"/>
              </a:ext>
            </a:extLst>
          </p:cNvPr>
          <p:cNvSpPr>
            <a:spLocks noGrp="1"/>
          </p:cNvSpPr>
          <p:nvPr>
            <p:ph type="sldNum" sz="quarter" idx="11"/>
          </p:nvPr>
        </p:nvSpPr>
        <p:spPr bwMode="black"/>
        <p:txBody>
          <a:bodyPr/>
          <a:lstStyle/>
          <a:p>
            <a:fld id="{9829449A-3FF3-45CE-9F4F-09BADC0910C6}" type="slidenum">
              <a:rPr lang="de-DE"/>
              <a:pPr/>
              <a:t>‹Nr.›</a:t>
            </a:fld>
            <a:endParaRPr lang="de-DE"/>
          </a:p>
        </p:txBody>
      </p:sp>
      <p:sp>
        <p:nvSpPr>
          <p:cNvPr id="2" name="footer">
            <a:extLst>
              <a:ext uri="{FF2B5EF4-FFF2-40B4-BE49-F238E27FC236}">
                <a16:creationId xmlns:a16="http://schemas.microsoft.com/office/drawing/2014/main" id="{8ABD103F-3F35-C64A-433F-4F5AA8DAE4E9}"/>
              </a:ext>
            </a:extLst>
          </p:cNvPr>
          <p:cNvSpPr>
            <a:spLocks noGrp="1"/>
          </p:cNvSpPr>
          <p:nvPr>
            <p:ph type="ftr" sz="quarter" idx="10"/>
          </p:nvPr>
        </p:nvSpPr>
        <p:spPr bwMode="black"/>
        <p:txBody>
          <a:bodyPr/>
          <a:lstStyle/>
          <a:p>
            <a:r>
              <a:rPr lang="de-DE"/>
              <a:t>SNB - TGA - 28.08.2026</a:t>
            </a:r>
          </a:p>
        </p:txBody>
      </p:sp>
      <p:sp>
        <p:nvSpPr>
          <p:cNvPr id="4" name="MIO_Placeholder_Mapping" hidden="1">
            <a:extLst>
              <a:ext uri="{FF2B5EF4-FFF2-40B4-BE49-F238E27FC236}">
                <a16:creationId xmlns:a16="http://schemas.microsoft.com/office/drawing/2014/main" id="{7030A92F-9BA4-BF55-634B-B387C5891A68}"/>
              </a:ext>
            </a:extLst>
          </p:cNvPr>
          <p:cNvSpPr/>
          <p:nvPr userDrawn="1">
            <p:custDataLst>
              <p:tags r:id="rId1"/>
            </p:custDataLst>
          </p:nvPr>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3479762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DARK Empty">
    <p:bg>
      <p:bgRef idx="1001">
        <a:schemeClr val="bg1"/>
      </p:bgRef>
    </p:bg>
    <p:spTree>
      <p:nvGrpSpPr>
        <p:cNvPr id="1" name=""/>
        <p:cNvGrpSpPr/>
        <p:nvPr/>
      </p:nvGrpSpPr>
      <p:grpSpPr>
        <a:xfrm>
          <a:off x="0" y="0"/>
          <a:ext cx="0" cy="0"/>
          <a:chOff x="0" y="0"/>
          <a:chExt cx="0" cy="0"/>
        </a:xfrm>
      </p:grpSpPr>
      <p:pic>
        <p:nvPicPr>
          <p:cNvPr id="4" name="background dreso">
            <a:extLst>
              <a:ext uri="{FF2B5EF4-FFF2-40B4-BE49-F238E27FC236}">
                <a16:creationId xmlns:a16="http://schemas.microsoft.com/office/drawing/2014/main" id="{52A5D4ED-0025-BA6E-666D-C1A3B8F53DE1}"/>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white">
          <a:xfrm>
            <a:off x="0" y="0"/>
            <a:ext cx="12191999" cy="6858000"/>
          </a:xfrm>
          <a:prstGeom prst="rect">
            <a:avLst/>
          </a:prstGeom>
        </p:spPr>
      </p:pic>
      <p:sp>
        <p:nvSpPr>
          <p:cNvPr id="3" name="slide number">
            <a:extLst>
              <a:ext uri="{FF2B5EF4-FFF2-40B4-BE49-F238E27FC236}">
                <a16:creationId xmlns:a16="http://schemas.microsoft.com/office/drawing/2014/main" id="{24ECABC9-C244-BE6D-AFB9-A274E6AD05EF}"/>
              </a:ext>
            </a:extLst>
          </p:cNvPr>
          <p:cNvSpPr>
            <a:spLocks noGrp="1"/>
          </p:cNvSpPr>
          <p:nvPr>
            <p:ph type="sldNum" sz="quarter" idx="11"/>
          </p:nvPr>
        </p:nvSpPr>
        <p:spPr bwMode="black"/>
        <p:txBody>
          <a:bodyPr/>
          <a:lstStyle>
            <a:lvl1pPr>
              <a:defRPr>
                <a:solidFill>
                  <a:schemeClr val="tx1"/>
                </a:solidFill>
              </a:defRPr>
            </a:lvl1pPr>
          </a:lstStyle>
          <a:p>
            <a:fld id="{9829449A-3FF3-45CE-9F4F-09BADC0910C6}" type="slidenum">
              <a:rPr lang="de-DE"/>
              <a:pPr/>
              <a:t>‹Nr.›</a:t>
            </a:fld>
            <a:endParaRPr lang="de-DE"/>
          </a:p>
        </p:txBody>
      </p:sp>
      <p:sp>
        <p:nvSpPr>
          <p:cNvPr id="2" name="footer">
            <a:extLst>
              <a:ext uri="{FF2B5EF4-FFF2-40B4-BE49-F238E27FC236}">
                <a16:creationId xmlns:a16="http://schemas.microsoft.com/office/drawing/2014/main" id="{8ABD103F-3F35-C64A-433F-4F5AA8DAE4E9}"/>
              </a:ext>
            </a:extLst>
          </p:cNvPr>
          <p:cNvSpPr>
            <a:spLocks noGrp="1"/>
          </p:cNvSpPr>
          <p:nvPr>
            <p:ph type="ftr" sz="quarter" idx="10"/>
          </p:nvPr>
        </p:nvSpPr>
        <p:spPr bwMode="black"/>
        <p:txBody>
          <a:bodyPr/>
          <a:lstStyle>
            <a:lvl1pPr>
              <a:defRPr>
                <a:solidFill>
                  <a:schemeClr val="tx1"/>
                </a:solidFill>
              </a:defRPr>
            </a:lvl1pPr>
          </a:lstStyle>
          <a:p>
            <a:r>
              <a:rPr lang="de-DE"/>
              <a:t>SNB - TGA - 28.08.2026</a:t>
            </a:r>
          </a:p>
        </p:txBody>
      </p:sp>
    </p:spTree>
    <p:extLst>
      <p:ext uri="{BB962C8B-B14F-4D97-AF65-F5344CB8AC3E}">
        <p14:creationId xmlns:p14="http://schemas.microsoft.com/office/powerpoint/2010/main" val="16824710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mp; Full Picture 1/2">
    <p:spTree>
      <p:nvGrpSpPr>
        <p:cNvPr id="1" name=""/>
        <p:cNvGrpSpPr/>
        <p:nvPr/>
      </p:nvGrpSpPr>
      <p:grpSpPr>
        <a:xfrm>
          <a:off x="0" y="0"/>
          <a:ext cx="0" cy="0"/>
          <a:chOff x="0" y="0"/>
          <a:chExt cx="0" cy="0"/>
        </a:xfrm>
      </p:grpSpPr>
      <p:sp>
        <p:nvSpPr>
          <p:cNvPr id="14" name="logo drees&amp;sommer blue mask">
            <a:extLst>
              <a:ext uri="{FF2B5EF4-FFF2-40B4-BE49-F238E27FC236}">
                <a16:creationId xmlns:a16="http://schemas.microsoft.com/office/drawing/2014/main" id="{02ABB165-5BE9-4395-A4D5-6CC0571FF467}"/>
              </a:ext>
              <a:ext uri="{C183D7F6-B498-43B3-948B-1728B52AA6E4}">
                <adec:decorative xmlns:adec="http://schemas.microsoft.com/office/drawing/2017/decorative" val="1"/>
              </a:ext>
            </a:extLst>
          </p:cNvPr>
          <p:cNvSpPr/>
          <p:nvPr/>
        </p:nvSpPr>
        <p:spPr bwMode="black">
          <a:xfrm>
            <a:off x="10579100" y="6197600"/>
            <a:ext cx="1270000" cy="584200"/>
          </a:xfrm>
          <a:prstGeom prst="rect">
            <a:avLst/>
          </a:prstGeom>
          <a:solidFill>
            <a:srgbClr val="00296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a:p>
        </p:txBody>
      </p:sp>
      <p:sp>
        <p:nvSpPr>
          <p:cNvPr id="2" name="title">
            <a:extLst>
              <a:ext uri="{FF2B5EF4-FFF2-40B4-BE49-F238E27FC236}">
                <a16:creationId xmlns:a16="http://schemas.microsoft.com/office/drawing/2014/main" id="{8FFCB50B-5503-4467-8A0F-9FBB8B48B97D}"/>
              </a:ext>
            </a:extLst>
          </p:cNvPr>
          <p:cNvSpPr>
            <a:spLocks noGrp="1"/>
          </p:cNvSpPr>
          <p:nvPr>
            <p:ph type="title" hasCustomPrompt="1"/>
          </p:nvPr>
        </p:nvSpPr>
        <p:spPr bwMode="gray">
          <a:xfrm>
            <a:off x="525600" y="673200"/>
            <a:ext cx="3474000" cy="288000"/>
          </a:xfrm>
        </p:spPr>
        <p:txBody>
          <a:bodyPr lIns="0" tIns="0" rIns="0" bIns="0"/>
          <a:lstStyle/>
          <a:p>
            <a:r>
              <a:rPr lang="de-DE" err="1"/>
              <a:t>titelformat</a:t>
            </a:r>
            <a:r>
              <a:rPr lang="de-DE"/>
              <a:t> bearbeiten</a:t>
            </a:r>
            <a:endParaRPr lang="en-US"/>
          </a:p>
        </p:txBody>
      </p:sp>
      <p:sp>
        <p:nvSpPr>
          <p:cNvPr id="4" name="MIO_CONVERT_SLIDES_SUBTITLE">
            <a:extLst>
              <a:ext uri="{FF2B5EF4-FFF2-40B4-BE49-F238E27FC236}">
                <a16:creationId xmlns:a16="http://schemas.microsoft.com/office/drawing/2014/main" id="{7086919D-8D03-4875-B9F0-05F0C8564079}"/>
              </a:ext>
            </a:extLst>
          </p:cNvPr>
          <p:cNvSpPr>
            <a:spLocks noGrp="1"/>
          </p:cNvSpPr>
          <p:nvPr>
            <p:ph type="body" sz="quarter" idx="14" hasCustomPrompt="1"/>
          </p:nvPr>
        </p:nvSpPr>
        <p:spPr bwMode="gray">
          <a:xfrm>
            <a:off x="525600" y="1022400"/>
            <a:ext cx="3474000" cy="504000"/>
          </a:xfrm>
        </p:spPr>
        <p:txBody>
          <a:bodyPr/>
          <a:lstStyle>
            <a:lvl1pPr>
              <a:lnSpc>
                <a:spcPct val="85000"/>
              </a:lnSpc>
              <a:spcBef>
                <a:spcPts val="0"/>
              </a:spcBef>
              <a:spcAft>
                <a:spcPts val="0"/>
              </a:spcAft>
              <a:defRPr sz="2000"/>
            </a:lvl1pPr>
          </a:lstStyle>
          <a:p>
            <a:pPr lvl="0"/>
            <a:r>
              <a:rPr lang="de-DE" err="1"/>
              <a:t>Subtitle</a:t>
            </a:r>
            <a:endParaRPr lang="en-US"/>
          </a:p>
        </p:txBody>
      </p:sp>
      <p:sp>
        <p:nvSpPr>
          <p:cNvPr id="7" name="content">
            <a:extLst>
              <a:ext uri="{FF2B5EF4-FFF2-40B4-BE49-F238E27FC236}">
                <a16:creationId xmlns:a16="http://schemas.microsoft.com/office/drawing/2014/main" id="{5ACBB9A0-3E08-4278-AF60-F20CD65CA5C6}"/>
              </a:ext>
            </a:extLst>
          </p:cNvPr>
          <p:cNvSpPr>
            <a:spLocks noGrp="1"/>
          </p:cNvSpPr>
          <p:nvPr>
            <p:ph idx="1"/>
          </p:nvPr>
        </p:nvSpPr>
        <p:spPr bwMode="gray">
          <a:xfrm>
            <a:off x="525600" y="1602000"/>
            <a:ext cx="3474000" cy="44964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3" name="picture">
            <a:extLst>
              <a:ext uri="{FF2B5EF4-FFF2-40B4-BE49-F238E27FC236}">
                <a16:creationId xmlns:a16="http://schemas.microsoft.com/office/drawing/2014/main" id="{BABEB990-4C1B-4759-A188-C0625F2363AF}"/>
              </a:ext>
            </a:extLst>
          </p:cNvPr>
          <p:cNvSpPr>
            <a:spLocks noGrp="1"/>
          </p:cNvSpPr>
          <p:nvPr>
            <p:ph type="pic" sz="quarter" idx="16"/>
          </p:nvPr>
        </p:nvSpPr>
        <p:spPr bwMode="gray">
          <a:xfrm>
            <a:off x="4287684" y="0"/>
            <a:ext cx="7904316" cy="6858000"/>
          </a:xfrm>
          <a:custGeom>
            <a:avLst/>
            <a:gdLst>
              <a:gd name="connsiteX0" fmla="*/ 6621659 w 7904316"/>
              <a:gd name="connsiteY0" fmla="*/ 6535879 h 6858000"/>
              <a:gd name="connsiteX1" fmla="*/ 6704484 w 7904316"/>
              <a:gd name="connsiteY1" fmla="*/ 6535879 h 6858000"/>
              <a:gd name="connsiteX2" fmla="*/ 6704484 w 7904316"/>
              <a:gd name="connsiteY2" fmla="*/ 6598745 h 6858000"/>
              <a:gd name="connsiteX3" fmla="*/ 6621659 w 7904316"/>
              <a:gd name="connsiteY3" fmla="*/ 6598745 h 6858000"/>
              <a:gd name="connsiteX4" fmla="*/ 7275572 w 7904316"/>
              <a:gd name="connsiteY4" fmla="*/ 6534690 h 6858000"/>
              <a:gd name="connsiteX5" fmla="*/ 7331531 w 7904316"/>
              <a:gd name="connsiteY5" fmla="*/ 6534690 h 6858000"/>
              <a:gd name="connsiteX6" fmla="*/ 7342725 w 7904316"/>
              <a:gd name="connsiteY6" fmla="*/ 6542786 h 6858000"/>
              <a:gd name="connsiteX7" fmla="*/ 7342725 w 7904316"/>
              <a:gd name="connsiteY7" fmla="*/ 6554455 h 6858000"/>
              <a:gd name="connsiteX8" fmla="*/ 7331531 w 7904316"/>
              <a:gd name="connsiteY8" fmla="*/ 6562550 h 6858000"/>
              <a:gd name="connsiteX9" fmla="*/ 7275572 w 7904316"/>
              <a:gd name="connsiteY9" fmla="*/ 6562550 h 6858000"/>
              <a:gd name="connsiteX10" fmla="*/ 6622622 w 7904316"/>
              <a:gd name="connsiteY10" fmla="*/ 6517318 h 6858000"/>
              <a:gd name="connsiteX11" fmla="*/ 6595906 w 7904316"/>
              <a:gd name="connsiteY11" fmla="*/ 6541122 h 6858000"/>
              <a:gd name="connsiteX12" fmla="*/ 6595906 w 7904316"/>
              <a:gd name="connsiteY12" fmla="*/ 6594223 h 6858000"/>
              <a:gd name="connsiteX13" fmla="*/ 6622622 w 7904316"/>
              <a:gd name="connsiteY13" fmla="*/ 6618042 h 6858000"/>
              <a:gd name="connsiteX14" fmla="*/ 6702046 w 7904316"/>
              <a:gd name="connsiteY14" fmla="*/ 6618042 h 6858000"/>
              <a:gd name="connsiteX15" fmla="*/ 6728762 w 7904316"/>
              <a:gd name="connsiteY15" fmla="*/ 6594223 h 6858000"/>
              <a:gd name="connsiteX16" fmla="*/ 6728762 w 7904316"/>
              <a:gd name="connsiteY16" fmla="*/ 6541122 h 6858000"/>
              <a:gd name="connsiteX17" fmla="*/ 6702046 w 7904316"/>
              <a:gd name="connsiteY17" fmla="*/ 6517318 h 6858000"/>
              <a:gd name="connsiteX18" fmla="*/ 7251301 w 7904316"/>
              <a:gd name="connsiteY18" fmla="*/ 6517311 h 6858000"/>
              <a:gd name="connsiteX19" fmla="*/ 7251301 w 7904316"/>
              <a:gd name="connsiteY19" fmla="*/ 6618035 h 6858000"/>
              <a:gd name="connsiteX20" fmla="*/ 7275579 w 7904316"/>
              <a:gd name="connsiteY20" fmla="*/ 6618035 h 6858000"/>
              <a:gd name="connsiteX21" fmla="*/ 7275579 w 7904316"/>
              <a:gd name="connsiteY21" fmla="*/ 6579929 h 6858000"/>
              <a:gd name="connsiteX22" fmla="*/ 7298676 w 7904316"/>
              <a:gd name="connsiteY22" fmla="*/ 6579929 h 6858000"/>
              <a:gd name="connsiteX23" fmla="*/ 7340822 w 7904316"/>
              <a:gd name="connsiteY23" fmla="*/ 6618035 h 6858000"/>
              <a:gd name="connsiteX24" fmla="*/ 7376069 w 7904316"/>
              <a:gd name="connsiteY24" fmla="*/ 6618035 h 6858000"/>
              <a:gd name="connsiteX25" fmla="*/ 7328213 w 7904316"/>
              <a:gd name="connsiteY25" fmla="*/ 6579929 h 6858000"/>
              <a:gd name="connsiteX26" fmla="*/ 7342026 w 7904316"/>
              <a:gd name="connsiteY26" fmla="*/ 6579929 h 6858000"/>
              <a:gd name="connsiteX27" fmla="*/ 7365596 w 7904316"/>
              <a:gd name="connsiteY27" fmla="*/ 6560639 h 6858000"/>
              <a:gd name="connsiteX28" fmla="*/ 7365596 w 7904316"/>
              <a:gd name="connsiteY28" fmla="*/ 6536835 h 6858000"/>
              <a:gd name="connsiteX29" fmla="*/ 7342026 w 7904316"/>
              <a:gd name="connsiteY29" fmla="*/ 6517311 h 6858000"/>
              <a:gd name="connsiteX30" fmla="*/ 7113961 w 7904316"/>
              <a:gd name="connsiteY30" fmla="*/ 6517311 h 6858000"/>
              <a:gd name="connsiteX31" fmla="*/ 7113961 w 7904316"/>
              <a:gd name="connsiteY31" fmla="*/ 6618035 h 6858000"/>
              <a:gd name="connsiteX32" fmla="*/ 7225435 w 7904316"/>
              <a:gd name="connsiteY32" fmla="*/ 6618035 h 6858000"/>
              <a:gd name="connsiteX33" fmla="*/ 7225435 w 7904316"/>
              <a:gd name="connsiteY33" fmla="*/ 6599219 h 6858000"/>
              <a:gd name="connsiteX34" fmla="*/ 7139225 w 7904316"/>
              <a:gd name="connsiteY34" fmla="*/ 6599219 h 6858000"/>
              <a:gd name="connsiteX35" fmla="*/ 7139225 w 7904316"/>
              <a:gd name="connsiteY35" fmla="*/ 6574452 h 6858000"/>
              <a:gd name="connsiteX36" fmla="*/ 7188774 w 7904316"/>
              <a:gd name="connsiteY36" fmla="*/ 6574452 h 6858000"/>
              <a:gd name="connsiteX37" fmla="*/ 7188774 w 7904316"/>
              <a:gd name="connsiteY37" fmla="*/ 6557073 h 6858000"/>
              <a:gd name="connsiteX38" fmla="*/ 7139225 w 7904316"/>
              <a:gd name="connsiteY38" fmla="*/ 6557073 h 6858000"/>
              <a:gd name="connsiteX39" fmla="*/ 7139225 w 7904316"/>
              <a:gd name="connsiteY39" fmla="*/ 6535179 h 6858000"/>
              <a:gd name="connsiteX40" fmla="*/ 7224224 w 7904316"/>
              <a:gd name="connsiteY40" fmla="*/ 6535179 h 6858000"/>
              <a:gd name="connsiteX41" fmla="*/ 7224224 w 7904316"/>
              <a:gd name="connsiteY41" fmla="*/ 6517311 h 6858000"/>
              <a:gd name="connsiteX42" fmla="*/ 6937770 w 7904316"/>
              <a:gd name="connsiteY42" fmla="*/ 6517311 h 6858000"/>
              <a:gd name="connsiteX43" fmla="*/ 6937770 w 7904316"/>
              <a:gd name="connsiteY43" fmla="*/ 6618035 h 6858000"/>
              <a:gd name="connsiteX44" fmla="*/ 6960739 w 7904316"/>
              <a:gd name="connsiteY44" fmla="*/ 6618035 h 6858000"/>
              <a:gd name="connsiteX45" fmla="*/ 6960739 w 7904316"/>
              <a:gd name="connsiteY45" fmla="*/ 6550414 h 6858000"/>
              <a:gd name="connsiteX46" fmla="*/ 7007121 w 7904316"/>
              <a:gd name="connsiteY46" fmla="*/ 6605892 h 6858000"/>
              <a:gd name="connsiteX47" fmla="*/ 7011981 w 7904316"/>
              <a:gd name="connsiteY47" fmla="*/ 6605892 h 6858000"/>
              <a:gd name="connsiteX48" fmla="*/ 7057874 w 7904316"/>
              <a:gd name="connsiteY48" fmla="*/ 6548737 h 6858000"/>
              <a:gd name="connsiteX49" fmla="*/ 7057874 w 7904316"/>
              <a:gd name="connsiteY49" fmla="*/ 6618035 h 6858000"/>
              <a:gd name="connsiteX50" fmla="*/ 7081189 w 7904316"/>
              <a:gd name="connsiteY50" fmla="*/ 6618035 h 6858000"/>
              <a:gd name="connsiteX51" fmla="*/ 7081189 w 7904316"/>
              <a:gd name="connsiteY51" fmla="*/ 6517311 h 6858000"/>
              <a:gd name="connsiteX52" fmla="*/ 7061041 w 7904316"/>
              <a:gd name="connsiteY52" fmla="*/ 6517311 h 6858000"/>
              <a:gd name="connsiteX53" fmla="*/ 7011003 w 7904316"/>
              <a:gd name="connsiteY53" fmla="*/ 6577070 h 6858000"/>
              <a:gd name="connsiteX54" fmla="*/ 6960739 w 7904316"/>
              <a:gd name="connsiteY54" fmla="*/ 6517311 h 6858000"/>
              <a:gd name="connsiteX55" fmla="*/ 6760451 w 7904316"/>
              <a:gd name="connsiteY55" fmla="*/ 6517311 h 6858000"/>
              <a:gd name="connsiteX56" fmla="*/ 6760451 w 7904316"/>
              <a:gd name="connsiteY56" fmla="*/ 6618035 h 6858000"/>
              <a:gd name="connsiteX57" fmla="*/ 6783412 w 7904316"/>
              <a:gd name="connsiteY57" fmla="*/ 6618035 h 6858000"/>
              <a:gd name="connsiteX58" fmla="*/ 6783412 w 7904316"/>
              <a:gd name="connsiteY58" fmla="*/ 6550414 h 6858000"/>
              <a:gd name="connsiteX59" fmla="*/ 6829794 w 7904316"/>
              <a:gd name="connsiteY59" fmla="*/ 6605892 h 6858000"/>
              <a:gd name="connsiteX60" fmla="*/ 6834647 w 7904316"/>
              <a:gd name="connsiteY60" fmla="*/ 6605892 h 6858000"/>
              <a:gd name="connsiteX61" fmla="*/ 6880555 w 7904316"/>
              <a:gd name="connsiteY61" fmla="*/ 6548737 h 6858000"/>
              <a:gd name="connsiteX62" fmla="*/ 6880555 w 7904316"/>
              <a:gd name="connsiteY62" fmla="*/ 6618035 h 6858000"/>
              <a:gd name="connsiteX63" fmla="*/ 6903870 w 7904316"/>
              <a:gd name="connsiteY63" fmla="*/ 6618035 h 6858000"/>
              <a:gd name="connsiteX64" fmla="*/ 6903870 w 7904316"/>
              <a:gd name="connsiteY64" fmla="*/ 6517311 h 6858000"/>
              <a:gd name="connsiteX65" fmla="*/ 6883715 w 7904316"/>
              <a:gd name="connsiteY65" fmla="*/ 6517311 h 6858000"/>
              <a:gd name="connsiteX66" fmla="*/ 6833684 w 7904316"/>
              <a:gd name="connsiteY66" fmla="*/ 6577070 h 6858000"/>
              <a:gd name="connsiteX67" fmla="*/ 6783412 w 7904316"/>
              <a:gd name="connsiteY67" fmla="*/ 6517311 h 6858000"/>
              <a:gd name="connsiteX68" fmla="*/ 6464593 w 7904316"/>
              <a:gd name="connsiteY68" fmla="*/ 6495162 h 6858000"/>
              <a:gd name="connsiteX69" fmla="*/ 6434115 w 7904316"/>
              <a:gd name="connsiteY69" fmla="*/ 6524218 h 6858000"/>
              <a:gd name="connsiteX70" fmla="*/ 6434115 w 7904316"/>
              <a:gd name="connsiteY70" fmla="*/ 6537775 h 6858000"/>
              <a:gd name="connsiteX71" fmla="*/ 6464593 w 7904316"/>
              <a:gd name="connsiteY71" fmla="*/ 6566830 h 6858000"/>
              <a:gd name="connsiteX72" fmla="*/ 6541271 w 7904316"/>
              <a:gd name="connsiteY72" fmla="*/ 6566830 h 6858000"/>
              <a:gd name="connsiteX73" fmla="*/ 6541271 w 7904316"/>
              <a:gd name="connsiteY73" fmla="*/ 6594930 h 6858000"/>
              <a:gd name="connsiteX74" fmla="*/ 6454368 w 7904316"/>
              <a:gd name="connsiteY74" fmla="*/ 6594930 h 6858000"/>
              <a:gd name="connsiteX75" fmla="*/ 6454368 w 7904316"/>
              <a:gd name="connsiteY75" fmla="*/ 6581704 h 6858000"/>
              <a:gd name="connsiteX76" fmla="*/ 6429112 w 7904316"/>
              <a:gd name="connsiteY76" fmla="*/ 6586948 h 6858000"/>
              <a:gd name="connsiteX77" fmla="*/ 6429112 w 7904316"/>
              <a:gd name="connsiteY77" fmla="*/ 6588979 h 6858000"/>
              <a:gd name="connsiteX78" fmla="*/ 6459830 w 7904316"/>
              <a:gd name="connsiteY78" fmla="*/ 6618027 h 6858000"/>
              <a:gd name="connsiteX79" fmla="*/ 6535802 w 7904316"/>
              <a:gd name="connsiteY79" fmla="*/ 6618027 h 6858000"/>
              <a:gd name="connsiteX80" fmla="*/ 6566520 w 7904316"/>
              <a:gd name="connsiteY80" fmla="*/ 6588979 h 6858000"/>
              <a:gd name="connsiteX81" fmla="*/ 6566520 w 7904316"/>
              <a:gd name="connsiteY81" fmla="*/ 6572074 h 6858000"/>
              <a:gd name="connsiteX82" fmla="*/ 6535802 w 7904316"/>
              <a:gd name="connsiteY82" fmla="*/ 6543019 h 6858000"/>
              <a:gd name="connsiteX83" fmla="*/ 6459115 w 7904316"/>
              <a:gd name="connsiteY83" fmla="*/ 6543019 h 6858000"/>
              <a:gd name="connsiteX84" fmla="*/ 6459115 w 7904316"/>
              <a:gd name="connsiteY84" fmla="*/ 6516596 h 6858000"/>
              <a:gd name="connsiteX85" fmla="*/ 6539601 w 7904316"/>
              <a:gd name="connsiteY85" fmla="*/ 6516596 h 6858000"/>
              <a:gd name="connsiteX86" fmla="*/ 6539601 w 7904316"/>
              <a:gd name="connsiteY86" fmla="*/ 6529905 h 6858000"/>
              <a:gd name="connsiteX87" fmla="*/ 6564842 w 7904316"/>
              <a:gd name="connsiteY87" fmla="*/ 6523954 h 6858000"/>
              <a:gd name="connsiteX88" fmla="*/ 6564842 w 7904316"/>
              <a:gd name="connsiteY88" fmla="*/ 6522074 h 6858000"/>
              <a:gd name="connsiteX89" fmla="*/ 6534365 w 7904316"/>
              <a:gd name="connsiteY89" fmla="*/ 6495162 h 6858000"/>
              <a:gd name="connsiteX90" fmla="*/ 7266537 w 7904316"/>
              <a:gd name="connsiteY90" fmla="*/ 6392873 h 6858000"/>
              <a:gd name="connsiteX91" fmla="*/ 7303439 w 7904316"/>
              <a:gd name="connsiteY91" fmla="*/ 6423591 h 6858000"/>
              <a:gd name="connsiteX92" fmla="*/ 7292011 w 7904316"/>
              <a:gd name="connsiteY92" fmla="*/ 6433349 h 6858000"/>
              <a:gd name="connsiteX93" fmla="*/ 7235111 w 7904316"/>
              <a:gd name="connsiteY93" fmla="*/ 6433349 h 6858000"/>
              <a:gd name="connsiteX94" fmla="*/ 7235111 w 7904316"/>
              <a:gd name="connsiteY94" fmla="*/ 6433342 h 6858000"/>
              <a:gd name="connsiteX95" fmla="*/ 7235111 w 7904316"/>
              <a:gd name="connsiteY95" fmla="*/ 6412396 h 6858000"/>
              <a:gd name="connsiteX96" fmla="*/ 6635848 w 7904316"/>
              <a:gd name="connsiteY96" fmla="*/ 6371439 h 6858000"/>
              <a:gd name="connsiteX97" fmla="*/ 6691807 w 7904316"/>
              <a:gd name="connsiteY97" fmla="*/ 6371439 h 6858000"/>
              <a:gd name="connsiteX98" fmla="*/ 6703001 w 7904316"/>
              <a:gd name="connsiteY98" fmla="*/ 6379534 h 6858000"/>
              <a:gd name="connsiteX99" fmla="*/ 6703001 w 7904316"/>
              <a:gd name="connsiteY99" fmla="*/ 6391203 h 6858000"/>
              <a:gd name="connsiteX100" fmla="*/ 6691807 w 7904316"/>
              <a:gd name="connsiteY100" fmla="*/ 6399298 h 6858000"/>
              <a:gd name="connsiteX101" fmla="*/ 6635848 w 7904316"/>
              <a:gd name="connsiteY101" fmla="*/ 6399298 h 6858000"/>
              <a:gd name="connsiteX102" fmla="*/ 7061621 w 7904316"/>
              <a:gd name="connsiteY102" fmla="*/ 6354060 h 6858000"/>
              <a:gd name="connsiteX103" fmla="*/ 7035184 w 7904316"/>
              <a:gd name="connsiteY103" fmla="*/ 6377879 h 6858000"/>
              <a:gd name="connsiteX104" fmla="*/ 7035184 w 7904316"/>
              <a:gd name="connsiteY104" fmla="*/ 6389074 h 6858000"/>
              <a:gd name="connsiteX105" fmla="*/ 7061621 w 7904316"/>
              <a:gd name="connsiteY105" fmla="*/ 6412878 h 6858000"/>
              <a:gd name="connsiteX106" fmla="*/ 7126857 w 7904316"/>
              <a:gd name="connsiteY106" fmla="*/ 6412878 h 6858000"/>
              <a:gd name="connsiteX107" fmla="*/ 7126857 w 7904316"/>
              <a:gd name="connsiteY107" fmla="*/ 6435983 h 6858000"/>
              <a:gd name="connsiteX108" fmla="*/ 7052796 w 7904316"/>
              <a:gd name="connsiteY108" fmla="*/ 6435983 h 6858000"/>
              <a:gd name="connsiteX109" fmla="*/ 7052796 w 7904316"/>
              <a:gd name="connsiteY109" fmla="*/ 6425375 h 6858000"/>
              <a:gd name="connsiteX110" fmla="*/ 7030903 w 7904316"/>
              <a:gd name="connsiteY110" fmla="*/ 6429430 h 6858000"/>
              <a:gd name="connsiteX111" fmla="*/ 7030903 w 7904316"/>
              <a:gd name="connsiteY111" fmla="*/ 6430980 h 6858000"/>
              <a:gd name="connsiteX112" fmla="*/ 7057325 w 7904316"/>
              <a:gd name="connsiteY112" fmla="*/ 6454784 h 6858000"/>
              <a:gd name="connsiteX113" fmla="*/ 7122817 w 7904316"/>
              <a:gd name="connsiteY113" fmla="*/ 6454784 h 6858000"/>
              <a:gd name="connsiteX114" fmla="*/ 7149006 w 7904316"/>
              <a:gd name="connsiteY114" fmla="*/ 6430980 h 6858000"/>
              <a:gd name="connsiteX115" fmla="*/ 7149006 w 7904316"/>
              <a:gd name="connsiteY115" fmla="*/ 6417166 h 6858000"/>
              <a:gd name="connsiteX116" fmla="*/ 7122817 w 7904316"/>
              <a:gd name="connsiteY116" fmla="*/ 6393362 h 6858000"/>
              <a:gd name="connsiteX117" fmla="*/ 7057325 w 7904316"/>
              <a:gd name="connsiteY117" fmla="*/ 6393362 h 6858000"/>
              <a:gd name="connsiteX118" fmla="*/ 7057325 w 7904316"/>
              <a:gd name="connsiteY118" fmla="*/ 6372154 h 6858000"/>
              <a:gd name="connsiteX119" fmla="*/ 7126616 w 7904316"/>
              <a:gd name="connsiteY119" fmla="*/ 6372154 h 6858000"/>
              <a:gd name="connsiteX120" fmla="*/ 7126616 w 7904316"/>
              <a:gd name="connsiteY120" fmla="*/ 6381565 h 6858000"/>
              <a:gd name="connsiteX121" fmla="*/ 7147802 w 7904316"/>
              <a:gd name="connsiteY121" fmla="*/ 6377051 h 6858000"/>
              <a:gd name="connsiteX122" fmla="*/ 7147802 w 7904316"/>
              <a:gd name="connsiteY122" fmla="*/ 6375968 h 6858000"/>
              <a:gd name="connsiteX123" fmla="*/ 7121380 w 7904316"/>
              <a:gd name="connsiteY123" fmla="*/ 6354060 h 6858000"/>
              <a:gd name="connsiteX124" fmla="*/ 6897287 w 7904316"/>
              <a:gd name="connsiteY124" fmla="*/ 6354060 h 6858000"/>
              <a:gd name="connsiteX125" fmla="*/ 6897287 w 7904316"/>
              <a:gd name="connsiteY125" fmla="*/ 6454776 h 6858000"/>
              <a:gd name="connsiteX126" fmla="*/ 7006580 w 7904316"/>
              <a:gd name="connsiteY126" fmla="*/ 6454776 h 6858000"/>
              <a:gd name="connsiteX127" fmla="*/ 7006580 w 7904316"/>
              <a:gd name="connsiteY127" fmla="*/ 6435967 h 6858000"/>
              <a:gd name="connsiteX128" fmla="*/ 6922054 w 7904316"/>
              <a:gd name="connsiteY128" fmla="*/ 6435967 h 6858000"/>
              <a:gd name="connsiteX129" fmla="*/ 6922054 w 7904316"/>
              <a:gd name="connsiteY129" fmla="*/ 6411200 h 6858000"/>
              <a:gd name="connsiteX130" fmla="*/ 6970626 w 7904316"/>
              <a:gd name="connsiteY130" fmla="*/ 6411200 h 6858000"/>
              <a:gd name="connsiteX131" fmla="*/ 6970626 w 7904316"/>
              <a:gd name="connsiteY131" fmla="*/ 6393821 h 6858000"/>
              <a:gd name="connsiteX132" fmla="*/ 6922054 w 7904316"/>
              <a:gd name="connsiteY132" fmla="*/ 6393821 h 6858000"/>
              <a:gd name="connsiteX133" fmla="*/ 6922054 w 7904316"/>
              <a:gd name="connsiteY133" fmla="*/ 6371913 h 6858000"/>
              <a:gd name="connsiteX134" fmla="*/ 7005399 w 7904316"/>
              <a:gd name="connsiteY134" fmla="*/ 6371913 h 6858000"/>
              <a:gd name="connsiteX135" fmla="*/ 7005399 w 7904316"/>
              <a:gd name="connsiteY135" fmla="*/ 6354060 h 6858000"/>
              <a:gd name="connsiteX136" fmla="*/ 6759578 w 7904316"/>
              <a:gd name="connsiteY136" fmla="*/ 6354060 h 6858000"/>
              <a:gd name="connsiteX137" fmla="*/ 6759578 w 7904316"/>
              <a:gd name="connsiteY137" fmla="*/ 6454776 h 6858000"/>
              <a:gd name="connsiteX138" fmla="*/ 6868871 w 7904316"/>
              <a:gd name="connsiteY138" fmla="*/ 6454776 h 6858000"/>
              <a:gd name="connsiteX139" fmla="*/ 6868871 w 7904316"/>
              <a:gd name="connsiteY139" fmla="*/ 6435967 h 6858000"/>
              <a:gd name="connsiteX140" fmla="*/ 6784345 w 7904316"/>
              <a:gd name="connsiteY140" fmla="*/ 6435967 h 6858000"/>
              <a:gd name="connsiteX141" fmla="*/ 6784345 w 7904316"/>
              <a:gd name="connsiteY141" fmla="*/ 6411200 h 6858000"/>
              <a:gd name="connsiteX142" fmla="*/ 6832917 w 7904316"/>
              <a:gd name="connsiteY142" fmla="*/ 6411200 h 6858000"/>
              <a:gd name="connsiteX143" fmla="*/ 6832917 w 7904316"/>
              <a:gd name="connsiteY143" fmla="*/ 6393821 h 6858000"/>
              <a:gd name="connsiteX144" fmla="*/ 6784345 w 7904316"/>
              <a:gd name="connsiteY144" fmla="*/ 6393821 h 6858000"/>
              <a:gd name="connsiteX145" fmla="*/ 6784345 w 7904316"/>
              <a:gd name="connsiteY145" fmla="*/ 6371913 h 6858000"/>
              <a:gd name="connsiteX146" fmla="*/ 6867690 w 7904316"/>
              <a:gd name="connsiteY146" fmla="*/ 6371913 h 6858000"/>
              <a:gd name="connsiteX147" fmla="*/ 6867690 w 7904316"/>
              <a:gd name="connsiteY147" fmla="*/ 6354060 h 6858000"/>
              <a:gd name="connsiteX148" fmla="*/ 6611562 w 7904316"/>
              <a:gd name="connsiteY148" fmla="*/ 6354060 h 6858000"/>
              <a:gd name="connsiteX149" fmla="*/ 6611562 w 7904316"/>
              <a:gd name="connsiteY149" fmla="*/ 6454776 h 6858000"/>
              <a:gd name="connsiteX150" fmla="*/ 6635855 w 7904316"/>
              <a:gd name="connsiteY150" fmla="*/ 6454776 h 6858000"/>
              <a:gd name="connsiteX151" fmla="*/ 6635855 w 7904316"/>
              <a:gd name="connsiteY151" fmla="*/ 6416670 h 6858000"/>
              <a:gd name="connsiteX152" fmla="*/ 6658952 w 7904316"/>
              <a:gd name="connsiteY152" fmla="*/ 6416670 h 6858000"/>
              <a:gd name="connsiteX153" fmla="*/ 6701098 w 7904316"/>
              <a:gd name="connsiteY153" fmla="*/ 6454776 h 6858000"/>
              <a:gd name="connsiteX154" fmla="*/ 6736345 w 7904316"/>
              <a:gd name="connsiteY154" fmla="*/ 6454776 h 6858000"/>
              <a:gd name="connsiteX155" fmla="*/ 6688474 w 7904316"/>
              <a:gd name="connsiteY155" fmla="*/ 6416670 h 6858000"/>
              <a:gd name="connsiteX156" fmla="*/ 6702287 w 7904316"/>
              <a:gd name="connsiteY156" fmla="*/ 6416670 h 6858000"/>
              <a:gd name="connsiteX157" fmla="*/ 6725865 w 7904316"/>
              <a:gd name="connsiteY157" fmla="*/ 6397395 h 6858000"/>
              <a:gd name="connsiteX158" fmla="*/ 6725865 w 7904316"/>
              <a:gd name="connsiteY158" fmla="*/ 6373583 h 6858000"/>
              <a:gd name="connsiteX159" fmla="*/ 6702287 w 7904316"/>
              <a:gd name="connsiteY159" fmla="*/ 6354060 h 6858000"/>
              <a:gd name="connsiteX160" fmla="*/ 6461741 w 7904316"/>
              <a:gd name="connsiteY160" fmla="*/ 6353819 h 6858000"/>
              <a:gd name="connsiteX161" fmla="*/ 6512456 w 7904316"/>
              <a:gd name="connsiteY161" fmla="*/ 6353819 h 6858000"/>
              <a:gd name="connsiteX162" fmla="*/ 6552940 w 7904316"/>
              <a:gd name="connsiteY162" fmla="*/ 6392158 h 6858000"/>
              <a:gd name="connsiteX163" fmla="*/ 6498643 w 7904316"/>
              <a:gd name="connsiteY163" fmla="*/ 6431686 h 6858000"/>
              <a:gd name="connsiteX164" fmla="*/ 6461741 w 7904316"/>
              <a:gd name="connsiteY164" fmla="*/ 6431686 h 6858000"/>
              <a:gd name="connsiteX165" fmla="*/ 7271306 w 7904316"/>
              <a:gd name="connsiteY165" fmla="*/ 6331911 h 6858000"/>
              <a:gd name="connsiteX166" fmla="*/ 7240829 w 7904316"/>
              <a:gd name="connsiteY166" fmla="*/ 6354293 h 6858000"/>
              <a:gd name="connsiteX167" fmla="*/ 7240829 w 7904316"/>
              <a:gd name="connsiteY167" fmla="*/ 6361192 h 6858000"/>
              <a:gd name="connsiteX168" fmla="*/ 7251309 w 7904316"/>
              <a:gd name="connsiteY168" fmla="*/ 6379767 h 6858000"/>
              <a:gd name="connsiteX169" fmla="*/ 7226294 w 7904316"/>
              <a:gd name="connsiteY169" fmla="*/ 6394776 h 6858000"/>
              <a:gd name="connsiteX170" fmla="*/ 7211059 w 7904316"/>
              <a:gd name="connsiteY170" fmla="*/ 6417633 h 6858000"/>
              <a:gd name="connsiteX171" fmla="*/ 7211059 w 7904316"/>
              <a:gd name="connsiteY171" fmla="*/ 6425728 h 6858000"/>
              <a:gd name="connsiteX172" fmla="*/ 7241770 w 7904316"/>
              <a:gd name="connsiteY172" fmla="*/ 6454776 h 6858000"/>
              <a:gd name="connsiteX173" fmla="*/ 7285586 w 7904316"/>
              <a:gd name="connsiteY173" fmla="*/ 6454776 h 6858000"/>
              <a:gd name="connsiteX174" fmla="*/ 7308683 w 7904316"/>
              <a:gd name="connsiteY174" fmla="*/ 6447388 h 6858000"/>
              <a:gd name="connsiteX175" fmla="*/ 7319637 w 7904316"/>
              <a:gd name="connsiteY175" fmla="*/ 6437630 h 6858000"/>
              <a:gd name="connsiteX176" fmla="*/ 7339875 w 7904316"/>
              <a:gd name="connsiteY176" fmla="*/ 6454776 h 6858000"/>
              <a:gd name="connsiteX177" fmla="*/ 7377266 w 7904316"/>
              <a:gd name="connsiteY177" fmla="*/ 6454776 h 6858000"/>
              <a:gd name="connsiteX178" fmla="*/ 7338453 w 7904316"/>
              <a:gd name="connsiteY178" fmla="*/ 6422147 h 6858000"/>
              <a:gd name="connsiteX179" fmla="*/ 7366786 w 7904316"/>
              <a:gd name="connsiteY179" fmla="*/ 6398583 h 6858000"/>
              <a:gd name="connsiteX180" fmla="*/ 7350588 w 7904316"/>
              <a:gd name="connsiteY180" fmla="*/ 6384537 h 6858000"/>
              <a:gd name="connsiteX181" fmla="*/ 7322014 w 7904316"/>
              <a:gd name="connsiteY181" fmla="*/ 6408341 h 6858000"/>
              <a:gd name="connsiteX182" fmla="*/ 7264152 w 7904316"/>
              <a:gd name="connsiteY182" fmla="*/ 6360244 h 6858000"/>
              <a:gd name="connsiteX183" fmla="*/ 7264152 w 7904316"/>
              <a:gd name="connsiteY183" fmla="*/ 6351434 h 6858000"/>
              <a:gd name="connsiteX184" fmla="*/ 7304402 w 7904316"/>
              <a:gd name="connsiteY184" fmla="*/ 6351434 h 6858000"/>
              <a:gd name="connsiteX185" fmla="*/ 7304402 w 7904316"/>
              <a:gd name="connsiteY185" fmla="*/ 6367873 h 6858000"/>
              <a:gd name="connsiteX186" fmla="*/ 7326536 w 7904316"/>
              <a:gd name="connsiteY186" fmla="*/ 6364066 h 6858000"/>
              <a:gd name="connsiteX187" fmla="*/ 7326536 w 7904316"/>
              <a:gd name="connsiteY187" fmla="*/ 6356678 h 6858000"/>
              <a:gd name="connsiteX188" fmla="*/ 7296058 w 7904316"/>
              <a:gd name="connsiteY188" fmla="*/ 6331911 h 6858000"/>
              <a:gd name="connsiteX189" fmla="*/ 6433167 w 7904316"/>
              <a:gd name="connsiteY189" fmla="*/ 6331911 h 6858000"/>
              <a:gd name="connsiteX190" fmla="*/ 6433167 w 7904316"/>
              <a:gd name="connsiteY190" fmla="*/ 6454776 h 6858000"/>
              <a:gd name="connsiteX191" fmla="*/ 6504843 w 7904316"/>
              <a:gd name="connsiteY191" fmla="*/ 6454776 h 6858000"/>
              <a:gd name="connsiteX192" fmla="*/ 6555325 w 7904316"/>
              <a:gd name="connsiteY192" fmla="*/ 6445259 h 6858000"/>
              <a:gd name="connsiteX193" fmla="*/ 6582462 w 7904316"/>
              <a:gd name="connsiteY193" fmla="*/ 6392632 h 6858000"/>
              <a:gd name="connsiteX194" fmla="*/ 6512216 w 7904316"/>
              <a:gd name="connsiteY194" fmla="*/ 6331911 h 6858000"/>
              <a:gd name="connsiteX195" fmla="*/ 0 w 7904316"/>
              <a:gd name="connsiteY195" fmla="*/ 0 h 6858000"/>
              <a:gd name="connsiteX196" fmla="*/ 7904316 w 7904316"/>
              <a:gd name="connsiteY196" fmla="*/ 0 h 6858000"/>
              <a:gd name="connsiteX197" fmla="*/ 7904316 w 7904316"/>
              <a:gd name="connsiteY197" fmla="*/ 6858000 h 6858000"/>
              <a:gd name="connsiteX198" fmla="*/ 0 w 7904316"/>
              <a:gd name="connsiteY19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7904316" h="6858000">
                <a:moveTo>
                  <a:pt x="6621659" y="6535879"/>
                </a:moveTo>
                <a:lnTo>
                  <a:pt x="6704484" y="6535879"/>
                </a:lnTo>
                <a:lnTo>
                  <a:pt x="6704484" y="6598745"/>
                </a:lnTo>
                <a:lnTo>
                  <a:pt x="6621659" y="6598745"/>
                </a:lnTo>
                <a:close/>
                <a:moveTo>
                  <a:pt x="7275572" y="6534690"/>
                </a:moveTo>
                <a:lnTo>
                  <a:pt x="7331531" y="6534690"/>
                </a:lnTo>
                <a:cubicBezTo>
                  <a:pt x="7338903" y="6534690"/>
                  <a:pt x="7342725" y="6536127"/>
                  <a:pt x="7342725" y="6542786"/>
                </a:cubicBezTo>
                <a:lnTo>
                  <a:pt x="7342725" y="6554455"/>
                </a:lnTo>
                <a:cubicBezTo>
                  <a:pt x="7342725" y="6561128"/>
                  <a:pt x="7338903" y="6562550"/>
                  <a:pt x="7331531" y="6562550"/>
                </a:cubicBezTo>
                <a:lnTo>
                  <a:pt x="7275572" y="6562550"/>
                </a:lnTo>
                <a:close/>
                <a:moveTo>
                  <a:pt x="6622622" y="6517318"/>
                </a:moveTo>
                <a:cubicBezTo>
                  <a:pt x="6602474" y="6517318"/>
                  <a:pt x="6595906" y="6521832"/>
                  <a:pt x="6595906" y="6541122"/>
                </a:cubicBezTo>
                <a:lnTo>
                  <a:pt x="6595906" y="6594223"/>
                </a:lnTo>
                <a:cubicBezTo>
                  <a:pt x="6595906" y="6613272"/>
                  <a:pt x="6602218" y="6618042"/>
                  <a:pt x="6622622" y="6618042"/>
                </a:cubicBezTo>
                <a:lnTo>
                  <a:pt x="6702046" y="6618042"/>
                </a:lnTo>
                <a:cubicBezTo>
                  <a:pt x="6722202" y="6618042"/>
                  <a:pt x="6728762" y="6613272"/>
                  <a:pt x="6728762" y="6594223"/>
                </a:cubicBezTo>
                <a:lnTo>
                  <a:pt x="6728762" y="6541122"/>
                </a:lnTo>
                <a:cubicBezTo>
                  <a:pt x="6728762" y="6521832"/>
                  <a:pt x="6722194" y="6517318"/>
                  <a:pt x="6702046" y="6517318"/>
                </a:cubicBezTo>
                <a:close/>
                <a:moveTo>
                  <a:pt x="7251301" y="6517311"/>
                </a:moveTo>
                <a:lnTo>
                  <a:pt x="7251301" y="6618035"/>
                </a:lnTo>
                <a:lnTo>
                  <a:pt x="7275579" y="6618035"/>
                </a:lnTo>
                <a:lnTo>
                  <a:pt x="7275579" y="6579929"/>
                </a:lnTo>
                <a:lnTo>
                  <a:pt x="7298676" y="6579929"/>
                </a:lnTo>
                <a:lnTo>
                  <a:pt x="7340822" y="6618035"/>
                </a:lnTo>
                <a:lnTo>
                  <a:pt x="7376069" y="6618035"/>
                </a:lnTo>
                <a:lnTo>
                  <a:pt x="7328213" y="6579929"/>
                </a:lnTo>
                <a:lnTo>
                  <a:pt x="7342026" y="6579929"/>
                </a:lnTo>
                <a:cubicBezTo>
                  <a:pt x="7358208" y="6579929"/>
                  <a:pt x="7365596" y="6574452"/>
                  <a:pt x="7365596" y="6560639"/>
                </a:cubicBezTo>
                <a:lnTo>
                  <a:pt x="7365596" y="6536835"/>
                </a:lnTo>
                <a:cubicBezTo>
                  <a:pt x="7365596" y="6522788"/>
                  <a:pt x="7358208" y="6517311"/>
                  <a:pt x="7342026" y="6517311"/>
                </a:cubicBezTo>
                <a:close/>
                <a:moveTo>
                  <a:pt x="7113961" y="6517311"/>
                </a:moveTo>
                <a:lnTo>
                  <a:pt x="7113961" y="6618035"/>
                </a:lnTo>
                <a:lnTo>
                  <a:pt x="7225435" y="6618035"/>
                </a:lnTo>
                <a:lnTo>
                  <a:pt x="7225435" y="6599219"/>
                </a:lnTo>
                <a:lnTo>
                  <a:pt x="7139225" y="6599219"/>
                </a:lnTo>
                <a:lnTo>
                  <a:pt x="7139225" y="6574452"/>
                </a:lnTo>
                <a:lnTo>
                  <a:pt x="7188774" y="6574452"/>
                </a:lnTo>
                <a:lnTo>
                  <a:pt x="7188774" y="6557073"/>
                </a:lnTo>
                <a:lnTo>
                  <a:pt x="7139225" y="6557073"/>
                </a:lnTo>
                <a:lnTo>
                  <a:pt x="7139225" y="6535179"/>
                </a:lnTo>
                <a:lnTo>
                  <a:pt x="7224224" y="6535179"/>
                </a:lnTo>
                <a:lnTo>
                  <a:pt x="7224224" y="6517311"/>
                </a:lnTo>
                <a:close/>
                <a:moveTo>
                  <a:pt x="6937770" y="6517311"/>
                </a:moveTo>
                <a:lnTo>
                  <a:pt x="6937770" y="6618035"/>
                </a:lnTo>
                <a:lnTo>
                  <a:pt x="6960739" y="6618035"/>
                </a:lnTo>
                <a:lnTo>
                  <a:pt x="6960739" y="6550414"/>
                </a:lnTo>
                <a:lnTo>
                  <a:pt x="7007121" y="6605892"/>
                </a:lnTo>
                <a:lnTo>
                  <a:pt x="7011981" y="6605892"/>
                </a:lnTo>
                <a:lnTo>
                  <a:pt x="7057874" y="6548737"/>
                </a:lnTo>
                <a:lnTo>
                  <a:pt x="7057874" y="6618035"/>
                </a:lnTo>
                <a:lnTo>
                  <a:pt x="7081189" y="6618035"/>
                </a:lnTo>
                <a:lnTo>
                  <a:pt x="7081189" y="6517311"/>
                </a:lnTo>
                <a:lnTo>
                  <a:pt x="7061041" y="6517311"/>
                </a:lnTo>
                <a:lnTo>
                  <a:pt x="7011003" y="6577070"/>
                </a:lnTo>
                <a:lnTo>
                  <a:pt x="6960739" y="6517311"/>
                </a:lnTo>
                <a:close/>
                <a:moveTo>
                  <a:pt x="6760451" y="6517311"/>
                </a:moveTo>
                <a:lnTo>
                  <a:pt x="6760451" y="6618035"/>
                </a:lnTo>
                <a:lnTo>
                  <a:pt x="6783412" y="6618035"/>
                </a:lnTo>
                <a:lnTo>
                  <a:pt x="6783412" y="6550414"/>
                </a:lnTo>
                <a:lnTo>
                  <a:pt x="6829794" y="6605892"/>
                </a:lnTo>
                <a:lnTo>
                  <a:pt x="6834647" y="6605892"/>
                </a:lnTo>
                <a:lnTo>
                  <a:pt x="6880555" y="6548737"/>
                </a:lnTo>
                <a:lnTo>
                  <a:pt x="6880555" y="6618035"/>
                </a:lnTo>
                <a:lnTo>
                  <a:pt x="6903870" y="6618035"/>
                </a:lnTo>
                <a:lnTo>
                  <a:pt x="6903870" y="6517311"/>
                </a:lnTo>
                <a:lnTo>
                  <a:pt x="6883715" y="6517311"/>
                </a:lnTo>
                <a:lnTo>
                  <a:pt x="6833684" y="6577070"/>
                </a:lnTo>
                <a:lnTo>
                  <a:pt x="6783412" y="6517311"/>
                </a:lnTo>
                <a:close/>
                <a:moveTo>
                  <a:pt x="6464593" y="6495162"/>
                </a:moveTo>
                <a:cubicBezTo>
                  <a:pt x="6441496" y="6495162"/>
                  <a:pt x="6434115" y="6501113"/>
                  <a:pt x="6434115" y="6524218"/>
                </a:cubicBezTo>
                <a:lnTo>
                  <a:pt x="6434115" y="6537775"/>
                </a:lnTo>
                <a:cubicBezTo>
                  <a:pt x="6434115" y="6560879"/>
                  <a:pt x="6441503" y="6566830"/>
                  <a:pt x="6464593" y="6566830"/>
                </a:cubicBezTo>
                <a:lnTo>
                  <a:pt x="6541271" y="6566830"/>
                </a:lnTo>
                <a:lnTo>
                  <a:pt x="6541271" y="6594930"/>
                </a:lnTo>
                <a:lnTo>
                  <a:pt x="6454368" y="6594930"/>
                </a:lnTo>
                <a:lnTo>
                  <a:pt x="6454368" y="6581704"/>
                </a:lnTo>
                <a:lnTo>
                  <a:pt x="6429112" y="6586948"/>
                </a:lnTo>
                <a:lnTo>
                  <a:pt x="6429112" y="6588979"/>
                </a:lnTo>
                <a:cubicBezTo>
                  <a:pt x="6429112" y="6612076"/>
                  <a:pt x="6436733" y="6618027"/>
                  <a:pt x="6459830" y="6618027"/>
                </a:cubicBezTo>
                <a:lnTo>
                  <a:pt x="6535802" y="6618027"/>
                </a:lnTo>
                <a:cubicBezTo>
                  <a:pt x="6558899" y="6618027"/>
                  <a:pt x="6566520" y="6612076"/>
                  <a:pt x="6566520" y="6588979"/>
                </a:cubicBezTo>
                <a:lnTo>
                  <a:pt x="6566520" y="6572074"/>
                </a:lnTo>
                <a:cubicBezTo>
                  <a:pt x="6566520" y="6548970"/>
                  <a:pt x="6558899" y="6543019"/>
                  <a:pt x="6535802" y="6543019"/>
                </a:cubicBezTo>
                <a:lnTo>
                  <a:pt x="6459115" y="6543019"/>
                </a:lnTo>
                <a:lnTo>
                  <a:pt x="6459115" y="6516596"/>
                </a:lnTo>
                <a:lnTo>
                  <a:pt x="6539601" y="6516596"/>
                </a:lnTo>
                <a:lnTo>
                  <a:pt x="6539601" y="6529905"/>
                </a:lnTo>
                <a:lnTo>
                  <a:pt x="6564842" y="6523954"/>
                </a:lnTo>
                <a:lnTo>
                  <a:pt x="6564842" y="6522074"/>
                </a:lnTo>
                <a:cubicBezTo>
                  <a:pt x="6564842" y="6500872"/>
                  <a:pt x="6556273" y="6495162"/>
                  <a:pt x="6534365" y="6495162"/>
                </a:cubicBezTo>
                <a:close/>
                <a:moveTo>
                  <a:pt x="7266537" y="6392873"/>
                </a:moveTo>
                <a:lnTo>
                  <a:pt x="7303439" y="6423591"/>
                </a:lnTo>
                <a:lnTo>
                  <a:pt x="7292011" y="6433349"/>
                </a:lnTo>
                <a:lnTo>
                  <a:pt x="7235111" y="6433349"/>
                </a:lnTo>
                <a:lnTo>
                  <a:pt x="7235111" y="6433342"/>
                </a:lnTo>
                <a:lnTo>
                  <a:pt x="7235111" y="6412396"/>
                </a:lnTo>
                <a:close/>
                <a:moveTo>
                  <a:pt x="6635848" y="6371439"/>
                </a:moveTo>
                <a:lnTo>
                  <a:pt x="6691807" y="6371439"/>
                </a:lnTo>
                <a:cubicBezTo>
                  <a:pt x="6699180" y="6371439"/>
                  <a:pt x="6703001" y="6372876"/>
                  <a:pt x="6703001" y="6379534"/>
                </a:cubicBezTo>
                <a:lnTo>
                  <a:pt x="6703001" y="6391203"/>
                </a:lnTo>
                <a:cubicBezTo>
                  <a:pt x="6703001" y="6397876"/>
                  <a:pt x="6699180" y="6399298"/>
                  <a:pt x="6691807" y="6399298"/>
                </a:cubicBezTo>
                <a:lnTo>
                  <a:pt x="6635848" y="6399298"/>
                </a:lnTo>
                <a:close/>
                <a:moveTo>
                  <a:pt x="7061621" y="6354060"/>
                </a:moveTo>
                <a:cubicBezTo>
                  <a:pt x="7041857" y="6354060"/>
                  <a:pt x="7035184" y="6358830"/>
                  <a:pt x="7035184" y="6377879"/>
                </a:cubicBezTo>
                <a:lnTo>
                  <a:pt x="7035184" y="6389074"/>
                </a:lnTo>
                <a:cubicBezTo>
                  <a:pt x="7035184" y="6408123"/>
                  <a:pt x="7041857" y="6412878"/>
                  <a:pt x="7061621" y="6412878"/>
                </a:cubicBezTo>
                <a:lnTo>
                  <a:pt x="7126857" y="6412878"/>
                </a:lnTo>
                <a:lnTo>
                  <a:pt x="7126857" y="6435983"/>
                </a:lnTo>
                <a:lnTo>
                  <a:pt x="7052796" y="6435983"/>
                </a:lnTo>
                <a:lnTo>
                  <a:pt x="7052796" y="6425375"/>
                </a:lnTo>
                <a:lnTo>
                  <a:pt x="7030903" y="6429430"/>
                </a:lnTo>
                <a:lnTo>
                  <a:pt x="7030903" y="6430980"/>
                </a:lnTo>
                <a:cubicBezTo>
                  <a:pt x="7030903" y="6449796"/>
                  <a:pt x="7037328" y="6454784"/>
                  <a:pt x="7057325" y="6454784"/>
                </a:cubicBezTo>
                <a:lnTo>
                  <a:pt x="7122817" y="6454784"/>
                </a:lnTo>
                <a:cubicBezTo>
                  <a:pt x="7142814" y="6454784"/>
                  <a:pt x="7149006" y="6449796"/>
                  <a:pt x="7149006" y="6430980"/>
                </a:cubicBezTo>
                <a:lnTo>
                  <a:pt x="7149006" y="6417166"/>
                </a:lnTo>
                <a:cubicBezTo>
                  <a:pt x="7149006" y="6398117"/>
                  <a:pt x="7142822" y="6393362"/>
                  <a:pt x="7122817" y="6393362"/>
                </a:cubicBezTo>
                <a:lnTo>
                  <a:pt x="7057325" y="6393362"/>
                </a:lnTo>
                <a:lnTo>
                  <a:pt x="7057325" y="6372154"/>
                </a:lnTo>
                <a:lnTo>
                  <a:pt x="7126616" y="6372154"/>
                </a:lnTo>
                <a:lnTo>
                  <a:pt x="7126616" y="6381565"/>
                </a:lnTo>
                <a:lnTo>
                  <a:pt x="7147802" y="6377051"/>
                </a:lnTo>
                <a:lnTo>
                  <a:pt x="7147802" y="6375968"/>
                </a:lnTo>
                <a:cubicBezTo>
                  <a:pt x="7147802" y="6358356"/>
                  <a:pt x="7139955" y="6354060"/>
                  <a:pt x="7121380" y="6354060"/>
                </a:cubicBezTo>
                <a:close/>
                <a:moveTo>
                  <a:pt x="6897287" y="6354060"/>
                </a:moveTo>
                <a:lnTo>
                  <a:pt x="6897287" y="6454776"/>
                </a:lnTo>
                <a:lnTo>
                  <a:pt x="7006580" y="6454776"/>
                </a:lnTo>
                <a:lnTo>
                  <a:pt x="7006580" y="6435967"/>
                </a:lnTo>
                <a:lnTo>
                  <a:pt x="6922054" y="6435967"/>
                </a:lnTo>
                <a:lnTo>
                  <a:pt x="6922054" y="6411200"/>
                </a:lnTo>
                <a:lnTo>
                  <a:pt x="6970626" y="6411200"/>
                </a:lnTo>
                <a:lnTo>
                  <a:pt x="6970626" y="6393821"/>
                </a:lnTo>
                <a:lnTo>
                  <a:pt x="6922054" y="6393821"/>
                </a:lnTo>
                <a:lnTo>
                  <a:pt x="6922054" y="6371913"/>
                </a:lnTo>
                <a:lnTo>
                  <a:pt x="7005399" y="6371913"/>
                </a:lnTo>
                <a:lnTo>
                  <a:pt x="7005399" y="6354060"/>
                </a:lnTo>
                <a:close/>
                <a:moveTo>
                  <a:pt x="6759578" y="6354060"/>
                </a:moveTo>
                <a:lnTo>
                  <a:pt x="6759578" y="6454776"/>
                </a:lnTo>
                <a:lnTo>
                  <a:pt x="6868871" y="6454776"/>
                </a:lnTo>
                <a:lnTo>
                  <a:pt x="6868871" y="6435967"/>
                </a:lnTo>
                <a:lnTo>
                  <a:pt x="6784345" y="6435967"/>
                </a:lnTo>
                <a:lnTo>
                  <a:pt x="6784345" y="6411200"/>
                </a:lnTo>
                <a:lnTo>
                  <a:pt x="6832917" y="6411200"/>
                </a:lnTo>
                <a:lnTo>
                  <a:pt x="6832917" y="6393821"/>
                </a:lnTo>
                <a:lnTo>
                  <a:pt x="6784345" y="6393821"/>
                </a:lnTo>
                <a:lnTo>
                  <a:pt x="6784345" y="6371913"/>
                </a:lnTo>
                <a:lnTo>
                  <a:pt x="6867690" y="6371913"/>
                </a:lnTo>
                <a:lnTo>
                  <a:pt x="6867690" y="6354060"/>
                </a:lnTo>
                <a:close/>
                <a:moveTo>
                  <a:pt x="6611562" y="6354060"/>
                </a:moveTo>
                <a:lnTo>
                  <a:pt x="6611562" y="6454776"/>
                </a:lnTo>
                <a:lnTo>
                  <a:pt x="6635855" y="6454776"/>
                </a:lnTo>
                <a:lnTo>
                  <a:pt x="6635855" y="6416670"/>
                </a:lnTo>
                <a:lnTo>
                  <a:pt x="6658952" y="6416670"/>
                </a:lnTo>
                <a:lnTo>
                  <a:pt x="6701098" y="6454776"/>
                </a:lnTo>
                <a:lnTo>
                  <a:pt x="6736345" y="6454776"/>
                </a:lnTo>
                <a:lnTo>
                  <a:pt x="6688474" y="6416670"/>
                </a:lnTo>
                <a:lnTo>
                  <a:pt x="6702287" y="6416670"/>
                </a:lnTo>
                <a:cubicBezTo>
                  <a:pt x="6718485" y="6416670"/>
                  <a:pt x="6725865" y="6411193"/>
                  <a:pt x="6725865" y="6397395"/>
                </a:cubicBezTo>
                <a:lnTo>
                  <a:pt x="6725865" y="6373583"/>
                </a:lnTo>
                <a:cubicBezTo>
                  <a:pt x="6725865" y="6359537"/>
                  <a:pt x="6718477" y="6354060"/>
                  <a:pt x="6702287" y="6354060"/>
                </a:cubicBezTo>
                <a:close/>
                <a:moveTo>
                  <a:pt x="6461741" y="6353819"/>
                </a:moveTo>
                <a:lnTo>
                  <a:pt x="6512456" y="6353819"/>
                </a:lnTo>
                <a:cubicBezTo>
                  <a:pt x="6539368" y="6353819"/>
                  <a:pt x="6552940" y="6367158"/>
                  <a:pt x="6552940" y="6392158"/>
                </a:cubicBezTo>
                <a:cubicBezTo>
                  <a:pt x="6552940" y="6422636"/>
                  <a:pt x="6534839" y="6431686"/>
                  <a:pt x="6498643" y="6431686"/>
                </a:cubicBezTo>
                <a:lnTo>
                  <a:pt x="6461741" y="6431686"/>
                </a:lnTo>
                <a:close/>
                <a:moveTo>
                  <a:pt x="7271306" y="6331911"/>
                </a:moveTo>
                <a:cubicBezTo>
                  <a:pt x="7250346" y="6331911"/>
                  <a:pt x="7240829" y="6336681"/>
                  <a:pt x="7240829" y="6354293"/>
                </a:cubicBezTo>
                <a:lnTo>
                  <a:pt x="7240829" y="6361192"/>
                </a:lnTo>
                <a:cubicBezTo>
                  <a:pt x="7240829" y="6368339"/>
                  <a:pt x="7244162" y="6373816"/>
                  <a:pt x="7251309" y="6379767"/>
                </a:cubicBezTo>
                <a:lnTo>
                  <a:pt x="7226294" y="6394776"/>
                </a:lnTo>
                <a:cubicBezTo>
                  <a:pt x="7215588" y="6401202"/>
                  <a:pt x="7211059" y="6405008"/>
                  <a:pt x="7211059" y="6417633"/>
                </a:cubicBezTo>
                <a:lnTo>
                  <a:pt x="7211059" y="6425728"/>
                </a:lnTo>
                <a:cubicBezTo>
                  <a:pt x="7211059" y="6448825"/>
                  <a:pt x="7218680" y="6454776"/>
                  <a:pt x="7241770" y="6454776"/>
                </a:cubicBezTo>
                <a:lnTo>
                  <a:pt x="7285586" y="6454776"/>
                </a:lnTo>
                <a:cubicBezTo>
                  <a:pt x="7295818" y="6454776"/>
                  <a:pt x="7300821" y="6454302"/>
                  <a:pt x="7308683" y="6447388"/>
                </a:cubicBezTo>
                <a:lnTo>
                  <a:pt x="7319637" y="6437630"/>
                </a:lnTo>
                <a:lnTo>
                  <a:pt x="7339875" y="6454776"/>
                </a:lnTo>
                <a:lnTo>
                  <a:pt x="7377266" y="6454776"/>
                </a:lnTo>
                <a:lnTo>
                  <a:pt x="7338453" y="6422147"/>
                </a:lnTo>
                <a:lnTo>
                  <a:pt x="7366786" y="6398583"/>
                </a:lnTo>
                <a:lnTo>
                  <a:pt x="7350588" y="6384537"/>
                </a:lnTo>
                <a:lnTo>
                  <a:pt x="7322014" y="6408341"/>
                </a:lnTo>
                <a:lnTo>
                  <a:pt x="7264152" y="6360244"/>
                </a:lnTo>
                <a:lnTo>
                  <a:pt x="7264152" y="6351434"/>
                </a:lnTo>
                <a:lnTo>
                  <a:pt x="7304402" y="6351434"/>
                </a:lnTo>
                <a:lnTo>
                  <a:pt x="7304402" y="6367873"/>
                </a:lnTo>
                <a:lnTo>
                  <a:pt x="7326536" y="6364066"/>
                </a:lnTo>
                <a:lnTo>
                  <a:pt x="7326536" y="6356678"/>
                </a:lnTo>
                <a:cubicBezTo>
                  <a:pt x="7326536" y="6336681"/>
                  <a:pt x="7318200" y="6331911"/>
                  <a:pt x="7296058" y="6331911"/>
                </a:cubicBezTo>
                <a:close/>
                <a:moveTo>
                  <a:pt x="6433167" y="6331911"/>
                </a:moveTo>
                <a:lnTo>
                  <a:pt x="6433167" y="6454776"/>
                </a:lnTo>
                <a:lnTo>
                  <a:pt x="6504843" y="6454776"/>
                </a:lnTo>
                <a:cubicBezTo>
                  <a:pt x="6526736" y="6454776"/>
                  <a:pt x="6543408" y="6452632"/>
                  <a:pt x="6555325" y="6445259"/>
                </a:cubicBezTo>
                <a:cubicBezTo>
                  <a:pt x="6572471" y="6434779"/>
                  <a:pt x="6582462" y="6415729"/>
                  <a:pt x="6582462" y="6392632"/>
                </a:cubicBezTo>
                <a:cubicBezTo>
                  <a:pt x="6582462" y="6354534"/>
                  <a:pt x="6558184" y="6331911"/>
                  <a:pt x="6512216" y="6331911"/>
                </a:cubicBezTo>
                <a:close/>
                <a:moveTo>
                  <a:pt x="0" y="0"/>
                </a:moveTo>
                <a:lnTo>
                  <a:pt x="7904316" y="0"/>
                </a:lnTo>
                <a:lnTo>
                  <a:pt x="7904316" y="6858000"/>
                </a:lnTo>
                <a:lnTo>
                  <a:pt x="0" y="6858000"/>
                </a:lnTo>
                <a:close/>
              </a:path>
            </a:pathLst>
          </a:custGeom>
          <a:pattFill prst="ltUpDiag">
            <a:fgClr>
              <a:schemeClr val="bg1">
                <a:lumMod val="95000"/>
              </a:schemeClr>
            </a:fgClr>
            <a:bgClr>
              <a:schemeClr val="bg1"/>
            </a:bgClr>
          </a:pattFill>
        </p:spPr>
        <p:txBody>
          <a:bodyPr wrap="square">
            <a:noAutofit/>
          </a:bodyPr>
          <a:lstStyle/>
          <a:p>
            <a:r>
              <a:rPr lang="de-DE"/>
              <a:t>Bild durch Klicken auf Symbol hinzufügen</a:t>
            </a:r>
            <a:endParaRPr lang="en-US"/>
          </a:p>
        </p:txBody>
      </p:sp>
      <p:sp>
        <p:nvSpPr>
          <p:cNvPr id="45" name="copyright right">
            <a:extLst>
              <a:ext uri="{FF2B5EF4-FFF2-40B4-BE49-F238E27FC236}">
                <a16:creationId xmlns:a16="http://schemas.microsoft.com/office/drawing/2014/main" id="{BB3DAF85-A113-517B-7C5D-686B8842BD43}"/>
              </a:ext>
              <a:ext uri="{C183D7F6-B498-43B3-948B-1728B52AA6E4}">
                <adec:decorative xmlns:adec="http://schemas.microsoft.com/office/drawing/2017/decorative" val="1"/>
              </a:ext>
            </a:extLst>
          </p:cNvPr>
          <p:cNvSpPr>
            <a:spLocks noGrp="1"/>
          </p:cNvSpPr>
          <p:nvPr>
            <p:ph type="body" sz="quarter" idx="19" hasCustomPrompt="1"/>
          </p:nvPr>
        </p:nvSpPr>
        <p:spPr bwMode="black">
          <a:xfrm rot="16200000">
            <a:off x="11672798" y="5759643"/>
            <a:ext cx="580379" cy="92333"/>
          </a:xfrm>
          <a:solidFill>
            <a:schemeClr val="bg1">
              <a:alpha val="0"/>
            </a:schemeClr>
          </a:solidFill>
        </p:spPr>
        <p:txBody>
          <a:bodyPr wrap="none" anchor="t"/>
          <a:lstStyle>
            <a:lvl1pPr>
              <a:spcBef>
                <a:spcPts val="0"/>
              </a:spcBef>
              <a:spcAft>
                <a:spcPts val="0"/>
              </a:spcAft>
              <a:defRPr sz="600">
                <a:solidFill>
                  <a:schemeClr val="folHlink"/>
                </a:solidFill>
              </a:defRPr>
            </a:lvl1pPr>
          </a:lstStyle>
          <a:p>
            <a:pPr lvl="0"/>
            <a:r>
              <a:rPr lang="de-DE" noProof="0"/>
              <a:t>© Copyright</a:t>
            </a:r>
          </a:p>
        </p:txBody>
      </p:sp>
      <p:sp>
        <p:nvSpPr>
          <p:cNvPr id="11" name="slide number">
            <a:extLst>
              <a:ext uri="{FF2B5EF4-FFF2-40B4-BE49-F238E27FC236}">
                <a16:creationId xmlns:a16="http://schemas.microsoft.com/office/drawing/2014/main" id="{595DFAE7-2F81-F2D0-C113-A3E4336175FC}"/>
              </a:ext>
            </a:extLst>
          </p:cNvPr>
          <p:cNvSpPr>
            <a:spLocks noGrp="1"/>
          </p:cNvSpPr>
          <p:nvPr>
            <p:ph type="sldNum" sz="quarter" idx="22"/>
          </p:nvPr>
        </p:nvSpPr>
        <p:spPr/>
        <p:txBody>
          <a:bodyPr/>
          <a:lstStyle/>
          <a:p>
            <a:fld id="{9829449A-3FF3-45CE-9F4F-09BADC0910C6}" type="slidenum">
              <a:rPr lang="de-DE"/>
              <a:pPr/>
              <a:t>‹Nr.›</a:t>
            </a:fld>
            <a:endParaRPr lang="de-DE"/>
          </a:p>
        </p:txBody>
      </p:sp>
      <p:sp>
        <p:nvSpPr>
          <p:cNvPr id="10" name="footer">
            <a:extLst>
              <a:ext uri="{FF2B5EF4-FFF2-40B4-BE49-F238E27FC236}">
                <a16:creationId xmlns:a16="http://schemas.microsoft.com/office/drawing/2014/main" id="{034503C0-755C-9309-372B-1668CB388B09}"/>
              </a:ext>
            </a:extLst>
          </p:cNvPr>
          <p:cNvSpPr>
            <a:spLocks noGrp="1"/>
          </p:cNvSpPr>
          <p:nvPr>
            <p:ph type="ftr" sz="quarter" idx="21"/>
          </p:nvPr>
        </p:nvSpPr>
        <p:spPr>
          <a:xfrm>
            <a:off x="763200" y="6386400"/>
            <a:ext cx="3237300" cy="180000"/>
          </a:xfrm>
        </p:spPr>
        <p:txBody>
          <a:bodyPr/>
          <a:lstStyle/>
          <a:p>
            <a:r>
              <a:rPr lang="de-DE"/>
              <a:t>SNB - TGA - 28.08.2026</a:t>
            </a:r>
          </a:p>
        </p:txBody>
      </p:sp>
      <p:sp>
        <p:nvSpPr>
          <p:cNvPr id="15" name="logo drees&amp;sommer white">
            <a:extLst>
              <a:ext uri="{FF2B5EF4-FFF2-40B4-BE49-F238E27FC236}">
                <a16:creationId xmlns:a16="http://schemas.microsoft.com/office/drawing/2014/main" id="{A61848D7-A07E-41F7-9AA3-92AF59A5092A}"/>
              </a:ext>
              <a:ext uri="{C183D7F6-B498-43B3-948B-1728B52AA6E4}">
                <adec:decorative xmlns:adec="http://schemas.microsoft.com/office/drawing/2017/decorative" val="1"/>
              </a:ext>
            </a:extLst>
          </p:cNvPr>
          <p:cNvSpPr>
            <a:spLocks noGrp="1"/>
          </p:cNvSpPr>
          <p:nvPr>
            <p:ph type="media" sz="quarter" idx="20"/>
          </p:nvPr>
        </p:nvSpPr>
        <p:spPr bwMode="gray">
          <a:xfrm>
            <a:off x="10716797" y="6330042"/>
            <a:ext cx="946800" cy="288000"/>
          </a:xfrm>
          <a:blipFill>
            <a:blip r:embed="rId3" cstate="print">
              <a:extLst>
                <a:ext uri="{28A0092B-C50C-407E-A947-70E740481C1C}">
                  <a14:useLocalDpi xmlns:a14="http://schemas.microsoft.com/office/drawing/2010/main"/>
                </a:ext>
              </a:extLst>
            </a:blip>
            <a:stretch>
              <a:fillRect/>
            </a:stretch>
          </a:blipFill>
          <a:ln w="15875" cap="flat">
            <a:noFill/>
            <a:prstDash val="lgDash"/>
          </a:ln>
        </p:spPr>
        <p:txBody>
          <a:bodyPr/>
          <a:lstStyle>
            <a:lvl1pPr>
              <a:defRPr sz="100">
                <a:solidFill>
                  <a:schemeClr val="bg1"/>
                </a:solidFill>
              </a:defRPr>
            </a:lvl1pPr>
          </a:lstStyle>
          <a:p>
            <a:r>
              <a:rPr lang="de-DE"/>
              <a:t>Mediaclip durch Klicken auf Symbol hinzufügen</a:t>
            </a:r>
          </a:p>
        </p:txBody>
      </p:sp>
      <p:grpSp>
        <p:nvGrpSpPr>
          <p:cNvPr id="44" name="info">
            <a:extLst>
              <a:ext uri="{FF2B5EF4-FFF2-40B4-BE49-F238E27FC236}">
                <a16:creationId xmlns:a16="http://schemas.microsoft.com/office/drawing/2014/main" id="{8CD4CAB7-9C45-B589-8590-2229C2834EBC}"/>
              </a:ext>
              <a:ext uri="{C183D7F6-B498-43B3-948B-1728B52AA6E4}">
                <adec:decorative xmlns:adec="http://schemas.microsoft.com/office/drawing/2017/decorative" val="1"/>
              </a:ext>
            </a:extLst>
          </p:cNvPr>
          <p:cNvGrpSpPr/>
          <p:nvPr userDrawn="1"/>
        </p:nvGrpSpPr>
        <p:grpSpPr>
          <a:xfrm flipH="1">
            <a:off x="11233150" y="6990442"/>
            <a:ext cx="1501080" cy="886759"/>
            <a:chOff x="11406324" y="7739173"/>
            <a:chExt cx="1501080" cy="886759"/>
          </a:xfrm>
          <a:effectLst>
            <a:outerShdw blurRad="50800" dist="38100" dir="13500000" algn="br" rotWithShape="0">
              <a:prstClr val="black">
                <a:alpha val="40000"/>
              </a:prstClr>
            </a:outerShdw>
          </a:effectLst>
        </p:grpSpPr>
        <p:sp>
          <p:nvSpPr>
            <p:cNvPr id="41" name="info">
              <a:extLst>
                <a:ext uri="{FF2B5EF4-FFF2-40B4-BE49-F238E27FC236}">
                  <a16:creationId xmlns:a16="http://schemas.microsoft.com/office/drawing/2014/main" id="{8CC5AEC7-E14A-ABD3-F134-80485EBD4CCE}"/>
                </a:ext>
              </a:extLst>
            </p:cNvPr>
            <p:cNvSpPr/>
            <p:nvPr userDrawn="1"/>
          </p:nvSpPr>
          <p:spPr bwMode="gray">
            <a:xfrm rot="5400000" flipH="1" flipV="1">
              <a:off x="12275350" y="7831227"/>
              <a:ext cx="724107"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42" name="info">
              <a:extLst>
                <a:ext uri="{FF2B5EF4-FFF2-40B4-BE49-F238E27FC236}">
                  <a16:creationId xmlns:a16="http://schemas.microsoft.com/office/drawing/2014/main" id="{A9DD6430-470D-B2F2-A85D-9838BB93FAD6}"/>
                </a:ext>
              </a:extLst>
            </p:cNvPr>
            <p:cNvSpPr/>
            <p:nvPr userDrawn="1"/>
          </p:nvSpPr>
          <p:spPr bwMode="gray">
            <a:xfrm flipH="1">
              <a:off x="11406324" y="8011954"/>
              <a:ext cx="1501080" cy="61397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spAutoFit/>
            </a:bodyPr>
            <a:lstStyle/>
            <a:p>
              <a:pPr indent="0" algn="r">
                <a:lnSpc>
                  <a:spcPct val="100000"/>
                </a:lnSpc>
                <a:spcBef>
                  <a:spcPts val="400"/>
                </a:spcBef>
                <a:spcAft>
                  <a:spcPts val="400"/>
                </a:spcAft>
              </a:pPr>
              <a:r>
                <a:rPr lang="en-US" sz="1050" b="0" kern="1200" cap="none">
                  <a:solidFill>
                    <a:schemeClr val="bg1"/>
                  </a:solidFill>
                  <a:latin typeface="+mn-lt"/>
                  <a:ea typeface="+mn-ea"/>
                  <a:cs typeface="+mn-cs"/>
                </a:rPr>
                <a:t>Delete the white logo </a:t>
              </a:r>
              <a:br>
                <a:rPr lang="en-US" sz="1050" b="0" kern="1200" cap="none">
                  <a:solidFill>
                    <a:schemeClr val="bg1"/>
                  </a:solidFill>
                  <a:latin typeface="+mn-lt"/>
                  <a:ea typeface="+mn-ea"/>
                  <a:cs typeface="+mn-cs"/>
                </a:rPr>
              </a:br>
              <a:r>
                <a:rPr lang="en-US" sz="1050" b="0" kern="1200" cap="none">
                  <a:solidFill>
                    <a:schemeClr val="bg1"/>
                  </a:solidFill>
                  <a:latin typeface="+mn-lt"/>
                  <a:ea typeface="+mn-ea"/>
                  <a:cs typeface="+mn-cs"/>
                </a:rPr>
                <a:t>to get the </a:t>
              </a:r>
              <a:r>
                <a:rPr lang="en-US" sz="1050" b="1" kern="1200" cap="all">
                  <a:solidFill>
                    <a:schemeClr val="bg1"/>
                  </a:solidFill>
                  <a:latin typeface="+mn-lt"/>
                  <a:ea typeface="+mn-ea"/>
                  <a:cs typeface="+mn-cs"/>
                </a:rPr>
                <a:t>BLUE LOGO</a:t>
              </a:r>
            </a:p>
          </p:txBody>
        </p:sp>
      </p:grpSp>
      <p:grpSp>
        <p:nvGrpSpPr>
          <p:cNvPr id="12" name="info">
            <a:extLst>
              <a:ext uri="{FF2B5EF4-FFF2-40B4-BE49-F238E27FC236}">
                <a16:creationId xmlns:a16="http://schemas.microsoft.com/office/drawing/2014/main" id="{0915EC7B-F4E7-30D1-AD30-B0BF0F1D8903}"/>
              </a:ext>
            </a:extLst>
          </p:cNvPr>
          <p:cNvGrpSpPr/>
          <p:nvPr userDrawn="1"/>
        </p:nvGrpSpPr>
        <p:grpSpPr>
          <a:xfrm>
            <a:off x="12327529" y="2455567"/>
            <a:ext cx="2500337" cy="3640432"/>
            <a:chOff x="12327529" y="2995784"/>
            <a:chExt cx="2500337" cy="3640432"/>
          </a:xfrm>
          <a:effectLst>
            <a:outerShdw blurRad="50800" dist="38100" dir="8100000" algn="tr" rotWithShape="0">
              <a:prstClr val="black">
                <a:alpha val="40000"/>
              </a:prstClr>
            </a:outerShdw>
          </a:effectLst>
        </p:grpSpPr>
        <p:grpSp>
          <p:nvGrpSpPr>
            <p:cNvPr id="16" name="info">
              <a:extLst>
                <a:ext uri="{FF2B5EF4-FFF2-40B4-BE49-F238E27FC236}">
                  <a16:creationId xmlns:a16="http://schemas.microsoft.com/office/drawing/2014/main" id="{2C310AF7-ACF4-4003-174A-9233105FC9C3}"/>
                </a:ext>
              </a:extLst>
            </p:cNvPr>
            <p:cNvGrpSpPr/>
            <p:nvPr userDrawn="1"/>
          </p:nvGrpSpPr>
          <p:grpSpPr>
            <a:xfrm>
              <a:off x="12596337" y="2995784"/>
              <a:ext cx="2231529" cy="1408806"/>
              <a:chOff x="12565380" y="2356671"/>
              <a:chExt cx="2231529" cy="1408806"/>
            </a:xfrm>
          </p:grpSpPr>
          <p:sp>
            <p:nvSpPr>
              <p:cNvPr id="20" name="info">
                <a:extLst>
                  <a:ext uri="{FF2B5EF4-FFF2-40B4-BE49-F238E27FC236}">
                    <a16:creationId xmlns:a16="http://schemas.microsoft.com/office/drawing/2014/main" id="{E752994C-AD28-D7F3-7359-F8E1BC8660F0}"/>
                  </a:ext>
                </a:extLst>
              </p:cNvPr>
              <p:cNvSpPr/>
              <p:nvPr userDrawn="1"/>
            </p:nvSpPr>
            <p:spPr bwMode="gray">
              <a:xfrm rot="16200000" flipH="1">
                <a:off x="12153929" y="2814026"/>
                <a:ext cx="1362902"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21" name="info">
                <a:extLst>
                  <a:ext uri="{FF2B5EF4-FFF2-40B4-BE49-F238E27FC236}">
                    <a16:creationId xmlns:a16="http://schemas.microsoft.com/office/drawing/2014/main" id="{2B74A8EE-A48D-7217-15A3-C0D1A70F79D9}"/>
                  </a:ext>
                </a:extLst>
              </p:cNvPr>
              <p:cNvSpPr/>
              <p:nvPr userDrawn="1"/>
            </p:nvSpPr>
            <p:spPr bwMode="gray">
              <a:xfrm flipH="1">
                <a:off x="12565380" y="2356671"/>
                <a:ext cx="2231529" cy="114232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kern="1200" cap="all">
                    <a:solidFill>
                      <a:schemeClr val="bg1"/>
                    </a:solidFill>
                    <a:latin typeface="+mn-lt"/>
                    <a:ea typeface="+mn-ea"/>
                    <a:cs typeface="+mn-cs"/>
                  </a:rPr>
                  <a:t>IMAGE Credit Formatting</a:t>
                </a:r>
              </a:p>
              <a:p>
                <a:pPr indent="0" algn="l">
                  <a:lnSpc>
                    <a:spcPct val="100000"/>
                  </a:lnSpc>
                  <a:spcBef>
                    <a:spcPts val="400"/>
                  </a:spcBef>
                  <a:spcAft>
                    <a:spcPts val="400"/>
                  </a:spcAft>
                </a:pPr>
                <a:r>
                  <a:rPr lang="en-US" sz="1050" b="0" kern="1200" cap="none">
                    <a:solidFill>
                      <a:schemeClr val="bg1"/>
                    </a:solidFill>
                    <a:latin typeface="+mn-lt"/>
                    <a:ea typeface="+mn-ea"/>
                    <a:cs typeface="+mn-cs"/>
                  </a:rPr>
                  <a:t>Examples!</a:t>
                </a:r>
              </a:p>
              <a:p>
                <a:pPr indent="0" algn="l">
                  <a:lnSpc>
                    <a:spcPct val="100000"/>
                  </a:lnSpc>
                  <a:spcBef>
                    <a:spcPts val="400"/>
                  </a:spcBef>
                  <a:spcAft>
                    <a:spcPts val="400"/>
                  </a:spcAft>
                </a:pPr>
                <a:r>
                  <a:rPr lang="en-US" sz="1050" b="0" kern="1200" cap="none">
                    <a:solidFill>
                      <a:schemeClr val="bg1"/>
                    </a:solidFill>
                    <a:latin typeface="+mn-lt"/>
                    <a:ea typeface="+mn-ea"/>
                    <a:cs typeface="+mn-cs"/>
                  </a:rPr>
                  <a:t>© Westend66 – gettyimages.com</a:t>
                </a:r>
                <a:br>
                  <a:rPr lang="en-US" sz="1050" b="0" kern="1200" cap="none">
                    <a:solidFill>
                      <a:schemeClr val="bg1"/>
                    </a:solidFill>
                    <a:latin typeface="+mn-lt"/>
                    <a:ea typeface="+mn-ea"/>
                    <a:cs typeface="+mn-cs"/>
                  </a:rPr>
                </a:br>
                <a:r>
                  <a:rPr lang="en-US" sz="1050" b="0" kern="1200" cap="none">
                    <a:solidFill>
                      <a:schemeClr val="bg1"/>
                    </a:solidFill>
                    <a:latin typeface="+mn-lt"/>
                    <a:ea typeface="+mn-ea"/>
                    <a:cs typeface="+mn-cs"/>
                  </a:rPr>
                  <a:t>© AI generated – Drees &amp; Sommer</a:t>
                </a:r>
              </a:p>
            </p:txBody>
          </p:sp>
        </p:grpSp>
        <p:grpSp>
          <p:nvGrpSpPr>
            <p:cNvPr id="17" name="info">
              <a:extLst>
                <a:ext uri="{FF2B5EF4-FFF2-40B4-BE49-F238E27FC236}">
                  <a16:creationId xmlns:a16="http://schemas.microsoft.com/office/drawing/2014/main" id="{B9168529-8D03-AA90-6BB8-9D5BDCB0EF47}"/>
                </a:ext>
              </a:extLst>
            </p:cNvPr>
            <p:cNvGrpSpPr>
              <a:grpSpLocks/>
            </p:cNvGrpSpPr>
            <p:nvPr userDrawn="1"/>
          </p:nvGrpSpPr>
          <p:grpSpPr>
            <a:xfrm>
              <a:off x="12327529" y="4480790"/>
              <a:ext cx="2500335" cy="2155426"/>
              <a:chOff x="12327530" y="4187428"/>
              <a:chExt cx="2500335" cy="2155426"/>
            </a:xfrm>
          </p:grpSpPr>
          <p:sp>
            <p:nvSpPr>
              <p:cNvPr id="18" name="info">
                <a:extLst>
                  <a:ext uri="{FF2B5EF4-FFF2-40B4-BE49-F238E27FC236}">
                    <a16:creationId xmlns:a16="http://schemas.microsoft.com/office/drawing/2014/main" id="{B5BFBB0B-0457-A795-D07F-941BC7EC0246}"/>
                  </a:ext>
                </a:extLst>
              </p:cNvPr>
              <p:cNvSpPr/>
              <p:nvPr userDrawn="1"/>
            </p:nvSpPr>
            <p:spPr bwMode="gray">
              <a:xfrm flipH="1">
                <a:off x="12327530" y="5802854"/>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19" name="info">
                <a:extLst>
                  <a:ext uri="{FF2B5EF4-FFF2-40B4-BE49-F238E27FC236}">
                    <a16:creationId xmlns:a16="http://schemas.microsoft.com/office/drawing/2014/main" id="{0A9CBADA-3003-7913-8166-89B33F0A805A}"/>
                  </a:ext>
                </a:extLst>
              </p:cNvPr>
              <p:cNvSpPr/>
              <p:nvPr userDrawn="1"/>
            </p:nvSpPr>
            <p:spPr bwMode="gray">
              <a:xfrm flipH="1">
                <a:off x="12596336" y="4187428"/>
                <a:ext cx="2231529" cy="215542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cap="all">
                    <a:solidFill>
                      <a:schemeClr val="bg1"/>
                    </a:solidFill>
                  </a:rPr>
                  <a:t>image credit</a:t>
                </a:r>
              </a:p>
              <a:p>
                <a:pPr indent="0" algn="l">
                  <a:lnSpc>
                    <a:spcPct val="100000"/>
                  </a:lnSpc>
                  <a:spcBef>
                    <a:spcPts val="400"/>
                  </a:spcBef>
                  <a:spcAft>
                    <a:spcPts val="400"/>
                  </a:spcAft>
                </a:pPr>
                <a:r>
                  <a:rPr lang="en-US" sz="1050" b="1">
                    <a:solidFill>
                      <a:schemeClr val="bg1"/>
                    </a:solidFill>
                  </a:rPr>
                  <a:t>Always include </a:t>
                </a:r>
                <a:r>
                  <a:rPr lang="en-US" sz="1050">
                    <a:solidFill>
                      <a:schemeClr val="bg1"/>
                    </a:solidFill>
                  </a:rPr>
                  <a:t>the image credit!</a:t>
                </a:r>
              </a:p>
              <a:p>
                <a:pPr indent="0" algn="l">
                  <a:lnSpc>
                    <a:spcPct val="100000"/>
                  </a:lnSpc>
                  <a:spcBef>
                    <a:spcPts val="400"/>
                  </a:spcBef>
                  <a:spcAft>
                    <a:spcPts val="400"/>
                  </a:spcAft>
                </a:pPr>
                <a:r>
                  <a:rPr lang="en-US" sz="1050">
                    <a:solidFill>
                      <a:schemeClr val="bg1"/>
                    </a:solidFill>
                  </a:rPr>
                  <a:t>How to get the image credit </a:t>
                </a:r>
                <a:r>
                  <a:rPr lang="en-US" sz="1050" b="1">
                    <a:solidFill>
                      <a:schemeClr val="bg1"/>
                    </a:solidFill>
                  </a:rPr>
                  <a:t>placeholder</a:t>
                </a:r>
                <a:r>
                  <a:rPr lang="en-US" sz="1050">
                    <a:solidFill>
                      <a:schemeClr val="bg1"/>
                    </a:solidFill>
                  </a:rPr>
                  <a:t> if it is no longer available on your slide by default: </a:t>
                </a:r>
              </a:p>
              <a:p>
                <a:pPr indent="0" algn="l">
                  <a:lnSpc>
                    <a:spcPct val="100000"/>
                  </a:lnSpc>
                  <a:spcBef>
                    <a:spcPts val="400"/>
                  </a:spcBef>
                  <a:spcAft>
                    <a:spcPts val="400"/>
                  </a:spcAft>
                </a:pPr>
                <a:r>
                  <a:rPr lang="en-US" sz="1050">
                    <a:solidFill>
                      <a:schemeClr val="bg1"/>
                    </a:solidFill>
                  </a:rPr>
                  <a:t>&gt; </a:t>
                </a:r>
                <a:r>
                  <a:rPr lang="en-US" sz="1050" b="0">
                    <a:solidFill>
                      <a:schemeClr val="bg1"/>
                    </a:solidFill>
                  </a:rPr>
                  <a:t>right-click on a free area</a:t>
                </a:r>
                <a:br>
                  <a:rPr lang="en-US" sz="1050" b="0">
                    <a:solidFill>
                      <a:schemeClr val="bg1"/>
                    </a:solidFill>
                  </a:rPr>
                </a:br>
                <a:r>
                  <a:rPr lang="en-US" sz="1050" b="0">
                    <a:solidFill>
                      <a:schemeClr val="bg1"/>
                    </a:solidFill>
                  </a:rPr>
                  <a:t>   on the slide</a:t>
                </a:r>
                <a:br>
                  <a:rPr lang="en-US" sz="1050" b="0">
                    <a:solidFill>
                      <a:schemeClr val="bg1"/>
                    </a:solidFill>
                  </a:rPr>
                </a:br>
                <a:r>
                  <a:rPr lang="en-US" sz="1050" b="0">
                    <a:solidFill>
                      <a:schemeClr val="bg1"/>
                    </a:solidFill>
                  </a:rPr>
                  <a:t>&gt; insert text element</a:t>
                </a:r>
                <a:endParaRPr lang="en-US" sz="1050">
                  <a:solidFill>
                    <a:schemeClr val="bg1"/>
                  </a:solidFill>
                </a:endParaRPr>
              </a:p>
              <a:p>
                <a:pPr indent="0" algn="l">
                  <a:lnSpc>
                    <a:spcPct val="100000"/>
                  </a:lnSpc>
                  <a:spcBef>
                    <a:spcPts val="400"/>
                  </a:spcBef>
                  <a:spcAft>
                    <a:spcPts val="400"/>
                  </a:spcAft>
                </a:pPr>
                <a:r>
                  <a:rPr lang="en-US" sz="1050">
                    <a:solidFill>
                      <a:schemeClr val="bg1"/>
                    </a:solidFill>
                  </a:rPr>
                  <a:t>“</a:t>
                </a:r>
                <a:r>
                  <a:rPr lang="en-US" sz="1050" b="1">
                    <a:solidFill>
                      <a:schemeClr val="bg1"/>
                    </a:solidFill>
                  </a:rPr>
                  <a:t>Copyright right</a:t>
                </a:r>
                <a:r>
                  <a:rPr lang="en-US" sz="1050">
                    <a:solidFill>
                      <a:schemeClr val="bg1"/>
                    </a:solidFill>
                  </a:rPr>
                  <a:t>”</a:t>
                </a:r>
              </a:p>
            </p:txBody>
          </p:sp>
        </p:grpSp>
      </p:grpSp>
      <p:sp>
        <p:nvSpPr>
          <p:cNvPr id="3" name="MIO_Placeholder_Mapping" hidden="1">
            <a:extLst>
              <a:ext uri="{FF2B5EF4-FFF2-40B4-BE49-F238E27FC236}">
                <a16:creationId xmlns:a16="http://schemas.microsoft.com/office/drawing/2014/main" id="{C987A802-C602-9ACF-E39A-04D07BE3BC24}"/>
              </a:ext>
            </a:extLst>
          </p:cNvPr>
          <p:cNvSpPr/>
          <p:nvPr userDrawn="1">
            <p:custDataLst>
              <p:tags r:id="rId1"/>
            </p:custDataLst>
          </p:nvPr>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247498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520">
          <p15:clr>
            <a:srgbClr val="FBAE40"/>
          </p15:clr>
        </p15:guide>
        <p15:guide id="2" pos="2700">
          <p15:clr>
            <a:srgbClr val="FBAE40"/>
          </p15:clr>
        </p15:guide>
        <p15:guide id="3" orient="horz" pos="64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ARK Content &amp; Full Picture 1/2">
    <p:bg>
      <p:bgRef idx="1001">
        <a:schemeClr val="bg1"/>
      </p:bgRef>
    </p:bg>
    <p:spTree>
      <p:nvGrpSpPr>
        <p:cNvPr id="1" name=""/>
        <p:cNvGrpSpPr/>
        <p:nvPr/>
      </p:nvGrpSpPr>
      <p:grpSpPr>
        <a:xfrm>
          <a:off x="0" y="0"/>
          <a:ext cx="0" cy="0"/>
          <a:chOff x="0" y="0"/>
          <a:chExt cx="0" cy="0"/>
        </a:xfrm>
      </p:grpSpPr>
      <p:pic>
        <p:nvPicPr>
          <p:cNvPr id="37" name="background dreso">
            <a:extLst>
              <a:ext uri="{FF2B5EF4-FFF2-40B4-BE49-F238E27FC236}">
                <a16:creationId xmlns:a16="http://schemas.microsoft.com/office/drawing/2014/main" id="{F156DCA1-652F-422B-232C-F46944D24D78}"/>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white">
          <a:xfrm>
            <a:off x="0" y="0"/>
            <a:ext cx="12191999" cy="6858000"/>
          </a:xfrm>
          <a:prstGeom prst="rect">
            <a:avLst/>
          </a:prstGeom>
        </p:spPr>
      </p:pic>
      <p:sp>
        <p:nvSpPr>
          <p:cNvPr id="14" name="logo drees&amp;sommer blue mask">
            <a:extLst>
              <a:ext uri="{FF2B5EF4-FFF2-40B4-BE49-F238E27FC236}">
                <a16:creationId xmlns:a16="http://schemas.microsoft.com/office/drawing/2014/main" id="{02ABB165-5BE9-4395-A4D5-6CC0571FF467}"/>
              </a:ext>
              <a:ext uri="{C183D7F6-B498-43B3-948B-1728B52AA6E4}">
                <adec:decorative xmlns:adec="http://schemas.microsoft.com/office/drawing/2017/decorative" val="1"/>
              </a:ext>
            </a:extLst>
          </p:cNvPr>
          <p:cNvSpPr/>
          <p:nvPr/>
        </p:nvSpPr>
        <p:spPr bwMode="black">
          <a:xfrm>
            <a:off x="10579100" y="6197600"/>
            <a:ext cx="1270000" cy="584200"/>
          </a:xfrm>
          <a:prstGeom prst="rect">
            <a:avLst/>
          </a:prstGeom>
          <a:solidFill>
            <a:srgbClr val="00296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a:p>
        </p:txBody>
      </p:sp>
      <p:sp>
        <p:nvSpPr>
          <p:cNvPr id="2" name="title">
            <a:extLst>
              <a:ext uri="{FF2B5EF4-FFF2-40B4-BE49-F238E27FC236}">
                <a16:creationId xmlns:a16="http://schemas.microsoft.com/office/drawing/2014/main" id="{8FFCB50B-5503-4467-8A0F-9FBB8B48B97D}"/>
              </a:ext>
            </a:extLst>
          </p:cNvPr>
          <p:cNvSpPr>
            <a:spLocks noGrp="1"/>
          </p:cNvSpPr>
          <p:nvPr>
            <p:ph type="title" hasCustomPrompt="1"/>
          </p:nvPr>
        </p:nvSpPr>
        <p:spPr bwMode="black">
          <a:xfrm>
            <a:off x="525600" y="673200"/>
            <a:ext cx="3474000" cy="288000"/>
          </a:xfrm>
        </p:spPr>
        <p:txBody>
          <a:bodyPr lIns="0" tIns="0" rIns="0" bIns="0"/>
          <a:lstStyle>
            <a:lvl1pPr>
              <a:defRPr>
                <a:solidFill>
                  <a:schemeClr val="tx1"/>
                </a:solidFill>
              </a:defRPr>
            </a:lvl1pPr>
          </a:lstStyle>
          <a:p>
            <a:r>
              <a:rPr lang="de-DE" err="1"/>
              <a:t>titelformat</a:t>
            </a:r>
            <a:r>
              <a:rPr lang="de-DE"/>
              <a:t> bearbeiten</a:t>
            </a:r>
            <a:endParaRPr lang="en-US"/>
          </a:p>
        </p:txBody>
      </p:sp>
      <p:sp>
        <p:nvSpPr>
          <p:cNvPr id="4" name="MIO_CONVERT_SLIDES_SUBTITLE">
            <a:extLst>
              <a:ext uri="{FF2B5EF4-FFF2-40B4-BE49-F238E27FC236}">
                <a16:creationId xmlns:a16="http://schemas.microsoft.com/office/drawing/2014/main" id="{7086919D-8D03-4875-B9F0-05F0C8564079}"/>
              </a:ext>
            </a:extLst>
          </p:cNvPr>
          <p:cNvSpPr>
            <a:spLocks noGrp="1"/>
          </p:cNvSpPr>
          <p:nvPr>
            <p:ph type="body" sz="quarter" idx="14" hasCustomPrompt="1"/>
          </p:nvPr>
        </p:nvSpPr>
        <p:spPr bwMode="black">
          <a:xfrm>
            <a:off x="525600" y="1022400"/>
            <a:ext cx="3474000" cy="504000"/>
          </a:xfrm>
        </p:spPr>
        <p:txBody>
          <a:bodyPr/>
          <a:lstStyle>
            <a:lvl1pPr>
              <a:lnSpc>
                <a:spcPct val="85000"/>
              </a:lnSpc>
              <a:spcBef>
                <a:spcPts val="0"/>
              </a:spcBef>
              <a:spcAft>
                <a:spcPts val="0"/>
              </a:spcAft>
              <a:defRPr sz="2000">
                <a:solidFill>
                  <a:schemeClr val="tx1"/>
                </a:solidFill>
              </a:defRPr>
            </a:lvl1pPr>
          </a:lstStyle>
          <a:p>
            <a:pPr lvl="0"/>
            <a:r>
              <a:rPr lang="de-DE" err="1"/>
              <a:t>Subtitle</a:t>
            </a:r>
            <a:endParaRPr lang="en-US"/>
          </a:p>
        </p:txBody>
      </p:sp>
      <p:sp>
        <p:nvSpPr>
          <p:cNvPr id="16" name="content">
            <a:extLst>
              <a:ext uri="{FF2B5EF4-FFF2-40B4-BE49-F238E27FC236}">
                <a16:creationId xmlns:a16="http://schemas.microsoft.com/office/drawing/2014/main" id="{F78CB140-2701-B979-A8F2-EB2203E5E434}"/>
              </a:ext>
            </a:extLst>
          </p:cNvPr>
          <p:cNvSpPr>
            <a:spLocks noGrp="1"/>
          </p:cNvSpPr>
          <p:nvPr>
            <p:ph sz="quarter" idx="23"/>
          </p:nvPr>
        </p:nvSpPr>
        <p:spPr>
          <a:xfrm>
            <a:off x="525600" y="1602000"/>
            <a:ext cx="3474000" cy="4496401"/>
          </a:xfrm>
        </p:spPr>
        <p:txBody>
          <a:bodyPr/>
          <a:lstStyle>
            <a:lvl7pPr>
              <a:defRPr>
                <a:solidFill>
                  <a:schemeClr val="tx1"/>
                </a:solidFill>
              </a:defRPr>
            </a:lvl7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3" name="picture">
            <a:extLst>
              <a:ext uri="{FF2B5EF4-FFF2-40B4-BE49-F238E27FC236}">
                <a16:creationId xmlns:a16="http://schemas.microsoft.com/office/drawing/2014/main" id="{BABEB990-4C1B-4759-A188-C0625F2363AF}"/>
              </a:ext>
            </a:extLst>
          </p:cNvPr>
          <p:cNvSpPr>
            <a:spLocks noGrp="1"/>
          </p:cNvSpPr>
          <p:nvPr>
            <p:ph type="pic" sz="quarter" idx="16"/>
          </p:nvPr>
        </p:nvSpPr>
        <p:spPr bwMode="gray">
          <a:xfrm>
            <a:off x="4287684" y="0"/>
            <a:ext cx="7904316" cy="6858000"/>
          </a:xfrm>
          <a:custGeom>
            <a:avLst/>
            <a:gdLst>
              <a:gd name="connsiteX0" fmla="*/ 6621659 w 7904316"/>
              <a:gd name="connsiteY0" fmla="*/ 6535879 h 6858000"/>
              <a:gd name="connsiteX1" fmla="*/ 6704484 w 7904316"/>
              <a:gd name="connsiteY1" fmla="*/ 6535879 h 6858000"/>
              <a:gd name="connsiteX2" fmla="*/ 6704484 w 7904316"/>
              <a:gd name="connsiteY2" fmla="*/ 6598745 h 6858000"/>
              <a:gd name="connsiteX3" fmla="*/ 6621659 w 7904316"/>
              <a:gd name="connsiteY3" fmla="*/ 6598745 h 6858000"/>
              <a:gd name="connsiteX4" fmla="*/ 7275572 w 7904316"/>
              <a:gd name="connsiteY4" fmla="*/ 6534690 h 6858000"/>
              <a:gd name="connsiteX5" fmla="*/ 7331531 w 7904316"/>
              <a:gd name="connsiteY5" fmla="*/ 6534690 h 6858000"/>
              <a:gd name="connsiteX6" fmla="*/ 7342725 w 7904316"/>
              <a:gd name="connsiteY6" fmla="*/ 6542786 h 6858000"/>
              <a:gd name="connsiteX7" fmla="*/ 7342725 w 7904316"/>
              <a:gd name="connsiteY7" fmla="*/ 6554455 h 6858000"/>
              <a:gd name="connsiteX8" fmla="*/ 7331531 w 7904316"/>
              <a:gd name="connsiteY8" fmla="*/ 6562550 h 6858000"/>
              <a:gd name="connsiteX9" fmla="*/ 7275572 w 7904316"/>
              <a:gd name="connsiteY9" fmla="*/ 6562550 h 6858000"/>
              <a:gd name="connsiteX10" fmla="*/ 6622622 w 7904316"/>
              <a:gd name="connsiteY10" fmla="*/ 6517318 h 6858000"/>
              <a:gd name="connsiteX11" fmla="*/ 6595906 w 7904316"/>
              <a:gd name="connsiteY11" fmla="*/ 6541122 h 6858000"/>
              <a:gd name="connsiteX12" fmla="*/ 6595906 w 7904316"/>
              <a:gd name="connsiteY12" fmla="*/ 6594223 h 6858000"/>
              <a:gd name="connsiteX13" fmla="*/ 6622622 w 7904316"/>
              <a:gd name="connsiteY13" fmla="*/ 6618042 h 6858000"/>
              <a:gd name="connsiteX14" fmla="*/ 6702046 w 7904316"/>
              <a:gd name="connsiteY14" fmla="*/ 6618042 h 6858000"/>
              <a:gd name="connsiteX15" fmla="*/ 6728762 w 7904316"/>
              <a:gd name="connsiteY15" fmla="*/ 6594223 h 6858000"/>
              <a:gd name="connsiteX16" fmla="*/ 6728762 w 7904316"/>
              <a:gd name="connsiteY16" fmla="*/ 6541122 h 6858000"/>
              <a:gd name="connsiteX17" fmla="*/ 6702046 w 7904316"/>
              <a:gd name="connsiteY17" fmla="*/ 6517318 h 6858000"/>
              <a:gd name="connsiteX18" fmla="*/ 7251301 w 7904316"/>
              <a:gd name="connsiteY18" fmla="*/ 6517311 h 6858000"/>
              <a:gd name="connsiteX19" fmla="*/ 7251301 w 7904316"/>
              <a:gd name="connsiteY19" fmla="*/ 6618035 h 6858000"/>
              <a:gd name="connsiteX20" fmla="*/ 7275579 w 7904316"/>
              <a:gd name="connsiteY20" fmla="*/ 6618035 h 6858000"/>
              <a:gd name="connsiteX21" fmla="*/ 7275579 w 7904316"/>
              <a:gd name="connsiteY21" fmla="*/ 6579929 h 6858000"/>
              <a:gd name="connsiteX22" fmla="*/ 7298676 w 7904316"/>
              <a:gd name="connsiteY22" fmla="*/ 6579929 h 6858000"/>
              <a:gd name="connsiteX23" fmla="*/ 7340822 w 7904316"/>
              <a:gd name="connsiteY23" fmla="*/ 6618035 h 6858000"/>
              <a:gd name="connsiteX24" fmla="*/ 7376069 w 7904316"/>
              <a:gd name="connsiteY24" fmla="*/ 6618035 h 6858000"/>
              <a:gd name="connsiteX25" fmla="*/ 7328213 w 7904316"/>
              <a:gd name="connsiteY25" fmla="*/ 6579929 h 6858000"/>
              <a:gd name="connsiteX26" fmla="*/ 7342026 w 7904316"/>
              <a:gd name="connsiteY26" fmla="*/ 6579929 h 6858000"/>
              <a:gd name="connsiteX27" fmla="*/ 7365596 w 7904316"/>
              <a:gd name="connsiteY27" fmla="*/ 6560639 h 6858000"/>
              <a:gd name="connsiteX28" fmla="*/ 7365596 w 7904316"/>
              <a:gd name="connsiteY28" fmla="*/ 6536835 h 6858000"/>
              <a:gd name="connsiteX29" fmla="*/ 7342026 w 7904316"/>
              <a:gd name="connsiteY29" fmla="*/ 6517311 h 6858000"/>
              <a:gd name="connsiteX30" fmla="*/ 7113961 w 7904316"/>
              <a:gd name="connsiteY30" fmla="*/ 6517311 h 6858000"/>
              <a:gd name="connsiteX31" fmla="*/ 7113961 w 7904316"/>
              <a:gd name="connsiteY31" fmla="*/ 6618035 h 6858000"/>
              <a:gd name="connsiteX32" fmla="*/ 7225435 w 7904316"/>
              <a:gd name="connsiteY32" fmla="*/ 6618035 h 6858000"/>
              <a:gd name="connsiteX33" fmla="*/ 7225435 w 7904316"/>
              <a:gd name="connsiteY33" fmla="*/ 6599219 h 6858000"/>
              <a:gd name="connsiteX34" fmla="*/ 7139225 w 7904316"/>
              <a:gd name="connsiteY34" fmla="*/ 6599219 h 6858000"/>
              <a:gd name="connsiteX35" fmla="*/ 7139225 w 7904316"/>
              <a:gd name="connsiteY35" fmla="*/ 6574452 h 6858000"/>
              <a:gd name="connsiteX36" fmla="*/ 7188774 w 7904316"/>
              <a:gd name="connsiteY36" fmla="*/ 6574452 h 6858000"/>
              <a:gd name="connsiteX37" fmla="*/ 7188774 w 7904316"/>
              <a:gd name="connsiteY37" fmla="*/ 6557073 h 6858000"/>
              <a:gd name="connsiteX38" fmla="*/ 7139225 w 7904316"/>
              <a:gd name="connsiteY38" fmla="*/ 6557073 h 6858000"/>
              <a:gd name="connsiteX39" fmla="*/ 7139225 w 7904316"/>
              <a:gd name="connsiteY39" fmla="*/ 6535179 h 6858000"/>
              <a:gd name="connsiteX40" fmla="*/ 7224224 w 7904316"/>
              <a:gd name="connsiteY40" fmla="*/ 6535179 h 6858000"/>
              <a:gd name="connsiteX41" fmla="*/ 7224224 w 7904316"/>
              <a:gd name="connsiteY41" fmla="*/ 6517311 h 6858000"/>
              <a:gd name="connsiteX42" fmla="*/ 6937770 w 7904316"/>
              <a:gd name="connsiteY42" fmla="*/ 6517311 h 6858000"/>
              <a:gd name="connsiteX43" fmla="*/ 6937770 w 7904316"/>
              <a:gd name="connsiteY43" fmla="*/ 6618035 h 6858000"/>
              <a:gd name="connsiteX44" fmla="*/ 6960739 w 7904316"/>
              <a:gd name="connsiteY44" fmla="*/ 6618035 h 6858000"/>
              <a:gd name="connsiteX45" fmla="*/ 6960739 w 7904316"/>
              <a:gd name="connsiteY45" fmla="*/ 6550414 h 6858000"/>
              <a:gd name="connsiteX46" fmla="*/ 7007121 w 7904316"/>
              <a:gd name="connsiteY46" fmla="*/ 6605892 h 6858000"/>
              <a:gd name="connsiteX47" fmla="*/ 7011981 w 7904316"/>
              <a:gd name="connsiteY47" fmla="*/ 6605892 h 6858000"/>
              <a:gd name="connsiteX48" fmla="*/ 7057874 w 7904316"/>
              <a:gd name="connsiteY48" fmla="*/ 6548737 h 6858000"/>
              <a:gd name="connsiteX49" fmla="*/ 7057874 w 7904316"/>
              <a:gd name="connsiteY49" fmla="*/ 6618035 h 6858000"/>
              <a:gd name="connsiteX50" fmla="*/ 7081189 w 7904316"/>
              <a:gd name="connsiteY50" fmla="*/ 6618035 h 6858000"/>
              <a:gd name="connsiteX51" fmla="*/ 7081189 w 7904316"/>
              <a:gd name="connsiteY51" fmla="*/ 6517311 h 6858000"/>
              <a:gd name="connsiteX52" fmla="*/ 7061041 w 7904316"/>
              <a:gd name="connsiteY52" fmla="*/ 6517311 h 6858000"/>
              <a:gd name="connsiteX53" fmla="*/ 7011003 w 7904316"/>
              <a:gd name="connsiteY53" fmla="*/ 6577070 h 6858000"/>
              <a:gd name="connsiteX54" fmla="*/ 6960739 w 7904316"/>
              <a:gd name="connsiteY54" fmla="*/ 6517311 h 6858000"/>
              <a:gd name="connsiteX55" fmla="*/ 6760451 w 7904316"/>
              <a:gd name="connsiteY55" fmla="*/ 6517311 h 6858000"/>
              <a:gd name="connsiteX56" fmla="*/ 6760451 w 7904316"/>
              <a:gd name="connsiteY56" fmla="*/ 6618035 h 6858000"/>
              <a:gd name="connsiteX57" fmla="*/ 6783412 w 7904316"/>
              <a:gd name="connsiteY57" fmla="*/ 6618035 h 6858000"/>
              <a:gd name="connsiteX58" fmla="*/ 6783412 w 7904316"/>
              <a:gd name="connsiteY58" fmla="*/ 6550414 h 6858000"/>
              <a:gd name="connsiteX59" fmla="*/ 6829794 w 7904316"/>
              <a:gd name="connsiteY59" fmla="*/ 6605892 h 6858000"/>
              <a:gd name="connsiteX60" fmla="*/ 6834647 w 7904316"/>
              <a:gd name="connsiteY60" fmla="*/ 6605892 h 6858000"/>
              <a:gd name="connsiteX61" fmla="*/ 6880555 w 7904316"/>
              <a:gd name="connsiteY61" fmla="*/ 6548737 h 6858000"/>
              <a:gd name="connsiteX62" fmla="*/ 6880555 w 7904316"/>
              <a:gd name="connsiteY62" fmla="*/ 6618035 h 6858000"/>
              <a:gd name="connsiteX63" fmla="*/ 6903870 w 7904316"/>
              <a:gd name="connsiteY63" fmla="*/ 6618035 h 6858000"/>
              <a:gd name="connsiteX64" fmla="*/ 6903870 w 7904316"/>
              <a:gd name="connsiteY64" fmla="*/ 6517311 h 6858000"/>
              <a:gd name="connsiteX65" fmla="*/ 6883715 w 7904316"/>
              <a:gd name="connsiteY65" fmla="*/ 6517311 h 6858000"/>
              <a:gd name="connsiteX66" fmla="*/ 6833684 w 7904316"/>
              <a:gd name="connsiteY66" fmla="*/ 6577070 h 6858000"/>
              <a:gd name="connsiteX67" fmla="*/ 6783412 w 7904316"/>
              <a:gd name="connsiteY67" fmla="*/ 6517311 h 6858000"/>
              <a:gd name="connsiteX68" fmla="*/ 6464593 w 7904316"/>
              <a:gd name="connsiteY68" fmla="*/ 6495162 h 6858000"/>
              <a:gd name="connsiteX69" fmla="*/ 6434115 w 7904316"/>
              <a:gd name="connsiteY69" fmla="*/ 6524218 h 6858000"/>
              <a:gd name="connsiteX70" fmla="*/ 6434115 w 7904316"/>
              <a:gd name="connsiteY70" fmla="*/ 6537775 h 6858000"/>
              <a:gd name="connsiteX71" fmla="*/ 6464593 w 7904316"/>
              <a:gd name="connsiteY71" fmla="*/ 6566830 h 6858000"/>
              <a:gd name="connsiteX72" fmla="*/ 6541271 w 7904316"/>
              <a:gd name="connsiteY72" fmla="*/ 6566830 h 6858000"/>
              <a:gd name="connsiteX73" fmla="*/ 6541271 w 7904316"/>
              <a:gd name="connsiteY73" fmla="*/ 6594930 h 6858000"/>
              <a:gd name="connsiteX74" fmla="*/ 6454368 w 7904316"/>
              <a:gd name="connsiteY74" fmla="*/ 6594930 h 6858000"/>
              <a:gd name="connsiteX75" fmla="*/ 6454368 w 7904316"/>
              <a:gd name="connsiteY75" fmla="*/ 6581704 h 6858000"/>
              <a:gd name="connsiteX76" fmla="*/ 6429112 w 7904316"/>
              <a:gd name="connsiteY76" fmla="*/ 6586948 h 6858000"/>
              <a:gd name="connsiteX77" fmla="*/ 6429112 w 7904316"/>
              <a:gd name="connsiteY77" fmla="*/ 6588979 h 6858000"/>
              <a:gd name="connsiteX78" fmla="*/ 6459830 w 7904316"/>
              <a:gd name="connsiteY78" fmla="*/ 6618027 h 6858000"/>
              <a:gd name="connsiteX79" fmla="*/ 6535802 w 7904316"/>
              <a:gd name="connsiteY79" fmla="*/ 6618027 h 6858000"/>
              <a:gd name="connsiteX80" fmla="*/ 6566520 w 7904316"/>
              <a:gd name="connsiteY80" fmla="*/ 6588979 h 6858000"/>
              <a:gd name="connsiteX81" fmla="*/ 6566520 w 7904316"/>
              <a:gd name="connsiteY81" fmla="*/ 6572074 h 6858000"/>
              <a:gd name="connsiteX82" fmla="*/ 6535802 w 7904316"/>
              <a:gd name="connsiteY82" fmla="*/ 6543019 h 6858000"/>
              <a:gd name="connsiteX83" fmla="*/ 6459115 w 7904316"/>
              <a:gd name="connsiteY83" fmla="*/ 6543019 h 6858000"/>
              <a:gd name="connsiteX84" fmla="*/ 6459115 w 7904316"/>
              <a:gd name="connsiteY84" fmla="*/ 6516596 h 6858000"/>
              <a:gd name="connsiteX85" fmla="*/ 6539601 w 7904316"/>
              <a:gd name="connsiteY85" fmla="*/ 6516596 h 6858000"/>
              <a:gd name="connsiteX86" fmla="*/ 6539601 w 7904316"/>
              <a:gd name="connsiteY86" fmla="*/ 6529905 h 6858000"/>
              <a:gd name="connsiteX87" fmla="*/ 6564842 w 7904316"/>
              <a:gd name="connsiteY87" fmla="*/ 6523954 h 6858000"/>
              <a:gd name="connsiteX88" fmla="*/ 6564842 w 7904316"/>
              <a:gd name="connsiteY88" fmla="*/ 6522074 h 6858000"/>
              <a:gd name="connsiteX89" fmla="*/ 6534365 w 7904316"/>
              <a:gd name="connsiteY89" fmla="*/ 6495162 h 6858000"/>
              <a:gd name="connsiteX90" fmla="*/ 7266537 w 7904316"/>
              <a:gd name="connsiteY90" fmla="*/ 6392873 h 6858000"/>
              <a:gd name="connsiteX91" fmla="*/ 7303439 w 7904316"/>
              <a:gd name="connsiteY91" fmla="*/ 6423591 h 6858000"/>
              <a:gd name="connsiteX92" fmla="*/ 7292011 w 7904316"/>
              <a:gd name="connsiteY92" fmla="*/ 6433349 h 6858000"/>
              <a:gd name="connsiteX93" fmla="*/ 7235111 w 7904316"/>
              <a:gd name="connsiteY93" fmla="*/ 6433349 h 6858000"/>
              <a:gd name="connsiteX94" fmla="*/ 7235111 w 7904316"/>
              <a:gd name="connsiteY94" fmla="*/ 6433342 h 6858000"/>
              <a:gd name="connsiteX95" fmla="*/ 7235111 w 7904316"/>
              <a:gd name="connsiteY95" fmla="*/ 6412396 h 6858000"/>
              <a:gd name="connsiteX96" fmla="*/ 6635848 w 7904316"/>
              <a:gd name="connsiteY96" fmla="*/ 6371439 h 6858000"/>
              <a:gd name="connsiteX97" fmla="*/ 6691807 w 7904316"/>
              <a:gd name="connsiteY97" fmla="*/ 6371439 h 6858000"/>
              <a:gd name="connsiteX98" fmla="*/ 6703001 w 7904316"/>
              <a:gd name="connsiteY98" fmla="*/ 6379534 h 6858000"/>
              <a:gd name="connsiteX99" fmla="*/ 6703001 w 7904316"/>
              <a:gd name="connsiteY99" fmla="*/ 6391203 h 6858000"/>
              <a:gd name="connsiteX100" fmla="*/ 6691807 w 7904316"/>
              <a:gd name="connsiteY100" fmla="*/ 6399298 h 6858000"/>
              <a:gd name="connsiteX101" fmla="*/ 6635848 w 7904316"/>
              <a:gd name="connsiteY101" fmla="*/ 6399298 h 6858000"/>
              <a:gd name="connsiteX102" fmla="*/ 7061621 w 7904316"/>
              <a:gd name="connsiteY102" fmla="*/ 6354060 h 6858000"/>
              <a:gd name="connsiteX103" fmla="*/ 7035184 w 7904316"/>
              <a:gd name="connsiteY103" fmla="*/ 6377879 h 6858000"/>
              <a:gd name="connsiteX104" fmla="*/ 7035184 w 7904316"/>
              <a:gd name="connsiteY104" fmla="*/ 6389074 h 6858000"/>
              <a:gd name="connsiteX105" fmla="*/ 7061621 w 7904316"/>
              <a:gd name="connsiteY105" fmla="*/ 6412878 h 6858000"/>
              <a:gd name="connsiteX106" fmla="*/ 7126857 w 7904316"/>
              <a:gd name="connsiteY106" fmla="*/ 6412878 h 6858000"/>
              <a:gd name="connsiteX107" fmla="*/ 7126857 w 7904316"/>
              <a:gd name="connsiteY107" fmla="*/ 6435983 h 6858000"/>
              <a:gd name="connsiteX108" fmla="*/ 7052796 w 7904316"/>
              <a:gd name="connsiteY108" fmla="*/ 6435983 h 6858000"/>
              <a:gd name="connsiteX109" fmla="*/ 7052796 w 7904316"/>
              <a:gd name="connsiteY109" fmla="*/ 6425375 h 6858000"/>
              <a:gd name="connsiteX110" fmla="*/ 7030903 w 7904316"/>
              <a:gd name="connsiteY110" fmla="*/ 6429430 h 6858000"/>
              <a:gd name="connsiteX111" fmla="*/ 7030903 w 7904316"/>
              <a:gd name="connsiteY111" fmla="*/ 6430980 h 6858000"/>
              <a:gd name="connsiteX112" fmla="*/ 7057325 w 7904316"/>
              <a:gd name="connsiteY112" fmla="*/ 6454784 h 6858000"/>
              <a:gd name="connsiteX113" fmla="*/ 7122817 w 7904316"/>
              <a:gd name="connsiteY113" fmla="*/ 6454784 h 6858000"/>
              <a:gd name="connsiteX114" fmla="*/ 7149006 w 7904316"/>
              <a:gd name="connsiteY114" fmla="*/ 6430980 h 6858000"/>
              <a:gd name="connsiteX115" fmla="*/ 7149006 w 7904316"/>
              <a:gd name="connsiteY115" fmla="*/ 6417166 h 6858000"/>
              <a:gd name="connsiteX116" fmla="*/ 7122817 w 7904316"/>
              <a:gd name="connsiteY116" fmla="*/ 6393362 h 6858000"/>
              <a:gd name="connsiteX117" fmla="*/ 7057325 w 7904316"/>
              <a:gd name="connsiteY117" fmla="*/ 6393362 h 6858000"/>
              <a:gd name="connsiteX118" fmla="*/ 7057325 w 7904316"/>
              <a:gd name="connsiteY118" fmla="*/ 6372154 h 6858000"/>
              <a:gd name="connsiteX119" fmla="*/ 7126616 w 7904316"/>
              <a:gd name="connsiteY119" fmla="*/ 6372154 h 6858000"/>
              <a:gd name="connsiteX120" fmla="*/ 7126616 w 7904316"/>
              <a:gd name="connsiteY120" fmla="*/ 6381565 h 6858000"/>
              <a:gd name="connsiteX121" fmla="*/ 7147802 w 7904316"/>
              <a:gd name="connsiteY121" fmla="*/ 6377051 h 6858000"/>
              <a:gd name="connsiteX122" fmla="*/ 7147802 w 7904316"/>
              <a:gd name="connsiteY122" fmla="*/ 6375968 h 6858000"/>
              <a:gd name="connsiteX123" fmla="*/ 7121380 w 7904316"/>
              <a:gd name="connsiteY123" fmla="*/ 6354060 h 6858000"/>
              <a:gd name="connsiteX124" fmla="*/ 6897287 w 7904316"/>
              <a:gd name="connsiteY124" fmla="*/ 6354060 h 6858000"/>
              <a:gd name="connsiteX125" fmla="*/ 6897287 w 7904316"/>
              <a:gd name="connsiteY125" fmla="*/ 6454776 h 6858000"/>
              <a:gd name="connsiteX126" fmla="*/ 7006580 w 7904316"/>
              <a:gd name="connsiteY126" fmla="*/ 6454776 h 6858000"/>
              <a:gd name="connsiteX127" fmla="*/ 7006580 w 7904316"/>
              <a:gd name="connsiteY127" fmla="*/ 6435967 h 6858000"/>
              <a:gd name="connsiteX128" fmla="*/ 6922054 w 7904316"/>
              <a:gd name="connsiteY128" fmla="*/ 6435967 h 6858000"/>
              <a:gd name="connsiteX129" fmla="*/ 6922054 w 7904316"/>
              <a:gd name="connsiteY129" fmla="*/ 6411200 h 6858000"/>
              <a:gd name="connsiteX130" fmla="*/ 6970626 w 7904316"/>
              <a:gd name="connsiteY130" fmla="*/ 6411200 h 6858000"/>
              <a:gd name="connsiteX131" fmla="*/ 6970626 w 7904316"/>
              <a:gd name="connsiteY131" fmla="*/ 6393821 h 6858000"/>
              <a:gd name="connsiteX132" fmla="*/ 6922054 w 7904316"/>
              <a:gd name="connsiteY132" fmla="*/ 6393821 h 6858000"/>
              <a:gd name="connsiteX133" fmla="*/ 6922054 w 7904316"/>
              <a:gd name="connsiteY133" fmla="*/ 6371913 h 6858000"/>
              <a:gd name="connsiteX134" fmla="*/ 7005399 w 7904316"/>
              <a:gd name="connsiteY134" fmla="*/ 6371913 h 6858000"/>
              <a:gd name="connsiteX135" fmla="*/ 7005399 w 7904316"/>
              <a:gd name="connsiteY135" fmla="*/ 6354060 h 6858000"/>
              <a:gd name="connsiteX136" fmla="*/ 6759578 w 7904316"/>
              <a:gd name="connsiteY136" fmla="*/ 6354060 h 6858000"/>
              <a:gd name="connsiteX137" fmla="*/ 6759578 w 7904316"/>
              <a:gd name="connsiteY137" fmla="*/ 6454776 h 6858000"/>
              <a:gd name="connsiteX138" fmla="*/ 6868871 w 7904316"/>
              <a:gd name="connsiteY138" fmla="*/ 6454776 h 6858000"/>
              <a:gd name="connsiteX139" fmla="*/ 6868871 w 7904316"/>
              <a:gd name="connsiteY139" fmla="*/ 6435967 h 6858000"/>
              <a:gd name="connsiteX140" fmla="*/ 6784345 w 7904316"/>
              <a:gd name="connsiteY140" fmla="*/ 6435967 h 6858000"/>
              <a:gd name="connsiteX141" fmla="*/ 6784345 w 7904316"/>
              <a:gd name="connsiteY141" fmla="*/ 6411200 h 6858000"/>
              <a:gd name="connsiteX142" fmla="*/ 6832917 w 7904316"/>
              <a:gd name="connsiteY142" fmla="*/ 6411200 h 6858000"/>
              <a:gd name="connsiteX143" fmla="*/ 6832917 w 7904316"/>
              <a:gd name="connsiteY143" fmla="*/ 6393821 h 6858000"/>
              <a:gd name="connsiteX144" fmla="*/ 6784345 w 7904316"/>
              <a:gd name="connsiteY144" fmla="*/ 6393821 h 6858000"/>
              <a:gd name="connsiteX145" fmla="*/ 6784345 w 7904316"/>
              <a:gd name="connsiteY145" fmla="*/ 6371913 h 6858000"/>
              <a:gd name="connsiteX146" fmla="*/ 6867690 w 7904316"/>
              <a:gd name="connsiteY146" fmla="*/ 6371913 h 6858000"/>
              <a:gd name="connsiteX147" fmla="*/ 6867690 w 7904316"/>
              <a:gd name="connsiteY147" fmla="*/ 6354060 h 6858000"/>
              <a:gd name="connsiteX148" fmla="*/ 6611562 w 7904316"/>
              <a:gd name="connsiteY148" fmla="*/ 6354060 h 6858000"/>
              <a:gd name="connsiteX149" fmla="*/ 6611562 w 7904316"/>
              <a:gd name="connsiteY149" fmla="*/ 6454776 h 6858000"/>
              <a:gd name="connsiteX150" fmla="*/ 6635855 w 7904316"/>
              <a:gd name="connsiteY150" fmla="*/ 6454776 h 6858000"/>
              <a:gd name="connsiteX151" fmla="*/ 6635855 w 7904316"/>
              <a:gd name="connsiteY151" fmla="*/ 6416670 h 6858000"/>
              <a:gd name="connsiteX152" fmla="*/ 6658952 w 7904316"/>
              <a:gd name="connsiteY152" fmla="*/ 6416670 h 6858000"/>
              <a:gd name="connsiteX153" fmla="*/ 6701098 w 7904316"/>
              <a:gd name="connsiteY153" fmla="*/ 6454776 h 6858000"/>
              <a:gd name="connsiteX154" fmla="*/ 6736345 w 7904316"/>
              <a:gd name="connsiteY154" fmla="*/ 6454776 h 6858000"/>
              <a:gd name="connsiteX155" fmla="*/ 6688474 w 7904316"/>
              <a:gd name="connsiteY155" fmla="*/ 6416670 h 6858000"/>
              <a:gd name="connsiteX156" fmla="*/ 6702287 w 7904316"/>
              <a:gd name="connsiteY156" fmla="*/ 6416670 h 6858000"/>
              <a:gd name="connsiteX157" fmla="*/ 6725865 w 7904316"/>
              <a:gd name="connsiteY157" fmla="*/ 6397395 h 6858000"/>
              <a:gd name="connsiteX158" fmla="*/ 6725865 w 7904316"/>
              <a:gd name="connsiteY158" fmla="*/ 6373583 h 6858000"/>
              <a:gd name="connsiteX159" fmla="*/ 6702287 w 7904316"/>
              <a:gd name="connsiteY159" fmla="*/ 6354060 h 6858000"/>
              <a:gd name="connsiteX160" fmla="*/ 6461741 w 7904316"/>
              <a:gd name="connsiteY160" fmla="*/ 6353819 h 6858000"/>
              <a:gd name="connsiteX161" fmla="*/ 6512456 w 7904316"/>
              <a:gd name="connsiteY161" fmla="*/ 6353819 h 6858000"/>
              <a:gd name="connsiteX162" fmla="*/ 6552940 w 7904316"/>
              <a:gd name="connsiteY162" fmla="*/ 6392158 h 6858000"/>
              <a:gd name="connsiteX163" fmla="*/ 6498643 w 7904316"/>
              <a:gd name="connsiteY163" fmla="*/ 6431686 h 6858000"/>
              <a:gd name="connsiteX164" fmla="*/ 6461741 w 7904316"/>
              <a:gd name="connsiteY164" fmla="*/ 6431686 h 6858000"/>
              <a:gd name="connsiteX165" fmla="*/ 7271306 w 7904316"/>
              <a:gd name="connsiteY165" fmla="*/ 6331911 h 6858000"/>
              <a:gd name="connsiteX166" fmla="*/ 7240829 w 7904316"/>
              <a:gd name="connsiteY166" fmla="*/ 6354293 h 6858000"/>
              <a:gd name="connsiteX167" fmla="*/ 7240829 w 7904316"/>
              <a:gd name="connsiteY167" fmla="*/ 6361192 h 6858000"/>
              <a:gd name="connsiteX168" fmla="*/ 7251309 w 7904316"/>
              <a:gd name="connsiteY168" fmla="*/ 6379767 h 6858000"/>
              <a:gd name="connsiteX169" fmla="*/ 7226294 w 7904316"/>
              <a:gd name="connsiteY169" fmla="*/ 6394776 h 6858000"/>
              <a:gd name="connsiteX170" fmla="*/ 7211059 w 7904316"/>
              <a:gd name="connsiteY170" fmla="*/ 6417633 h 6858000"/>
              <a:gd name="connsiteX171" fmla="*/ 7211059 w 7904316"/>
              <a:gd name="connsiteY171" fmla="*/ 6425728 h 6858000"/>
              <a:gd name="connsiteX172" fmla="*/ 7241770 w 7904316"/>
              <a:gd name="connsiteY172" fmla="*/ 6454776 h 6858000"/>
              <a:gd name="connsiteX173" fmla="*/ 7285586 w 7904316"/>
              <a:gd name="connsiteY173" fmla="*/ 6454776 h 6858000"/>
              <a:gd name="connsiteX174" fmla="*/ 7308683 w 7904316"/>
              <a:gd name="connsiteY174" fmla="*/ 6447388 h 6858000"/>
              <a:gd name="connsiteX175" fmla="*/ 7319637 w 7904316"/>
              <a:gd name="connsiteY175" fmla="*/ 6437630 h 6858000"/>
              <a:gd name="connsiteX176" fmla="*/ 7339875 w 7904316"/>
              <a:gd name="connsiteY176" fmla="*/ 6454776 h 6858000"/>
              <a:gd name="connsiteX177" fmla="*/ 7377266 w 7904316"/>
              <a:gd name="connsiteY177" fmla="*/ 6454776 h 6858000"/>
              <a:gd name="connsiteX178" fmla="*/ 7338453 w 7904316"/>
              <a:gd name="connsiteY178" fmla="*/ 6422147 h 6858000"/>
              <a:gd name="connsiteX179" fmla="*/ 7366786 w 7904316"/>
              <a:gd name="connsiteY179" fmla="*/ 6398583 h 6858000"/>
              <a:gd name="connsiteX180" fmla="*/ 7350588 w 7904316"/>
              <a:gd name="connsiteY180" fmla="*/ 6384537 h 6858000"/>
              <a:gd name="connsiteX181" fmla="*/ 7322014 w 7904316"/>
              <a:gd name="connsiteY181" fmla="*/ 6408341 h 6858000"/>
              <a:gd name="connsiteX182" fmla="*/ 7264152 w 7904316"/>
              <a:gd name="connsiteY182" fmla="*/ 6360244 h 6858000"/>
              <a:gd name="connsiteX183" fmla="*/ 7264152 w 7904316"/>
              <a:gd name="connsiteY183" fmla="*/ 6351434 h 6858000"/>
              <a:gd name="connsiteX184" fmla="*/ 7304402 w 7904316"/>
              <a:gd name="connsiteY184" fmla="*/ 6351434 h 6858000"/>
              <a:gd name="connsiteX185" fmla="*/ 7304402 w 7904316"/>
              <a:gd name="connsiteY185" fmla="*/ 6367873 h 6858000"/>
              <a:gd name="connsiteX186" fmla="*/ 7326536 w 7904316"/>
              <a:gd name="connsiteY186" fmla="*/ 6364066 h 6858000"/>
              <a:gd name="connsiteX187" fmla="*/ 7326536 w 7904316"/>
              <a:gd name="connsiteY187" fmla="*/ 6356678 h 6858000"/>
              <a:gd name="connsiteX188" fmla="*/ 7296058 w 7904316"/>
              <a:gd name="connsiteY188" fmla="*/ 6331911 h 6858000"/>
              <a:gd name="connsiteX189" fmla="*/ 6433167 w 7904316"/>
              <a:gd name="connsiteY189" fmla="*/ 6331911 h 6858000"/>
              <a:gd name="connsiteX190" fmla="*/ 6433167 w 7904316"/>
              <a:gd name="connsiteY190" fmla="*/ 6454776 h 6858000"/>
              <a:gd name="connsiteX191" fmla="*/ 6504843 w 7904316"/>
              <a:gd name="connsiteY191" fmla="*/ 6454776 h 6858000"/>
              <a:gd name="connsiteX192" fmla="*/ 6555325 w 7904316"/>
              <a:gd name="connsiteY192" fmla="*/ 6445259 h 6858000"/>
              <a:gd name="connsiteX193" fmla="*/ 6582462 w 7904316"/>
              <a:gd name="connsiteY193" fmla="*/ 6392632 h 6858000"/>
              <a:gd name="connsiteX194" fmla="*/ 6512216 w 7904316"/>
              <a:gd name="connsiteY194" fmla="*/ 6331911 h 6858000"/>
              <a:gd name="connsiteX195" fmla="*/ 0 w 7904316"/>
              <a:gd name="connsiteY195" fmla="*/ 0 h 6858000"/>
              <a:gd name="connsiteX196" fmla="*/ 7904316 w 7904316"/>
              <a:gd name="connsiteY196" fmla="*/ 0 h 6858000"/>
              <a:gd name="connsiteX197" fmla="*/ 7904316 w 7904316"/>
              <a:gd name="connsiteY197" fmla="*/ 6858000 h 6858000"/>
              <a:gd name="connsiteX198" fmla="*/ 0 w 7904316"/>
              <a:gd name="connsiteY19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7904316" h="6858000">
                <a:moveTo>
                  <a:pt x="6621659" y="6535879"/>
                </a:moveTo>
                <a:lnTo>
                  <a:pt x="6704484" y="6535879"/>
                </a:lnTo>
                <a:lnTo>
                  <a:pt x="6704484" y="6598745"/>
                </a:lnTo>
                <a:lnTo>
                  <a:pt x="6621659" y="6598745"/>
                </a:lnTo>
                <a:close/>
                <a:moveTo>
                  <a:pt x="7275572" y="6534690"/>
                </a:moveTo>
                <a:lnTo>
                  <a:pt x="7331531" y="6534690"/>
                </a:lnTo>
                <a:cubicBezTo>
                  <a:pt x="7338903" y="6534690"/>
                  <a:pt x="7342725" y="6536127"/>
                  <a:pt x="7342725" y="6542786"/>
                </a:cubicBezTo>
                <a:lnTo>
                  <a:pt x="7342725" y="6554455"/>
                </a:lnTo>
                <a:cubicBezTo>
                  <a:pt x="7342725" y="6561128"/>
                  <a:pt x="7338903" y="6562550"/>
                  <a:pt x="7331531" y="6562550"/>
                </a:cubicBezTo>
                <a:lnTo>
                  <a:pt x="7275572" y="6562550"/>
                </a:lnTo>
                <a:close/>
                <a:moveTo>
                  <a:pt x="6622622" y="6517318"/>
                </a:moveTo>
                <a:cubicBezTo>
                  <a:pt x="6602474" y="6517318"/>
                  <a:pt x="6595906" y="6521832"/>
                  <a:pt x="6595906" y="6541122"/>
                </a:cubicBezTo>
                <a:lnTo>
                  <a:pt x="6595906" y="6594223"/>
                </a:lnTo>
                <a:cubicBezTo>
                  <a:pt x="6595906" y="6613272"/>
                  <a:pt x="6602218" y="6618042"/>
                  <a:pt x="6622622" y="6618042"/>
                </a:cubicBezTo>
                <a:lnTo>
                  <a:pt x="6702046" y="6618042"/>
                </a:lnTo>
                <a:cubicBezTo>
                  <a:pt x="6722202" y="6618042"/>
                  <a:pt x="6728762" y="6613272"/>
                  <a:pt x="6728762" y="6594223"/>
                </a:cubicBezTo>
                <a:lnTo>
                  <a:pt x="6728762" y="6541122"/>
                </a:lnTo>
                <a:cubicBezTo>
                  <a:pt x="6728762" y="6521832"/>
                  <a:pt x="6722194" y="6517318"/>
                  <a:pt x="6702046" y="6517318"/>
                </a:cubicBezTo>
                <a:close/>
                <a:moveTo>
                  <a:pt x="7251301" y="6517311"/>
                </a:moveTo>
                <a:lnTo>
                  <a:pt x="7251301" y="6618035"/>
                </a:lnTo>
                <a:lnTo>
                  <a:pt x="7275579" y="6618035"/>
                </a:lnTo>
                <a:lnTo>
                  <a:pt x="7275579" y="6579929"/>
                </a:lnTo>
                <a:lnTo>
                  <a:pt x="7298676" y="6579929"/>
                </a:lnTo>
                <a:lnTo>
                  <a:pt x="7340822" y="6618035"/>
                </a:lnTo>
                <a:lnTo>
                  <a:pt x="7376069" y="6618035"/>
                </a:lnTo>
                <a:lnTo>
                  <a:pt x="7328213" y="6579929"/>
                </a:lnTo>
                <a:lnTo>
                  <a:pt x="7342026" y="6579929"/>
                </a:lnTo>
                <a:cubicBezTo>
                  <a:pt x="7358208" y="6579929"/>
                  <a:pt x="7365596" y="6574452"/>
                  <a:pt x="7365596" y="6560639"/>
                </a:cubicBezTo>
                <a:lnTo>
                  <a:pt x="7365596" y="6536835"/>
                </a:lnTo>
                <a:cubicBezTo>
                  <a:pt x="7365596" y="6522788"/>
                  <a:pt x="7358208" y="6517311"/>
                  <a:pt x="7342026" y="6517311"/>
                </a:cubicBezTo>
                <a:close/>
                <a:moveTo>
                  <a:pt x="7113961" y="6517311"/>
                </a:moveTo>
                <a:lnTo>
                  <a:pt x="7113961" y="6618035"/>
                </a:lnTo>
                <a:lnTo>
                  <a:pt x="7225435" y="6618035"/>
                </a:lnTo>
                <a:lnTo>
                  <a:pt x="7225435" y="6599219"/>
                </a:lnTo>
                <a:lnTo>
                  <a:pt x="7139225" y="6599219"/>
                </a:lnTo>
                <a:lnTo>
                  <a:pt x="7139225" y="6574452"/>
                </a:lnTo>
                <a:lnTo>
                  <a:pt x="7188774" y="6574452"/>
                </a:lnTo>
                <a:lnTo>
                  <a:pt x="7188774" y="6557073"/>
                </a:lnTo>
                <a:lnTo>
                  <a:pt x="7139225" y="6557073"/>
                </a:lnTo>
                <a:lnTo>
                  <a:pt x="7139225" y="6535179"/>
                </a:lnTo>
                <a:lnTo>
                  <a:pt x="7224224" y="6535179"/>
                </a:lnTo>
                <a:lnTo>
                  <a:pt x="7224224" y="6517311"/>
                </a:lnTo>
                <a:close/>
                <a:moveTo>
                  <a:pt x="6937770" y="6517311"/>
                </a:moveTo>
                <a:lnTo>
                  <a:pt x="6937770" y="6618035"/>
                </a:lnTo>
                <a:lnTo>
                  <a:pt x="6960739" y="6618035"/>
                </a:lnTo>
                <a:lnTo>
                  <a:pt x="6960739" y="6550414"/>
                </a:lnTo>
                <a:lnTo>
                  <a:pt x="7007121" y="6605892"/>
                </a:lnTo>
                <a:lnTo>
                  <a:pt x="7011981" y="6605892"/>
                </a:lnTo>
                <a:lnTo>
                  <a:pt x="7057874" y="6548737"/>
                </a:lnTo>
                <a:lnTo>
                  <a:pt x="7057874" y="6618035"/>
                </a:lnTo>
                <a:lnTo>
                  <a:pt x="7081189" y="6618035"/>
                </a:lnTo>
                <a:lnTo>
                  <a:pt x="7081189" y="6517311"/>
                </a:lnTo>
                <a:lnTo>
                  <a:pt x="7061041" y="6517311"/>
                </a:lnTo>
                <a:lnTo>
                  <a:pt x="7011003" y="6577070"/>
                </a:lnTo>
                <a:lnTo>
                  <a:pt x="6960739" y="6517311"/>
                </a:lnTo>
                <a:close/>
                <a:moveTo>
                  <a:pt x="6760451" y="6517311"/>
                </a:moveTo>
                <a:lnTo>
                  <a:pt x="6760451" y="6618035"/>
                </a:lnTo>
                <a:lnTo>
                  <a:pt x="6783412" y="6618035"/>
                </a:lnTo>
                <a:lnTo>
                  <a:pt x="6783412" y="6550414"/>
                </a:lnTo>
                <a:lnTo>
                  <a:pt x="6829794" y="6605892"/>
                </a:lnTo>
                <a:lnTo>
                  <a:pt x="6834647" y="6605892"/>
                </a:lnTo>
                <a:lnTo>
                  <a:pt x="6880555" y="6548737"/>
                </a:lnTo>
                <a:lnTo>
                  <a:pt x="6880555" y="6618035"/>
                </a:lnTo>
                <a:lnTo>
                  <a:pt x="6903870" y="6618035"/>
                </a:lnTo>
                <a:lnTo>
                  <a:pt x="6903870" y="6517311"/>
                </a:lnTo>
                <a:lnTo>
                  <a:pt x="6883715" y="6517311"/>
                </a:lnTo>
                <a:lnTo>
                  <a:pt x="6833684" y="6577070"/>
                </a:lnTo>
                <a:lnTo>
                  <a:pt x="6783412" y="6517311"/>
                </a:lnTo>
                <a:close/>
                <a:moveTo>
                  <a:pt x="6464593" y="6495162"/>
                </a:moveTo>
                <a:cubicBezTo>
                  <a:pt x="6441496" y="6495162"/>
                  <a:pt x="6434115" y="6501113"/>
                  <a:pt x="6434115" y="6524218"/>
                </a:cubicBezTo>
                <a:lnTo>
                  <a:pt x="6434115" y="6537775"/>
                </a:lnTo>
                <a:cubicBezTo>
                  <a:pt x="6434115" y="6560879"/>
                  <a:pt x="6441503" y="6566830"/>
                  <a:pt x="6464593" y="6566830"/>
                </a:cubicBezTo>
                <a:lnTo>
                  <a:pt x="6541271" y="6566830"/>
                </a:lnTo>
                <a:lnTo>
                  <a:pt x="6541271" y="6594930"/>
                </a:lnTo>
                <a:lnTo>
                  <a:pt x="6454368" y="6594930"/>
                </a:lnTo>
                <a:lnTo>
                  <a:pt x="6454368" y="6581704"/>
                </a:lnTo>
                <a:lnTo>
                  <a:pt x="6429112" y="6586948"/>
                </a:lnTo>
                <a:lnTo>
                  <a:pt x="6429112" y="6588979"/>
                </a:lnTo>
                <a:cubicBezTo>
                  <a:pt x="6429112" y="6612076"/>
                  <a:pt x="6436733" y="6618027"/>
                  <a:pt x="6459830" y="6618027"/>
                </a:cubicBezTo>
                <a:lnTo>
                  <a:pt x="6535802" y="6618027"/>
                </a:lnTo>
                <a:cubicBezTo>
                  <a:pt x="6558899" y="6618027"/>
                  <a:pt x="6566520" y="6612076"/>
                  <a:pt x="6566520" y="6588979"/>
                </a:cubicBezTo>
                <a:lnTo>
                  <a:pt x="6566520" y="6572074"/>
                </a:lnTo>
                <a:cubicBezTo>
                  <a:pt x="6566520" y="6548970"/>
                  <a:pt x="6558899" y="6543019"/>
                  <a:pt x="6535802" y="6543019"/>
                </a:cubicBezTo>
                <a:lnTo>
                  <a:pt x="6459115" y="6543019"/>
                </a:lnTo>
                <a:lnTo>
                  <a:pt x="6459115" y="6516596"/>
                </a:lnTo>
                <a:lnTo>
                  <a:pt x="6539601" y="6516596"/>
                </a:lnTo>
                <a:lnTo>
                  <a:pt x="6539601" y="6529905"/>
                </a:lnTo>
                <a:lnTo>
                  <a:pt x="6564842" y="6523954"/>
                </a:lnTo>
                <a:lnTo>
                  <a:pt x="6564842" y="6522074"/>
                </a:lnTo>
                <a:cubicBezTo>
                  <a:pt x="6564842" y="6500872"/>
                  <a:pt x="6556273" y="6495162"/>
                  <a:pt x="6534365" y="6495162"/>
                </a:cubicBezTo>
                <a:close/>
                <a:moveTo>
                  <a:pt x="7266537" y="6392873"/>
                </a:moveTo>
                <a:lnTo>
                  <a:pt x="7303439" y="6423591"/>
                </a:lnTo>
                <a:lnTo>
                  <a:pt x="7292011" y="6433349"/>
                </a:lnTo>
                <a:lnTo>
                  <a:pt x="7235111" y="6433349"/>
                </a:lnTo>
                <a:lnTo>
                  <a:pt x="7235111" y="6433342"/>
                </a:lnTo>
                <a:lnTo>
                  <a:pt x="7235111" y="6412396"/>
                </a:lnTo>
                <a:close/>
                <a:moveTo>
                  <a:pt x="6635848" y="6371439"/>
                </a:moveTo>
                <a:lnTo>
                  <a:pt x="6691807" y="6371439"/>
                </a:lnTo>
                <a:cubicBezTo>
                  <a:pt x="6699180" y="6371439"/>
                  <a:pt x="6703001" y="6372876"/>
                  <a:pt x="6703001" y="6379534"/>
                </a:cubicBezTo>
                <a:lnTo>
                  <a:pt x="6703001" y="6391203"/>
                </a:lnTo>
                <a:cubicBezTo>
                  <a:pt x="6703001" y="6397876"/>
                  <a:pt x="6699180" y="6399298"/>
                  <a:pt x="6691807" y="6399298"/>
                </a:cubicBezTo>
                <a:lnTo>
                  <a:pt x="6635848" y="6399298"/>
                </a:lnTo>
                <a:close/>
                <a:moveTo>
                  <a:pt x="7061621" y="6354060"/>
                </a:moveTo>
                <a:cubicBezTo>
                  <a:pt x="7041857" y="6354060"/>
                  <a:pt x="7035184" y="6358830"/>
                  <a:pt x="7035184" y="6377879"/>
                </a:cubicBezTo>
                <a:lnTo>
                  <a:pt x="7035184" y="6389074"/>
                </a:lnTo>
                <a:cubicBezTo>
                  <a:pt x="7035184" y="6408123"/>
                  <a:pt x="7041857" y="6412878"/>
                  <a:pt x="7061621" y="6412878"/>
                </a:cubicBezTo>
                <a:lnTo>
                  <a:pt x="7126857" y="6412878"/>
                </a:lnTo>
                <a:lnTo>
                  <a:pt x="7126857" y="6435983"/>
                </a:lnTo>
                <a:lnTo>
                  <a:pt x="7052796" y="6435983"/>
                </a:lnTo>
                <a:lnTo>
                  <a:pt x="7052796" y="6425375"/>
                </a:lnTo>
                <a:lnTo>
                  <a:pt x="7030903" y="6429430"/>
                </a:lnTo>
                <a:lnTo>
                  <a:pt x="7030903" y="6430980"/>
                </a:lnTo>
                <a:cubicBezTo>
                  <a:pt x="7030903" y="6449796"/>
                  <a:pt x="7037328" y="6454784"/>
                  <a:pt x="7057325" y="6454784"/>
                </a:cubicBezTo>
                <a:lnTo>
                  <a:pt x="7122817" y="6454784"/>
                </a:lnTo>
                <a:cubicBezTo>
                  <a:pt x="7142814" y="6454784"/>
                  <a:pt x="7149006" y="6449796"/>
                  <a:pt x="7149006" y="6430980"/>
                </a:cubicBezTo>
                <a:lnTo>
                  <a:pt x="7149006" y="6417166"/>
                </a:lnTo>
                <a:cubicBezTo>
                  <a:pt x="7149006" y="6398117"/>
                  <a:pt x="7142822" y="6393362"/>
                  <a:pt x="7122817" y="6393362"/>
                </a:cubicBezTo>
                <a:lnTo>
                  <a:pt x="7057325" y="6393362"/>
                </a:lnTo>
                <a:lnTo>
                  <a:pt x="7057325" y="6372154"/>
                </a:lnTo>
                <a:lnTo>
                  <a:pt x="7126616" y="6372154"/>
                </a:lnTo>
                <a:lnTo>
                  <a:pt x="7126616" y="6381565"/>
                </a:lnTo>
                <a:lnTo>
                  <a:pt x="7147802" y="6377051"/>
                </a:lnTo>
                <a:lnTo>
                  <a:pt x="7147802" y="6375968"/>
                </a:lnTo>
                <a:cubicBezTo>
                  <a:pt x="7147802" y="6358356"/>
                  <a:pt x="7139955" y="6354060"/>
                  <a:pt x="7121380" y="6354060"/>
                </a:cubicBezTo>
                <a:close/>
                <a:moveTo>
                  <a:pt x="6897287" y="6354060"/>
                </a:moveTo>
                <a:lnTo>
                  <a:pt x="6897287" y="6454776"/>
                </a:lnTo>
                <a:lnTo>
                  <a:pt x="7006580" y="6454776"/>
                </a:lnTo>
                <a:lnTo>
                  <a:pt x="7006580" y="6435967"/>
                </a:lnTo>
                <a:lnTo>
                  <a:pt x="6922054" y="6435967"/>
                </a:lnTo>
                <a:lnTo>
                  <a:pt x="6922054" y="6411200"/>
                </a:lnTo>
                <a:lnTo>
                  <a:pt x="6970626" y="6411200"/>
                </a:lnTo>
                <a:lnTo>
                  <a:pt x="6970626" y="6393821"/>
                </a:lnTo>
                <a:lnTo>
                  <a:pt x="6922054" y="6393821"/>
                </a:lnTo>
                <a:lnTo>
                  <a:pt x="6922054" y="6371913"/>
                </a:lnTo>
                <a:lnTo>
                  <a:pt x="7005399" y="6371913"/>
                </a:lnTo>
                <a:lnTo>
                  <a:pt x="7005399" y="6354060"/>
                </a:lnTo>
                <a:close/>
                <a:moveTo>
                  <a:pt x="6759578" y="6354060"/>
                </a:moveTo>
                <a:lnTo>
                  <a:pt x="6759578" y="6454776"/>
                </a:lnTo>
                <a:lnTo>
                  <a:pt x="6868871" y="6454776"/>
                </a:lnTo>
                <a:lnTo>
                  <a:pt x="6868871" y="6435967"/>
                </a:lnTo>
                <a:lnTo>
                  <a:pt x="6784345" y="6435967"/>
                </a:lnTo>
                <a:lnTo>
                  <a:pt x="6784345" y="6411200"/>
                </a:lnTo>
                <a:lnTo>
                  <a:pt x="6832917" y="6411200"/>
                </a:lnTo>
                <a:lnTo>
                  <a:pt x="6832917" y="6393821"/>
                </a:lnTo>
                <a:lnTo>
                  <a:pt x="6784345" y="6393821"/>
                </a:lnTo>
                <a:lnTo>
                  <a:pt x="6784345" y="6371913"/>
                </a:lnTo>
                <a:lnTo>
                  <a:pt x="6867690" y="6371913"/>
                </a:lnTo>
                <a:lnTo>
                  <a:pt x="6867690" y="6354060"/>
                </a:lnTo>
                <a:close/>
                <a:moveTo>
                  <a:pt x="6611562" y="6354060"/>
                </a:moveTo>
                <a:lnTo>
                  <a:pt x="6611562" y="6454776"/>
                </a:lnTo>
                <a:lnTo>
                  <a:pt x="6635855" y="6454776"/>
                </a:lnTo>
                <a:lnTo>
                  <a:pt x="6635855" y="6416670"/>
                </a:lnTo>
                <a:lnTo>
                  <a:pt x="6658952" y="6416670"/>
                </a:lnTo>
                <a:lnTo>
                  <a:pt x="6701098" y="6454776"/>
                </a:lnTo>
                <a:lnTo>
                  <a:pt x="6736345" y="6454776"/>
                </a:lnTo>
                <a:lnTo>
                  <a:pt x="6688474" y="6416670"/>
                </a:lnTo>
                <a:lnTo>
                  <a:pt x="6702287" y="6416670"/>
                </a:lnTo>
                <a:cubicBezTo>
                  <a:pt x="6718485" y="6416670"/>
                  <a:pt x="6725865" y="6411193"/>
                  <a:pt x="6725865" y="6397395"/>
                </a:cubicBezTo>
                <a:lnTo>
                  <a:pt x="6725865" y="6373583"/>
                </a:lnTo>
                <a:cubicBezTo>
                  <a:pt x="6725865" y="6359537"/>
                  <a:pt x="6718477" y="6354060"/>
                  <a:pt x="6702287" y="6354060"/>
                </a:cubicBezTo>
                <a:close/>
                <a:moveTo>
                  <a:pt x="6461741" y="6353819"/>
                </a:moveTo>
                <a:lnTo>
                  <a:pt x="6512456" y="6353819"/>
                </a:lnTo>
                <a:cubicBezTo>
                  <a:pt x="6539368" y="6353819"/>
                  <a:pt x="6552940" y="6367158"/>
                  <a:pt x="6552940" y="6392158"/>
                </a:cubicBezTo>
                <a:cubicBezTo>
                  <a:pt x="6552940" y="6422636"/>
                  <a:pt x="6534839" y="6431686"/>
                  <a:pt x="6498643" y="6431686"/>
                </a:cubicBezTo>
                <a:lnTo>
                  <a:pt x="6461741" y="6431686"/>
                </a:lnTo>
                <a:close/>
                <a:moveTo>
                  <a:pt x="7271306" y="6331911"/>
                </a:moveTo>
                <a:cubicBezTo>
                  <a:pt x="7250346" y="6331911"/>
                  <a:pt x="7240829" y="6336681"/>
                  <a:pt x="7240829" y="6354293"/>
                </a:cubicBezTo>
                <a:lnTo>
                  <a:pt x="7240829" y="6361192"/>
                </a:lnTo>
                <a:cubicBezTo>
                  <a:pt x="7240829" y="6368339"/>
                  <a:pt x="7244162" y="6373816"/>
                  <a:pt x="7251309" y="6379767"/>
                </a:cubicBezTo>
                <a:lnTo>
                  <a:pt x="7226294" y="6394776"/>
                </a:lnTo>
                <a:cubicBezTo>
                  <a:pt x="7215588" y="6401202"/>
                  <a:pt x="7211059" y="6405008"/>
                  <a:pt x="7211059" y="6417633"/>
                </a:cubicBezTo>
                <a:lnTo>
                  <a:pt x="7211059" y="6425728"/>
                </a:lnTo>
                <a:cubicBezTo>
                  <a:pt x="7211059" y="6448825"/>
                  <a:pt x="7218680" y="6454776"/>
                  <a:pt x="7241770" y="6454776"/>
                </a:cubicBezTo>
                <a:lnTo>
                  <a:pt x="7285586" y="6454776"/>
                </a:lnTo>
                <a:cubicBezTo>
                  <a:pt x="7295818" y="6454776"/>
                  <a:pt x="7300821" y="6454302"/>
                  <a:pt x="7308683" y="6447388"/>
                </a:cubicBezTo>
                <a:lnTo>
                  <a:pt x="7319637" y="6437630"/>
                </a:lnTo>
                <a:lnTo>
                  <a:pt x="7339875" y="6454776"/>
                </a:lnTo>
                <a:lnTo>
                  <a:pt x="7377266" y="6454776"/>
                </a:lnTo>
                <a:lnTo>
                  <a:pt x="7338453" y="6422147"/>
                </a:lnTo>
                <a:lnTo>
                  <a:pt x="7366786" y="6398583"/>
                </a:lnTo>
                <a:lnTo>
                  <a:pt x="7350588" y="6384537"/>
                </a:lnTo>
                <a:lnTo>
                  <a:pt x="7322014" y="6408341"/>
                </a:lnTo>
                <a:lnTo>
                  <a:pt x="7264152" y="6360244"/>
                </a:lnTo>
                <a:lnTo>
                  <a:pt x="7264152" y="6351434"/>
                </a:lnTo>
                <a:lnTo>
                  <a:pt x="7304402" y="6351434"/>
                </a:lnTo>
                <a:lnTo>
                  <a:pt x="7304402" y="6367873"/>
                </a:lnTo>
                <a:lnTo>
                  <a:pt x="7326536" y="6364066"/>
                </a:lnTo>
                <a:lnTo>
                  <a:pt x="7326536" y="6356678"/>
                </a:lnTo>
                <a:cubicBezTo>
                  <a:pt x="7326536" y="6336681"/>
                  <a:pt x="7318200" y="6331911"/>
                  <a:pt x="7296058" y="6331911"/>
                </a:cubicBezTo>
                <a:close/>
                <a:moveTo>
                  <a:pt x="6433167" y="6331911"/>
                </a:moveTo>
                <a:lnTo>
                  <a:pt x="6433167" y="6454776"/>
                </a:lnTo>
                <a:lnTo>
                  <a:pt x="6504843" y="6454776"/>
                </a:lnTo>
                <a:cubicBezTo>
                  <a:pt x="6526736" y="6454776"/>
                  <a:pt x="6543408" y="6452632"/>
                  <a:pt x="6555325" y="6445259"/>
                </a:cubicBezTo>
                <a:cubicBezTo>
                  <a:pt x="6572471" y="6434779"/>
                  <a:pt x="6582462" y="6415729"/>
                  <a:pt x="6582462" y="6392632"/>
                </a:cubicBezTo>
                <a:cubicBezTo>
                  <a:pt x="6582462" y="6354534"/>
                  <a:pt x="6558184" y="6331911"/>
                  <a:pt x="6512216" y="6331911"/>
                </a:cubicBezTo>
                <a:close/>
                <a:moveTo>
                  <a:pt x="0" y="0"/>
                </a:moveTo>
                <a:lnTo>
                  <a:pt x="7904316" y="0"/>
                </a:lnTo>
                <a:lnTo>
                  <a:pt x="7904316" y="6858000"/>
                </a:lnTo>
                <a:lnTo>
                  <a:pt x="0" y="6858000"/>
                </a:lnTo>
                <a:close/>
              </a:path>
            </a:pathLst>
          </a:custGeom>
          <a:pattFill prst="ltUpDiag">
            <a:fgClr>
              <a:srgbClr val="F2F2F2"/>
            </a:fgClr>
            <a:bgClr>
              <a:schemeClr val="tx1"/>
            </a:bgClr>
          </a:pattFill>
        </p:spPr>
        <p:txBody>
          <a:bodyPr wrap="square">
            <a:noAutofit/>
          </a:bodyPr>
          <a:lstStyle>
            <a:lvl1pPr>
              <a:defRPr>
                <a:solidFill>
                  <a:schemeClr val="bg1"/>
                </a:solidFill>
              </a:defRPr>
            </a:lvl1pPr>
          </a:lstStyle>
          <a:p>
            <a:r>
              <a:rPr lang="de-DE"/>
              <a:t>Bild durch Klicken auf Symbol hinzufügen</a:t>
            </a:r>
            <a:endParaRPr lang="en-US"/>
          </a:p>
        </p:txBody>
      </p:sp>
      <p:sp>
        <p:nvSpPr>
          <p:cNvPr id="45" name="copyright right">
            <a:extLst>
              <a:ext uri="{FF2B5EF4-FFF2-40B4-BE49-F238E27FC236}">
                <a16:creationId xmlns:a16="http://schemas.microsoft.com/office/drawing/2014/main" id="{BB3DAF85-A113-517B-7C5D-686B8842BD43}"/>
              </a:ext>
              <a:ext uri="{C183D7F6-B498-43B3-948B-1728B52AA6E4}">
                <adec:decorative xmlns:adec="http://schemas.microsoft.com/office/drawing/2017/decorative" val="1"/>
              </a:ext>
            </a:extLst>
          </p:cNvPr>
          <p:cNvSpPr>
            <a:spLocks noGrp="1"/>
          </p:cNvSpPr>
          <p:nvPr>
            <p:ph type="body" sz="quarter" idx="19" hasCustomPrompt="1"/>
          </p:nvPr>
        </p:nvSpPr>
        <p:spPr bwMode="black">
          <a:xfrm rot="16200000">
            <a:off x="11672798" y="5760000"/>
            <a:ext cx="580379" cy="92333"/>
          </a:xfrm>
          <a:solidFill>
            <a:schemeClr val="bg1">
              <a:alpha val="0"/>
            </a:schemeClr>
          </a:solidFill>
        </p:spPr>
        <p:txBody>
          <a:bodyPr wrap="none" anchor="t"/>
          <a:lstStyle>
            <a:lvl1pPr>
              <a:spcBef>
                <a:spcPts val="0"/>
              </a:spcBef>
              <a:spcAft>
                <a:spcPts val="0"/>
              </a:spcAft>
              <a:defRPr sz="600">
                <a:solidFill>
                  <a:srgbClr val="B2B2B2"/>
                </a:solidFill>
              </a:defRPr>
            </a:lvl1pPr>
          </a:lstStyle>
          <a:p>
            <a:pPr lvl="0"/>
            <a:r>
              <a:rPr lang="de-DE" noProof="0"/>
              <a:t>© Copyright</a:t>
            </a:r>
          </a:p>
        </p:txBody>
      </p:sp>
      <p:sp>
        <p:nvSpPr>
          <p:cNvPr id="11" name="slide number">
            <a:extLst>
              <a:ext uri="{FF2B5EF4-FFF2-40B4-BE49-F238E27FC236}">
                <a16:creationId xmlns:a16="http://schemas.microsoft.com/office/drawing/2014/main" id="{595DFAE7-2F81-F2D0-C113-A3E4336175FC}"/>
              </a:ext>
            </a:extLst>
          </p:cNvPr>
          <p:cNvSpPr>
            <a:spLocks noGrp="1"/>
          </p:cNvSpPr>
          <p:nvPr>
            <p:ph type="sldNum" sz="quarter" idx="22"/>
          </p:nvPr>
        </p:nvSpPr>
        <p:spPr bwMode="black"/>
        <p:txBody>
          <a:bodyPr/>
          <a:lstStyle>
            <a:lvl1pPr>
              <a:defRPr>
                <a:solidFill>
                  <a:schemeClr val="tx1"/>
                </a:solidFill>
              </a:defRPr>
            </a:lvl1pPr>
          </a:lstStyle>
          <a:p>
            <a:fld id="{9829449A-3FF3-45CE-9F4F-09BADC0910C6}" type="slidenum">
              <a:rPr lang="de-DE"/>
              <a:pPr/>
              <a:t>‹Nr.›</a:t>
            </a:fld>
            <a:endParaRPr lang="de-DE"/>
          </a:p>
        </p:txBody>
      </p:sp>
      <p:sp>
        <p:nvSpPr>
          <p:cNvPr id="10" name="footer">
            <a:extLst>
              <a:ext uri="{FF2B5EF4-FFF2-40B4-BE49-F238E27FC236}">
                <a16:creationId xmlns:a16="http://schemas.microsoft.com/office/drawing/2014/main" id="{034503C0-755C-9309-372B-1668CB388B09}"/>
              </a:ext>
            </a:extLst>
          </p:cNvPr>
          <p:cNvSpPr>
            <a:spLocks noGrp="1"/>
          </p:cNvSpPr>
          <p:nvPr>
            <p:ph type="ftr" sz="quarter" idx="21"/>
          </p:nvPr>
        </p:nvSpPr>
        <p:spPr bwMode="black">
          <a:xfrm>
            <a:off x="763200" y="6386400"/>
            <a:ext cx="3237300" cy="180000"/>
          </a:xfrm>
        </p:spPr>
        <p:txBody>
          <a:bodyPr/>
          <a:lstStyle>
            <a:lvl1pPr>
              <a:defRPr>
                <a:solidFill>
                  <a:schemeClr val="tx1"/>
                </a:solidFill>
              </a:defRPr>
            </a:lvl1pPr>
          </a:lstStyle>
          <a:p>
            <a:r>
              <a:rPr lang="de-DE"/>
              <a:t>SNB - TGA - 28.08.2026</a:t>
            </a:r>
          </a:p>
        </p:txBody>
      </p:sp>
      <p:sp>
        <p:nvSpPr>
          <p:cNvPr id="15" name="logo drees&amp;sommer white">
            <a:extLst>
              <a:ext uri="{FF2B5EF4-FFF2-40B4-BE49-F238E27FC236}">
                <a16:creationId xmlns:a16="http://schemas.microsoft.com/office/drawing/2014/main" id="{A61848D7-A07E-41F7-9AA3-92AF59A5092A}"/>
              </a:ext>
              <a:ext uri="{C183D7F6-B498-43B3-948B-1728B52AA6E4}">
                <adec:decorative xmlns:adec="http://schemas.microsoft.com/office/drawing/2017/decorative" val="1"/>
              </a:ext>
            </a:extLst>
          </p:cNvPr>
          <p:cNvSpPr>
            <a:spLocks noGrp="1"/>
          </p:cNvSpPr>
          <p:nvPr>
            <p:ph type="media" sz="quarter" idx="20"/>
          </p:nvPr>
        </p:nvSpPr>
        <p:spPr bwMode="auto">
          <a:xfrm>
            <a:off x="10716797" y="6330042"/>
            <a:ext cx="946800" cy="288000"/>
          </a:xfrm>
          <a:blipFill>
            <a:blip r:embed="rId3" cstate="print">
              <a:extLst>
                <a:ext uri="{28A0092B-C50C-407E-A947-70E740481C1C}">
                  <a14:useLocalDpi xmlns:a14="http://schemas.microsoft.com/office/drawing/2010/main"/>
                </a:ext>
              </a:extLst>
            </a:blip>
            <a:stretch>
              <a:fillRect/>
            </a:stretch>
          </a:blipFill>
          <a:ln w="15875" cap="flat">
            <a:noFill/>
            <a:prstDash val="lgDash"/>
          </a:ln>
        </p:spPr>
        <p:txBody>
          <a:bodyPr/>
          <a:lstStyle>
            <a:lvl1pPr>
              <a:defRPr sz="100">
                <a:solidFill>
                  <a:schemeClr val="tx1">
                    <a:alpha val="0"/>
                  </a:schemeClr>
                </a:solidFill>
              </a:defRPr>
            </a:lvl1pPr>
          </a:lstStyle>
          <a:p>
            <a:r>
              <a:rPr lang="de-DE"/>
              <a:t>Mediaclip durch Klicken auf Symbol hinzufügen</a:t>
            </a:r>
          </a:p>
        </p:txBody>
      </p:sp>
      <p:grpSp>
        <p:nvGrpSpPr>
          <p:cNvPr id="3" name="info">
            <a:extLst>
              <a:ext uri="{FF2B5EF4-FFF2-40B4-BE49-F238E27FC236}">
                <a16:creationId xmlns:a16="http://schemas.microsoft.com/office/drawing/2014/main" id="{DAD2B7E2-711C-BA7D-917D-EB3BDAD9A7E1}"/>
              </a:ext>
              <a:ext uri="{C183D7F6-B498-43B3-948B-1728B52AA6E4}">
                <adec:decorative xmlns:adec="http://schemas.microsoft.com/office/drawing/2017/decorative" val="1"/>
              </a:ext>
            </a:extLst>
          </p:cNvPr>
          <p:cNvGrpSpPr/>
          <p:nvPr userDrawn="1"/>
        </p:nvGrpSpPr>
        <p:grpSpPr>
          <a:xfrm flipH="1">
            <a:off x="11233150" y="6990442"/>
            <a:ext cx="1501080" cy="886759"/>
            <a:chOff x="11406324" y="7739173"/>
            <a:chExt cx="1501080" cy="886759"/>
          </a:xfrm>
          <a:effectLst>
            <a:outerShdw blurRad="50800" dist="38100" dir="13500000" algn="br" rotWithShape="0">
              <a:prstClr val="black">
                <a:alpha val="40000"/>
              </a:prstClr>
            </a:outerShdw>
          </a:effectLst>
        </p:grpSpPr>
        <p:sp>
          <p:nvSpPr>
            <p:cNvPr id="8" name="info">
              <a:extLst>
                <a:ext uri="{FF2B5EF4-FFF2-40B4-BE49-F238E27FC236}">
                  <a16:creationId xmlns:a16="http://schemas.microsoft.com/office/drawing/2014/main" id="{828143DD-F715-62F6-1CF0-3AC19743A39B}"/>
                </a:ext>
              </a:extLst>
            </p:cNvPr>
            <p:cNvSpPr/>
            <p:nvPr userDrawn="1"/>
          </p:nvSpPr>
          <p:spPr bwMode="gray">
            <a:xfrm rot="5400000" flipH="1" flipV="1">
              <a:off x="12275350" y="7831227"/>
              <a:ext cx="724107"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tx1"/>
                </a:solidFill>
              </a:endParaRPr>
            </a:p>
            <a:p>
              <a:pPr indent="0" algn="l">
                <a:lnSpc>
                  <a:spcPct val="100000"/>
                </a:lnSpc>
                <a:spcBef>
                  <a:spcPts val="400"/>
                </a:spcBef>
                <a:spcAft>
                  <a:spcPts val="400"/>
                </a:spcAft>
              </a:pPr>
              <a:endParaRPr lang="en-US" sz="1050">
                <a:solidFill>
                  <a:schemeClr val="tx1"/>
                </a:solidFill>
              </a:endParaRPr>
            </a:p>
          </p:txBody>
        </p:sp>
        <p:sp>
          <p:nvSpPr>
            <p:cNvPr id="9" name="info">
              <a:extLst>
                <a:ext uri="{FF2B5EF4-FFF2-40B4-BE49-F238E27FC236}">
                  <a16:creationId xmlns:a16="http://schemas.microsoft.com/office/drawing/2014/main" id="{8C46F70D-CA07-1061-821D-148F265499BB}"/>
                </a:ext>
              </a:extLst>
            </p:cNvPr>
            <p:cNvSpPr/>
            <p:nvPr userDrawn="1"/>
          </p:nvSpPr>
          <p:spPr bwMode="gray">
            <a:xfrm flipH="1">
              <a:off x="11406324" y="8011954"/>
              <a:ext cx="1501080" cy="61397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spAutoFit/>
            </a:bodyPr>
            <a:lstStyle/>
            <a:p>
              <a:pPr indent="0" algn="r">
                <a:lnSpc>
                  <a:spcPct val="100000"/>
                </a:lnSpc>
                <a:spcBef>
                  <a:spcPts val="400"/>
                </a:spcBef>
                <a:spcAft>
                  <a:spcPts val="400"/>
                </a:spcAft>
              </a:pPr>
              <a:r>
                <a:rPr lang="en-US" sz="1050" b="0" kern="1200" cap="none">
                  <a:solidFill>
                    <a:schemeClr val="tx1"/>
                  </a:solidFill>
                  <a:latin typeface="+mn-lt"/>
                  <a:ea typeface="+mn-ea"/>
                  <a:cs typeface="+mn-cs"/>
                </a:rPr>
                <a:t>Delete the white logo </a:t>
              </a:r>
              <a:br>
                <a:rPr lang="en-US" sz="1050" b="0" kern="1200" cap="none">
                  <a:solidFill>
                    <a:schemeClr val="tx1"/>
                  </a:solidFill>
                  <a:latin typeface="+mn-lt"/>
                  <a:ea typeface="+mn-ea"/>
                  <a:cs typeface="+mn-cs"/>
                </a:rPr>
              </a:br>
              <a:r>
                <a:rPr lang="en-US" sz="1050" b="0" kern="1200" cap="none">
                  <a:solidFill>
                    <a:schemeClr val="tx1"/>
                  </a:solidFill>
                  <a:latin typeface="+mn-lt"/>
                  <a:ea typeface="+mn-ea"/>
                  <a:cs typeface="+mn-cs"/>
                </a:rPr>
                <a:t>to get the </a:t>
              </a:r>
              <a:r>
                <a:rPr lang="en-US" sz="1050" b="1" kern="1200" cap="all">
                  <a:solidFill>
                    <a:schemeClr val="tx1"/>
                  </a:solidFill>
                  <a:latin typeface="+mn-lt"/>
                  <a:ea typeface="+mn-ea"/>
                  <a:cs typeface="+mn-cs"/>
                </a:rPr>
                <a:t>BLUE LOGO</a:t>
              </a:r>
            </a:p>
          </p:txBody>
        </p:sp>
      </p:grpSp>
      <p:grpSp>
        <p:nvGrpSpPr>
          <p:cNvPr id="5" name="info">
            <a:extLst>
              <a:ext uri="{FF2B5EF4-FFF2-40B4-BE49-F238E27FC236}">
                <a16:creationId xmlns:a16="http://schemas.microsoft.com/office/drawing/2014/main" id="{07F73A91-1437-AE6B-5E6A-8657789B2962}"/>
              </a:ext>
            </a:extLst>
          </p:cNvPr>
          <p:cNvGrpSpPr/>
          <p:nvPr userDrawn="1"/>
        </p:nvGrpSpPr>
        <p:grpSpPr>
          <a:xfrm>
            <a:off x="12327529" y="2455567"/>
            <a:ext cx="2500337" cy="3640432"/>
            <a:chOff x="12327529" y="2995784"/>
            <a:chExt cx="2500337" cy="3640432"/>
          </a:xfrm>
          <a:effectLst>
            <a:outerShdw blurRad="50800" dist="38100" dir="8100000" algn="tr" rotWithShape="0">
              <a:prstClr val="black">
                <a:alpha val="40000"/>
              </a:prstClr>
            </a:outerShdw>
          </a:effectLst>
        </p:grpSpPr>
        <p:grpSp>
          <p:nvGrpSpPr>
            <p:cNvPr id="6" name="info">
              <a:extLst>
                <a:ext uri="{FF2B5EF4-FFF2-40B4-BE49-F238E27FC236}">
                  <a16:creationId xmlns:a16="http://schemas.microsoft.com/office/drawing/2014/main" id="{B0582E7C-3CE2-29C0-8485-688566C204EB}"/>
                </a:ext>
              </a:extLst>
            </p:cNvPr>
            <p:cNvGrpSpPr/>
            <p:nvPr userDrawn="1"/>
          </p:nvGrpSpPr>
          <p:grpSpPr>
            <a:xfrm>
              <a:off x="12596337" y="2995784"/>
              <a:ext cx="2231529" cy="1408806"/>
              <a:chOff x="12565380" y="2356671"/>
              <a:chExt cx="2231529" cy="1408806"/>
            </a:xfrm>
          </p:grpSpPr>
          <p:sp>
            <p:nvSpPr>
              <p:cNvPr id="20" name="info">
                <a:extLst>
                  <a:ext uri="{FF2B5EF4-FFF2-40B4-BE49-F238E27FC236}">
                    <a16:creationId xmlns:a16="http://schemas.microsoft.com/office/drawing/2014/main" id="{8F94D915-834B-B27E-B0E4-32DEACF31AFC}"/>
                  </a:ext>
                </a:extLst>
              </p:cNvPr>
              <p:cNvSpPr/>
              <p:nvPr userDrawn="1"/>
            </p:nvSpPr>
            <p:spPr bwMode="gray">
              <a:xfrm rot="16200000" flipH="1">
                <a:off x="12153929" y="2814026"/>
                <a:ext cx="1362902"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tx1"/>
                  </a:solidFill>
                </a:endParaRPr>
              </a:p>
              <a:p>
                <a:pPr indent="0" algn="l">
                  <a:lnSpc>
                    <a:spcPct val="100000"/>
                  </a:lnSpc>
                  <a:spcBef>
                    <a:spcPts val="400"/>
                  </a:spcBef>
                  <a:spcAft>
                    <a:spcPts val="400"/>
                  </a:spcAft>
                </a:pPr>
                <a:endParaRPr lang="en-US" sz="1050">
                  <a:solidFill>
                    <a:schemeClr val="tx1"/>
                  </a:solidFill>
                </a:endParaRPr>
              </a:p>
            </p:txBody>
          </p:sp>
          <p:sp>
            <p:nvSpPr>
              <p:cNvPr id="21" name="info">
                <a:extLst>
                  <a:ext uri="{FF2B5EF4-FFF2-40B4-BE49-F238E27FC236}">
                    <a16:creationId xmlns:a16="http://schemas.microsoft.com/office/drawing/2014/main" id="{1872572B-5574-0813-BA2A-5CD994019B36}"/>
                  </a:ext>
                </a:extLst>
              </p:cNvPr>
              <p:cNvSpPr/>
              <p:nvPr userDrawn="1"/>
            </p:nvSpPr>
            <p:spPr bwMode="gray">
              <a:xfrm flipH="1">
                <a:off x="12565380" y="2356671"/>
                <a:ext cx="2231529" cy="114232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kern="1200" cap="all">
                    <a:solidFill>
                      <a:schemeClr val="tx1"/>
                    </a:solidFill>
                    <a:latin typeface="+mn-lt"/>
                    <a:ea typeface="+mn-ea"/>
                    <a:cs typeface="+mn-cs"/>
                  </a:rPr>
                  <a:t>IMAGE Credit Formatting</a:t>
                </a:r>
              </a:p>
              <a:p>
                <a:pPr indent="0" algn="l">
                  <a:lnSpc>
                    <a:spcPct val="100000"/>
                  </a:lnSpc>
                  <a:spcBef>
                    <a:spcPts val="400"/>
                  </a:spcBef>
                  <a:spcAft>
                    <a:spcPts val="400"/>
                  </a:spcAft>
                </a:pPr>
                <a:r>
                  <a:rPr lang="en-US" sz="1050" b="0" kern="1200" cap="none">
                    <a:solidFill>
                      <a:schemeClr val="tx1"/>
                    </a:solidFill>
                    <a:latin typeface="+mn-lt"/>
                    <a:ea typeface="+mn-ea"/>
                    <a:cs typeface="+mn-cs"/>
                  </a:rPr>
                  <a:t>Examples!</a:t>
                </a:r>
              </a:p>
              <a:p>
                <a:pPr indent="0" algn="l">
                  <a:lnSpc>
                    <a:spcPct val="100000"/>
                  </a:lnSpc>
                  <a:spcBef>
                    <a:spcPts val="400"/>
                  </a:spcBef>
                  <a:spcAft>
                    <a:spcPts val="400"/>
                  </a:spcAft>
                </a:pPr>
                <a:r>
                  <a:rPr lang="en-US" sz="1050" b="0" kern="1200" cap="none">
                    <a:solidFill>
                      <a:schemeClr val="tx1"/>
                    </a:solidFill>
                    <a:latin typeface="+mn-lt"/>
                    <a:ea typeface="+mn-ea"/>
                    <a:cs typeface="+mn-cs"/>
                  </a:rPr>
                  <a:t>© Westend66 – gettyimages.com</a:t>
                </a:r>
                <a:br>
                  <a:rPr lang="en-US" sz="1050" b="0" kern="1200" cap="none">
                    <a:solidFill>
                      <a:schemeClr val="tx1"/>
                    </a:solidFill>
                    <a:latin typeface="+mn-lt"/>
                    <a:ea typeface="+mn-ea"/>
                    <a:cs typeface="+mn-cs"/>
                  </a:rPr>
                </a:br>
                <a:r>
                  <a:rPr lang="en-US" sz="1050" b="0" kern="1200" cap="none">
                    <a:solidFill>
                      <a:schemeClr val="tx1"/>
                    </a:solidFill>
                    <a:latin typeface="+mn-lt"/>
                    <a:ea typeface="+mn-ea"/>
                    <a:cs typeface="+mn-cs"/>
                  </a:rPr>
                  <a:t>© AI generated – Drees &amp; Sommer</a:t>
                </a:r>
              </a:p>
            </p:txBody>
          </p:sp>
        </p:grpSp>
        <p:grpSp>
          <p:nvGrpSpPr>
            <p:cNvPr id="17" name="info">
              <a:extLst>
                <a:ext uri="{FF2B5EF4-FFF2-40B4-BE49-F238E27FC236}">
                  <a16:creationId xmlns:a16="http://schemas.microsoft.com/office/drawing/2014/main" id="{30E68D65-DF5C-938E-79AE-DCAF983D4099}"/>
                </a:ext>
              </a:extLst>
            </p:cNvPr>
            <p:cNvGrpSpPr>
              <a:grpSpLocks/>
            </p:cNvGrpSpPr>
            <p:nvPr userDrawn="1"/>
          </p:nvGrpSpPr>
          <p:grpSpPr>
            <a:xfrm>
              <a:off x="12327529" y="4480790"/>
              <a:ext cx="2500335" cy="2155426"/>
              <a:chOff x="12327530" y="4187428"/>
              <a:chExt cx="2500335" cy="2155426"/>
            </a:xfrm>
          </p:grpSpPr>
          <p:sp>
            <p:nvSpPr>
              <p:cNvPr id="18" name="info">
                <a:extLst>
                  <a:ext uri="{FF2B5EF4-FFF2-40B4-BE49-F238E27FC236}">
                    <a16:creationId xmlns:a16="http://schemas.microsoft.com/office/drawing/2014/main" id="{A47980C6-E2F7-671B-A445-54CCE077E67A}"/>
                  </a:ext>
                </a:extLst>
              </p:cNvPr>
              <p:cNvSpPr/>
              <p:nvPr userDrawn="1"/>
            </p:nvSpPr>
            <p:spPr bwMode="gray">
              <a:xfrm flipH="1">
                <a:off x="12327530" y="5802854"/>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indent="0" algn="l">
                  <a:lnSpc>
                    <a:spcPct val="100000"/>
                  </a:lnSpc>
                  <a:spcBef>
                    <a:spcPts val="400"/>
                  </a:spcBef>
                  <a:spcAft>
                    <a:spcPts val="400"/>
                  </a:spcAft>
                </a:pPr>
                <a:endParaRPr lang="en-US" sz="1050">
                  <a:solidFill>
                    <a:schemeClr val="tx1"/>
                  </a:solidFill>
                </a:endParaRPr>
              </a:p>
              <a:p>
                <a:pPr indent="0" algn="l">
                  <a:lnSpc>
                    <a:spcPct val="100000"/>
                  </a:lnSpc>
                  <a:spcBef>
                    <a:spcPts val="400"/>
                  </a:spcBef>
                  <a:spcAft>
                    <a:spcPts val="400"/>
                  </a:spcAft>
                </a:pPr>
                <a:endParaRPr lang="en-US" sz="1050">
                  <a:solidFill>
                    <a:schemeClr val="tx1"/>
                  </a:solidFill>
                </a:endParaRPr>
              </a:p>
            </p:txBody>
          </p:sp>
          <p:sp>
            <p:nvSpPr>
              <p:cNvPr id="19" name="info">
                <a:extLst>
                  <a:ext uri="{FF2B5EF4-FFF2-40B4-BE49-F238E27FC236}">
                    <a16:creationId xmlns:a16="http://schemas.microsoft.com/office/drawing/2014/main" id="{3EF939A3-E7E1-CEB4-C8DD-DFC4BC0179A9}"/>
                  </a:ext>
                </a:extLst>
              </p:cNvPr>
              <p:cNvSpPr/>
              <p:nvPr userDrawn="1"/>
            </p:nvSpPr>
            <p:spPr bwMode="gray">
              <a:xfrm flipH="1">
                <a:off x="12596336" y="4187428"/>
                <a:ext cx="2231529" cy="215542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cap="all">
                    <a:solidFill>
                      <a:schemeClr val="tx1"/>
                    </a:solidFill>
                  </a:rPr>
                  <a:t>image credit</a:t>
                </a:r>
              </a:p>
              <a:p>
                <a:pPr indent="0" algn="l">
                  <a:lnSpc>
                    <a:spcPct val="100000"/>
                  </a:lnSpc>
                  <a:spcBef>
                    <a:spcPts val="400"/>
                  </a:spcBef>
                  <a:spcAft>
                    <a:spcPts val="400"/>
                  </a:spcAft>
                </a:pPr>
                <a:r>
                  <a:rPr lang="en-US" sz="1050" b="1">
                    <a:solidFill>
                      <a:schemeClr val="tx1"/>
                    </a:solidFill>
                  </a:rPr>
                  <a:t>Always include </a:t>
                </a:r>
                <a:r>
                  <a:rPr lang="en-US" sz="1050">
                    <a:solidFill>
                      <a:schemeClr val="tx1"/>
                    </a:solidFill>
                  </a:rPr>
                  <a:t>the image credit!</a:t>
                </a:r>
              </a:p>
              <a:p>
                <a:pPr indent="0" algn="l">
                  <a:lnSpc>
                    <a:spcPct val="100000"/>
                  </a:lnSpc>
                  <a:spcBef>
                    <a:spcPts val="400"/>
                  </a:spcBef>
                  <a:spcAft>
                    <a:spcPts val="400"/>
                  </a:spcAft>
                </a:pPr>
                <a:r>
                  <a:rPr lang="en-US" sz="1050">
                    <a:solidFill>
                      <a:schemeClr val="tx1"/>
                    </a:solidFill>
                  </a:rPr>
                  <a:t>How to get the image credit </a:t>
                </a:r>
                <a:r>
                  <a:rPr lang="en-US" sz="1050" b="1">
                    <a:solidFill>
                      <a:schemeClr val="tx1"/>
                    </a:solidFill>
                  </a:rPr>
                  <a:t>placeholder</a:t>
                </a:r>
                <a:r>
                  <a:rPr lang="en-US" sz="1050">
                    <a:solidFill>
                      <a:schemeClr val="tx1"/>
                    </a:solidFill>
                  </a:rPr>
                  <a:t> if it is no longer available on your slide by default: </a:t>
                </a:r>
              </a:p>
              <a:p>
                <a:pPr indent="0" algn="l">
                  <a:lnSpc>
                    <a:spcPct val="100000"/>
                  </a:lnSpc>
                  <a:spcBef>
                    <a:spcPts val="400"/>
                  </a:spcBef>
                  <a:spcAft>
                    <a:spcPts val="400"/>
                  </a:spcAft>
                </a:pPr>
                <a:r>
                  <a:rPr lang="en-US" sz="1050">
                    <a:solidFill>
                      <a:schemeClr val="tx1"/>
                    </a:solidFill>
                  </a:rPr>
                  <a:t>&gt; </a:t>
                </a:r>
                <a:r>
                  <a:rPr lang="en-US" sz="1050" b="0">
                    <a:solidFill>
                      <a:schemeClr val="tx1"/>
                    </a:solidFill>
                  </a:rPr>
                  <a:t>right-click on a free area</a:t>
                </a:r>
                <a:br>
                  <a:rPr lang="en-US" sz="1050" b="0">
                    <a:solidFill>
                      <a:schemeClr val="tx1"/>
                    </a:solidFill>
                  </a:rPr>
                </a:br>
                <a:r>
                  <a:rPr lang="en-US" sz="1050" b="0">
                    <a:solidFill>
                      <a:schemeClr val="tx1"/>
                    </a:solidFill>
                  </a:rPr>
                  <a:t>   on the slide</a:t>
                </a:r>
                <a:br>
                  <a:rPr lang="en-US" sz="1050" b="0">
                    <a:solidFill>
                      <a:schemeClr val="tx1"/>
                    </a:solidFill>
                  </a:rPr>
                </a:br>
                <a:r>
                  <a:rPr lang="en-US" sz="1050" b="0">
                    <a:solidFill>
                      <a:schemeClr val="tx1"/>
                    </a:solidFill>
                  </a:rPr>
                  <a:t>&gt; insert text element</a:t>
                </a:r>
                <a:endParaRPr lang="en-US" sz="1050">
                  <a:solidFill>
                    <a:schemeClr val="tx1"/>
                  </a:solidFill>
                </a:endParaRPr>
              </a:p>
              <a:p>
                <a:pPr indent="0" algn="l">
                  <a:lnSpc>
                    <a:spcPct val="100000"/>
                  </a:lnSpc>
                  <a:spcBef>
                    <a:spcPts val="400"/>
                  </a:spcBef>
                  <a:spcAft>
                    <a:spcPts val="400"/>
                  </a:spcAft>
                </a:pPr>
                <a:r>
                  <a:rPr lang="en-US" sz="1050">
                    <a:solidFill>
                      <a:schemeClr val="tx1"/>
                    </a:solidFill>
                  </a:rPr>
                  <a:t>“</a:t>
                </a:r>
                <a:r>
                  <a:rPr lang="en-US" sz="1050" b="1">
                    <a:solidFill>
                      <a:schemeClr val="tx1"/>
                    </a:solidFill>
                  </a:rPr>
                  <a:t>Copyright right</a:t>
                </a:r>
                <a:r>
                  <a:rPr lang="en-US" sz="1050">
                    <a:solidFill>
                      <a:schemeClr val="tx1"/>
                    </a:solidFill>
                  </a:rPr>
                  <a:t>”</a:t>
                </a:r>
              </a:p>
            </p:txBody>
          </p:sp>
        </p:grpSp>
      </p:grpSp>
    </p:spTree>
    <p:extLst>
      <p:ext uri="{BB962C8B-B14F-4D97-AF65-F5344CB8AC3E}">
        <p14:creationId xmlns:p14="http://schemas.microsoft.com/office/powerpoint/2010/main" val="22202752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520">
          <p15:clr>
            <a:srgbClr val="FBAE40"/>
          </p15:clr>
        </p15:guide>
        <p15:guide id="2" pos="2700">
          <p15:clr>
            <a:srgbClr val="FBAE40"/>
          </p15:clr>
        </p15:guide>
        <p15:guide id="3" orient="horz" pos="64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mp; Full Picture 1/1">
    <p:spTree>
      <p:nvGrpSpPr>
        <p:cNvPr id="1" name=""/>
        <p:cNvGrpSpPr/>
        <p:nvPr/>
      </p:nvGrpSpPr>
      <p:grpSpPr>
        <a:xfrm>
          <a:off x="0" y="0"/>
          <a:ext cx="0" cy="0"/>
          <a:chOff x="0" y="0"/>
          <a:chExt cx="0" cy="0"/>
        </a:xfrm>
      </p:grpSpPr>
      <p:sp>
        <p:nvSpPr>
          <p:cNvPr id="35" name="logo drees&amp;sommer blue mask">
            <a:extLst>
              <a:ext uri="{FF2B5EF4-FFF2-40B4-BE49-F238E27FC236}">
                <a16:creationId xmlns:a16="http://schemas.microsoft.com/office/drawing/2014/main" id="{7F360378-F73A-4B3A-B454-4B80CCCB2A92}"/>
              </a:ext>
              <a:ext uri="{C183D7F6-B498-43B3-948B-1728B52AA6E4}">
                <adec:decorative xmlns:adec="http://schemas.microsoft.com/office/drawing/2017/decorative" val="1"/>
              </a:ext>
            </a:extLst>
          </p:cNvPr>
          <p:cNvSpPr/>
          <p:nvPr/>
        </p:nvSpPr>
        <p:spPr bwMode="black">
          <a:xfrm>
            <a:off x="10579100" y="6197600"/>
            <a:ext cx="1270000" cy="584200"/>
          </a:xfrm>
          <a:prstGeom prst="rect">
            <a:avLst/>
          </a:prstGeom>
          <a:solidFill>
            <a:srgbClr val="00296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a:p>
        </p:txBody>
      </p:sp>
      <p:sp>
        <p:nvSpPr>
          <p:cNvPr id="2" name="title">
            <a:extLst>
              <a:ext uri="{FF2B5EF4-FFF2-40B4-BE49-F238E27FC236}">
                <a16:creationId xmlns:a16="http://schemas.microsoft.com/office/drawing/2014/main" id="{8FFCB50B-5503-4467-8A0F-9FBB8B48B97D}"/>
              </a:ext>
            </a:extLst>
          </p:cNvPr>
          <p:cNvSpPr>
            <a:spLocks noGrp="1"/>
          </p:cNvSpPr>
          <p:nvPr>
            <p:ph type="title"/>
          </p:nvPr>
        </p:nvSpPr>
        <p:spPr bwMode="gray">
          <a:xfrm>
            <a:off x="525600" y="673200"/>
            <a:ext cx="5353200" cy="288000"/>
          </a:xfrm>
        </p:spPr>
        <p:txBody>
          <a:bodyPr lIns="0" tIns="0" rIns="0" bIns="0"/>
          <a:lstStyle/>
          <a:p>
            <a:r>
              <a:rPr lang="de-DE"/>
              <a:t>Mastertitelformat bearbeiten</a:t>
            </a:r>
            <a:endParaRPr lang="en-US"/>
          </a:p>
        </p:txBody>
      </p:sp>
      <p:sp>
        <p:nvSpPr>
          <p:cNvPr id="4" name="MIO_CONVERT_SLIDES_SUBTITLE">
            <a:extLst>
              <a:ext uri="{FF2B5EF4-FFF2-40B4-BE49-F238E27FC236}">
                <a16:creationId xmlns:a16="http://schemas.microsoft.com/office/drawing/2014/main" id="{7086919D-8D03-4875-B9F0-05F0C8564079}"/>
              </a:ext>
            </a:extLst>
          </p:cNvPr>
          <p:cNvSpPr>
            <a:spLocks noGrp="1"/>
          </p:cNvSpPr>
          <p:nvPr>
            <p:ph type="body" sz="quarter" idx="14" hasCustomPrompt="1"/>
          </p:nvPr>
        </p:nvSpPr>
        <p:spPr bwMode="gray">
          <a:xfrm>
            <a:off x="525600" y="1022400"/>
            <a:ext cx="5353200" cy="504000"/>
          </a:xfrm>
        </p:spPr>
        <p:txBody>
          <a:bodyPr/>
          <a:lstStyle>
            <a:lvl1pPr>
              <a:lnSpc>
                <a:spcPct val="85000"/>
              </a:lnSpc>
              <a:spcBef>
                <a:spcPts val="0"/>
              </a:spcBef>
              <a:spcAft>
                <a:spcPts val="0"/>
              </a:spcAft>
              <a:defRPr sz="2000"/>
            </a:lvl1pPr>
          </a:lstStyle>
          <a:p>
            <a:pPr lvl="0"/>
            <a:r>
              <a:rPr lang="de-DE" err="1"/>
              <a:t>Subtitle</a:t>
            </a:r>
            <a:endParaRPr lang="en-US"/>
          </a:p>
        </p:txBody>
      </p:sp>
      <p:sp>
        <p:nvSpPr>
          <p:cNvPr id="7" name="content">
            <a:extLst>
              <a:ext uri="{FF2B5EF4-FFF2-40B4-BE49-F238E27FC236}">
                <a16:creationId xmlns:a16="http://schemas.microsoft.com/office/drawing/2014/main" id="{5ACBB9A0-3E08-4278-AF60-F20CD65CA5C6}"/>
              </a:ext>
            </a:extLst>
          </p:cNvPr>
          <p:cNvSpPr>
            <a:spLocks noGrp="1"/>
          </p:cNvSpPr>
          <p:nvPr>
            <p:ph idx="1"/>
          </p:nvPr>
        </p:nvSpPr>
        <p:spPr bwMode="gray">
          <a:xfrm>
            <a:off x="525600" y="1602000"/>
            <a:ext cx="5353200" cy="44964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34" name="picture">
            <a:extLst>
              <a:ext uri="{FF2B5EF4-FFF2-40B4-BE49-F238E27FC236}">
                <a16:creationId xmlns:a16="http://schemas.microsoft.com/office/drawing/2014/main" id="{8EA3C3E4-202D-4939-91A7-80ECB3EE2B15}"/>
              </a:ext>
            </a:extLst>
          </p:cNvPr>
          <p:cNvSpPr>
            <a:spLocks noGrp="1"/>
          </p:cNvSpPr>
          <p:nvPr>
            <p:ph type="pic" sz="quarter" idx="16"/>
          </p:nvPr>
        </p:nvSpPr>
        <p:spPr bwMode="gray">
          <a:xfrm>
            <a:off x="6166800" y="0"/>
            <a:ext cx="6025200" cy="6858000"/>
          </a:xfrm>
          <a:custGeom>
            <a:avLst/>
            <a:gdLst>
              <a:gd name="connsiteX0" fmla="*/ 4742543 w 6025200"/>
              <a:gd name="connsiteY0" fmla="*/ 6535879 h 6858000"/>
              <a:gd name="connsiteX1" fmla="*/ 4825368 w 6025200"/>
              <a:gd name="connsiteY1" fmla="*/ 6535879 h 6858000"/>
              <a:gd name="connsiteX2" fmla="*/ 4825368 w 6025200"/>
              <a:gd name="connsiteY2" fmla="*/ 6598745 h 6858000"/>
              <a:gd name="connsiteX3" fmla="*/ 4742543 w 6025200"/>
              <a:gd name="connsiteY3" fmla="*/ 6598745 h 6858000"/>
              <a:gd name="connsiteX4" fmla="*/ 5396456 w 6025200"/>
              <a:gd name="connsiteY4" fmla="*/ 6534690 h 6858000"/>
              <a:gd name="connsiteX5" fmla="*/ 5452415 w 6025200"/>
              <a:gd name="connsiteY5" fmla="*/ 6534690 h 6858000"/>
              <a:gd name="connsiteX6" fmla="*/ 5463609 w 6025200"/>
              <a:gd name="connsiteY6" fmla="*/ 6542786 h 6858000"/>
              <a:gd name="connsiteX7" fmla="*/ 5463609 w 6025200"/>
              <a:gd name="connsiteY7" fmla="*/ 6554455 h 6858000"/>
              <a:gd name="connsiteX8" fmla="*/ 5452415 w 6025200"/>
              <a:gd name="connsiteY8" fmla="*/ 6562550 h 6858000"/>
              <a:gd name="connsiteX9" fmla="*/ 5396456 w 6025200"/>
              <a:gd name="connsiteY9" fmla="*/ 6562550 h 6858000"/>
              <a:gd name="connsiteX10" fmla="*/ 4743506 w 6025200"/>
              <a:gd name="connsiteY10" fmla="*/ 6517318 h 6858000"/>
              <a:gd name="connsiteX11" fmla="*/ 4716790 w 6025200"/>
              <a:gd name="connsiteY11" fmla="*/ 6541122 h 6858000"/>
              <a:gd name="connsiteX12" fmla="*/ 4716790 w 6025200"/>
              <a:gd name="connsiteY12" fmla="*/ 6594223 h 6858000"/>
              <a:gd name="connsiteX13" fmla="*/ 4743506 w 6025200"/>
              <a:gd name="connsiteY13" fmla="*/ 6618042 h 6858000"/>
              <a:gd name="connsiteX14" fmla="*/ 4822930 w 6025200"/>
              <a:gd name="connsiteY14" fmla="*/ 6618042 h 6858000"/>
              <a:gd name="connsiteX15" fmla="*/ 4849646 w 6025200"/>
              <a:gd name="connsiteY15" fmla="*/ 6594223 h 6858000"/>
              <a:gd name="connsiteX16" fmla="*/ 4849646 w 6025200"/>
              <a:gd name="connsiteY16" fmla="*/ 6541122 h 6858000"/>
              <a:gd name="connsiteX17" fmla="*/ 4822930 w 6025200"/>
              <a:gd name="connsiteY17" fmla="*/ 6517318 h 6858000"/>
              <a:gd name="connsiteX18" fmla="*/ 5372185 w 6025200"/>
              <a:gd name="connsiteY18" fmla="*/ 6517311 h 6858000"/>
              <a:gd name="connsiteX19" fmla="*/ 5372185 w 6025200"/>
              <a:gd name="connsiteY19" fmla="*/ 6618035 h 6858000"/>
              <a:gd name="connsiteX20" fmla="*/ 5396463 w 6025200"/>
              <a:gd name="connsiteY20" fmla="*/ 6618035 h 6858000"/>
              <a:gd name="connsiteX21" fmla="*/ 5396463 w 6025200"/>
              <a:gd name="connsiteY21" fmla="*/ 6579929 h 6858000"/>
              <a:gd name="connsiteX22" fmla="*/ 5419560 w 6025200"/>
              <a:gd name="connsiteY22" fmla="*/ 6579929 h 6858000"/>
              <a:gd name="connsiteX23" fmla="*/ 5461706 w 6025200"/>
              <a:gd name="connsiteY23" fmla="*/ 6618035 h 6858000"/>
              <a:gd name="connsiteX24" fmla="*/ 5496953 w 6025200"/>
              <a:gd name="connsiteY24" fmla="*/ 6618035 h 6858000"/>
              <a:gd name="connsiteX25" fmla="*/ 5449097 w 6025200"/>
              <a:gd name="connsiteY25" fmla="*/ 6579929 h 6858000"/>
              <a:gd name="connsiteX26" fmla="*/ 5462910 w 6025200"/>
              <a:gd name="connsiteY26" fmla="*/ 6579929 h 6858000"/>
              <a:gd name="connsiteX27" fmla="*/ 5486480 w 6025200"/>
              <a:gd name="connsiteY27" fmla="*/ 6560639 h 6858000"/>
              <a:gd name="connsiteX28" fmla="*/ 5486480 w 6025200"/>
              <a:gd name="connsiteY28" fmla="*/ 6536835 h 6858000"/>
              <a:gd name="connsiteX29" fmla="*/ 5462910 w 6025200"/>
              <a:gd name="connsiteY29" fmla="*/ 6517311 h 6858000"/>
              <a:gd name="connsiteX30" fmla="*/ 5234845 w 6025200"/>
              <a:gd name="connsiteY30" fmla="*/ 6517311 h 6858000"/>
              <a:gd name="connsiteX31" fmla="*/ 5234845 w 6025200"/>
              <a:gd name="connsiteY31" fmla="*/ 6618035 h 6858000"/>
              <a:gd name="connsiteX32" fmla="*/ 5346319 w 6025200"/>
              <a:gd name="connsiteY32" fmla="*/ 6618035 h 6858000"/>
              <a:gd name="connsiteX33" fmla="*/ 5346319 w 6025200"/>
              <a:gd name="connsiteY33" fmla="*/ 6599219 h 6858000"/>
              <a:gd name="connsiteX34" fmla="*/ 5260109 w 6025200"/>
              <a:gd name="connsiteY34" fmla="*/ 6599219 h 6858000"/>
              <a:gd name="connsiteX35" fmla="*/ 5260109 w 6025200"/>
              <a:gd name="connsiteY35" fmla="*/ 6574452 h 6858000"/>
              <a:gd name="connsiteX36" fmla="*/ 5309658 w 6025200"/>
              <a:gd name="connsiteY36" fmla="*/ 6574452 h 6858000"/>
              <a:gd name="connsiteX37" fmla="*/ 5309658 w 6025200"/>
              <a:gd name="connsiteY37" fmla="*/ 6557073 h 6858000"/>
              <a:gd name="connsiteX38" fmla="*/ 5260109 w 6025200"/>
              <a:gd name="connsiteY38" fmla="*/ 6557073 h 6858000"/>
              <a:gd name="connsiteX39" fmla="*/ 5260109 w 6025200"/>
              <a:gd name="connsiteY39" fmla="*/ 6535179 h 6858000"/>
              <a:gd name="connsiteX40" fmla="*/ 5345108 w 6025200"/>
              <a:gd name="connsiteY40" fmla="*/ 6535179 h 6858000"/>
              <a:gd name="connsiteX41" fmla="*/ 5345108 w 6025200"/>
              <a:gd name="connsiteY41" fmla="*/ 6517311 h 6858000"/>
              <a:gd name="connsiteX42" fmla="*/ 5058654 w 6025200"/>
              <a:gd name="connsiteY42" fmla="*/ 6517311 h 6858000"/>
              <a:gd name="connsiteX43" fmla="*/ 5058654 w 6025200"/>
              <a:gd name="connsiteY43" fmla="*/ 6618035 h 6858000"/>
              <a:gd name="connsiteX44" fmla="*/ 5081623 w 6025200"/>
              <a:gd name="connsiteY44" fmla="*/ 6618035 h 6858000"/>
              <a:gd name="connsiteX45" fmla="*/ 5081623 w 6025200"/>
              <a:gd name="connsiteY45" fmla="*/ 6550414 h 6858000"/>
              <a:gd name="connsiteX46" fmla="*/ 5128005 w 6025200"/>
              <a:gd name="connsiteY46" fmla="*/ 6605892 h 6858000"/>
              <a:gd name="connsiteX47" fmla="*/ 5132865 w 6025200"/>
              <a:gd name="connsiteY47" fmla="*/ 6605892 h 6858000"/>
              <a:gd name="connsiteX48" fmla="*/ 5178758 w 6025200"/>
              <a:gd name="connsiteY48" fmla="*/ 6548737 h 6858000"/>
              <a:gd name="connsiteX49" fmla="*/ 5178758 w 6025200"/>
              <a:gd name="connsiteY49" fmla="*/ 6618035 h 6858000"/>
              <a:gd name="connsiteX50" fmla="*/ 5202073 w 6025200"/>
              <a:gd name="connsiteY50" fmla="*/ 6618035 h 6858000"/>
              <a:gd name="connsiteX51" fmla="*/ 5202073 w 6025200"/>
              <a:gd name="connsiteY51" fmla="*/ 6517311 h 6858000"/>
              <a:gd name="connsiteX52" fmla="*/ 5181925 w 6025200"/>
              <a:gd name="connsiteY52" fmla="*/ 6517311 h 6858000"/>
              <a:gd name="connsiteX53" fmla="*/ 5131887 w 6025200"/>
              <a:gd name="connsiteY53" fmla="*/ 6577070 h 6858000"/>
              <a:gd name="connsiteX54" fmla="*/ 5081623 w 6025200"/>
              <a:gd name="connsiteY54" fmla="*/ 6517311 h 6858000"/>
              <a:gd name="connsiteX55" fmla="*/ 4881335 w 6025200"/>
              <a:gd name="connsiteY55" fmla="*/ 6517311 h 6858000"/>
              <a:gd name="connsiteX56" fmla="*/ 4881335 w 6025200"/>
              <a:gd name="connsiteY56" fmla="*/ 6618035 h 6858000"/>
              <a:gd name="connsiteX57" fmla="*/ 4904296 w 6025200"/>
              <a:gd name="connsiteY57" fmla="*/ 6618035 h 6858000"/>
              <a:gd name="connsiteX58" fmla="*/ 4904296 w 6025200"/>
              <a:gd name="connsiteY58" fmla="*/ 6550414 h 6858000"/>
              <a:gd name="connsiteX59" fmla="*/ 4950678 w 6025200"/>
              <a:gd name="connsiteY59" fmla="*/ 6605892 h 6858000"/>
              <a:gd name="connsiteX60" fmla="*/ 4955531 w 6025200"/>
              <a:gd name="connsiteY60" fmla="*/ 6605892 h 6858000"/>
              <a:gd name="connsiteX61" fmla="*/ 5001439 w 6025200"/>
              <a:gd name="connsiteY61" fmla="*/ 6548737 h 6858000"/>
              <a:gd name="connsiteX62" fmla="*/ 5001439 w 6025200"/>
              <a:gd name="connsiteY62" fmla="*/ 6618035 h 6858000"/>
              <a:gd name="connsiteX63" fmla="*/ 5024754 w 6025200"/>
              <a:gd name="connsiteY63" fmla="*/ 6618035 h 6858000"/>
              <a:gd name="connsiteX64" fmla="*/ 5024754 w 6025200"/>
              <a:gd name="connsiteY64" fmla="*/ 6517311 h 6858000"/>
              <a:gd name="connsiteX65" fmla="*/ 5004599 w 6025200"/>
              <a:gd name="connsiteY65" fmla="*/ 6517311 h 6858000"/>
              <a:gd name="connsiteX66" fmla="*/ 4954568 w 6025200"/>
              <a:gd name="connsiteY66" fmla="*/ 6577070 h 6858000"/>
              <a:gd name="connsiteX67" fmla="*/ 4904296 w 6025200"/>
              <a:gd name="connsiteY67" fmla="*/ 6517311 h 6858000"/>
              <a:gd name="connsiteX68" fmla="*/ 4585477 w 6025200"/>
              <a:gd name="connsiteY68" fmla="*/ 6495162 h 6858000"/>
              <a:gd name="connsiteX69" fmla="*/ 4554999 w 6025200"/>
              <a:gd name="connsiteY69" fmla="*/ 6524218 h 6858000"/>
              <a:gd name="connsiteX70" fmla="*/ 4554999 w 6025200"/>
              <a:gd name="connsiteY70" fmla="*/ 6537775 h 6858000"/>
              <a:gd name="connsiteX71" fmla="*/ 4585477 w 6025200"/>
              <a:gd name="connsiteY71" fmla="*/ 6566830 h 6858000"/>
              <a:gd name="connsiteX72" fmla="*/ 4662155 w 6025200"/>
              <a:gd name="connsiteY72" fmla="*/ 6566830 h 6858000"/>
              <a:gd name="connsiteX73" fmla="*/ 4662155 w 6025200"/>
              <a:gd name="connsiteY73" fmla="*/ 6594930 h 6858000"/>
              <a:gd name="connsiteX74" fmla="*/ 4575252 w 6025200"/>
              <a:gd name="connsiteY74" fmla="*/ 6594930 h 6858000"/>
              <a:gd name="connsiteX75" fmla="*/ 4575252 w 6025200"/>
              <a:gd name="connsiteY75" fmla="*/ 6581704 h 6858000"/>
              <a:gd name="connsiteX76" fmla="*/ 4549996 w 6025200"/>
              <a:gd name="connsiteY76" fmla="*/ 6586948 h 6858000"/>
              <a:gd name="connsiteX77" fmla="*/ 4549996 w 6025200"/>
              <a:gd name="connsiteY77" fmla="*/ 6588979 h 6858000"/>
              <a:gd name="connsiteX78" fmla="*/ 4580714 w 6025200"/>
              <a:gd name="connsiteY78" fmla="*/ 6618027 h 6858000"/>
              <a:gd name="connsiteX79" fmla="*/ 4656686 w 6025200"/>
              <a:gd name="connsiteY79" fmla="*/ 6618027 h 6858000"/>
              <a:gd name="connsiteX80" fmla="*/ 4687404 w 6025200"/>
              <a:gd name="connsiteY80" fmla="*/ 6588979 h 6858000"/>
              <a:gd name="connsiteX81" fmla="*/ 4687404 w 6025200"/>
              <a:gd name="connsiteY81" fmla="*/ 6572074 h 6858000"/>
              <a:gd name="connsiteX82" fmla="*/ 4656686 w 6025200"/>
              <a:gd name="connsiteY82" fmla="*/ 6543019 h 6858000"/>
              <a:gd name="connsiteX83" fmla="*/ 4579999 w 6025200"/>
              <a:gd name="connsiteY83" fmla="*/ 6543019 h 6858000"/>
              <a:gd name="connsiteX84" fmla="*/ 4579999 w 6025200"/>
              <a:gd name="connsiteY84" fmla="*/ 6516596 h 6858000"/>
              <a:gd name="connsiteX85" fmla="*/ 4660485 w 6025200"/>
              <a:gd name="connsiteY85" fmla="*/ 6516596 h 6858000"/>
              <a:gd name="connsiteX86" fmla="*/ 4660485 w 6025200"/>
              <a:gd name="connsiteY86" fmla="*/ 6529905 h 6858000"/>
              <a:gd name="connsiteX87" fmla="*/ 4685726 w 6025200"/>
              <a:gd name="connsiteY87" fmla="*/ 6523954 h 6858000"/>
              <a:gd name="connsiteX88" fmla="*/ 4685726 w 6025200"/>
              <a:gd name="connsiteY88" fmla="*/ 6522074 h 6858000"/>
              <a:gd name="connsiteX89" fmla="*/ 4655249 w 6025200"/>
              <a:gd name="connsiteY89" fmla="*/ 6495162 h 6858000"/>
              <a:gd name="connsiteX90" fmla="*/ 5387421 w 6025200"/>
              <a:gd name="connsiteY90" fmla="*/ 6392873 h 6858000"/>
              <a:gd name="connsiteX91" fmla="*/ 5424323 w 6025200"/>
              <a:gd name="connsiteY91" fmla="*/ 6423591 h 6858000"/>
              <a:gd name="connsiteX92" fmla="*/ 5412895 w 6025200"/>
              <a:gd name="connsiteY92" fmla="*/ 6433349 h 6858000"/>
              <a:gd name="connsiteX93" fmla="*/ 5355995 w 6025200"/>
              <a:gd name="connsiteY93" fmla="*/ 6433349 h 6858000"/>
              <a:gd name="connsiteX94" fmla="*/ 5355995 w 6025200"/>
              <a:gd name="connsiteY94" fmla="*/ 6433342 h 6858000"/>
              <a:gd name="connsiteX95" fmla="*/ 5355995 w 6025200"/>
              <a:gd name="connsiteY95" fmla="*/ 6412396 h 6858000"/>
              <a:gd name="connsiteX96" fmla="*/ 4756732 w 6025200"/>
              <a:gd name="connsiteY96" fmla="*/ 6371439 h 6858000"/>
              <a:gd name="connsiteX97" fmla="*/ 4812691 w 6025200"/>
              <a:gd name="connsiteY97" fmla="*/ 6371439 h 6858000"/>
              <a:gd name="connsiteX98" fmla="*/ 4823885 w 6025200"/>
              <a:gd name="connsiteY98" fmla="*/ 6379534 h 6858000"/>
              <a:gd name="connsiteX99" fmla="*/ 4823885 w 6025200"/>
              <a:gd name="connsiteY99" fmla="*/ 6391203 h 6858000"/>
              <a:gd name="connsiteX100" fmla="*/ 4812691 w 6025200"/>
              <a:gd name="connsiteY100" fmla="*/ 6399298 h 6858000"/>
              <a:gd name="connsiteX101" fmla="*/ 4756732 w 6025200"/>
              <a:gd name="connsiteY101" fmla="*/ 6399298 h 6858000"/>
              <a:gd name="connsiteX102" fmla="*/ 5182505 w 6025200"/>
              <a:gd name="connsiteY102" fmla="*/ 6354060 h 6858000"/>
              <a:gd name="connsiteX103" fmla="*/ 5156068 w 6025200"/>
              <a:gd name="connsiteY103" fmla="*/ 6377879 h 6858000"/>
              <a:gd name="connsiteX104" fmla="*/ 5156068 w 6025200"/>
              <a:gd name="connsiteY104" fmla="*/ 6389074 h 6858000"/>
              <a:gd name="connsiteX105" fmla="*/ 5182505 w 6025200"/>
              <a:gd name="connsiteY105" fmla="*/ 6412878 h 6858000"/>
              <a:gd name="connsiteX106" fmla="*/ 5247741 w 6025200"/>
              <a:gd name="connsiteY106" fmla="*/ 6412878 h 6858000"/>
              <a:gd name="connsiteX107" fmla="*/ 5247741 w 6025200"/>
              <a:gd name="connsiteY107" fmla="*/ 6435983 h 6858000"/>
              <a:gd name="connsiteX108" fmla="*/ 5173680 w 6025200"/>
              <a:gd name="connsiteY108" fmla="*/ 6435983 h 6858000"/>
              <a:gd name="connsiteX109" fmla="*/ 5173680 w 6025200"/>
              <a:gd name="connsiteY109" fmla="*/ 6425375 h 6858000"/>
              <a:gd name="connsiteX110" fmla="*/ 5151787 w 6025200"/>
              <a:gd name="connsiteY110" fmla="*/ 6429430 h 6858000"/>
              <a:gd name="connsiteX111" fmla="*/ 5151787 w 6025200"/>
              <a:gd name="connsiteY111" fmla="*/ 6430980 h 6858000"/>
              <a:gd name="connsiteX112" fmla="*/ 5178209 w 6025200"/>
              <a:gd name="connsiteY112" fmla="*/ 6454784 h 6858000"/>
              <a:gd name="connsiteX113" fmla="*/ 5243701 w 6025200"/>
              <a:gd name="connsiteY113" fmla="*/ 6454784 h 6858000"/>
              <a:gd name="connsiteX114" fmla="*/ 5269890 w 6025200"/>
              <a:gd name="connsiteY114" fmla="*/ 6430980 h 6858000"/>
              <a:gd name="connsiteX115" fmla="*/ 5269890 w 6025200"/>
              <a:gd name="connsiteY115" fmla="*/ 6417166 h 6858000"/>
              <a:gd name="connsiteX116" fmla="*/ 5243701 w 6025200"/>
              <a:gd name="connsiteY116" fmla="*/ 6393362 h 6858000"/>
              <a:gd name="connsiteX117" fmla="*/ 5178209 w 6025200"/>
              <a:gd name="connsiteY117" fmla="*/ 6393362 h 6858000"/>
              <a:gd name="connsiteX118" fmla="*/ 5178209 w 6025200"/>
              <a:gd name="connsiteY118" fmla="*/ 6372154 h 6858000"/>
              <a:gd name="connsiteX119" fmla="*/ 5247500 w 6025200"/>
              <a:gd name="connsiteY119" fmla="*/ 6372154 h 6858000"/>
              <a:gd name="connsiteX120" fmla="*/ 5247500 w 6025200"/>
              <a:gd name="connsiteY120" fmla="*/ 6381565 h 6858000"/>
              <a:gd name="connsiteX121" fmla="*/ 5268686 w 6025200"/>
              <a:gd name="connsiteY121" fmla="*/ 6377051 h 6858000"/>
              <a:gd name="connsiteX122" fmla="*/ 5268686 w 6025200"/>
              <a:gd name="connsiteY122" fmla="*/ 6375968 h 6858000"/>
              <a:gd name="connsiteX123" fmla="*/ 5242264 w 6025200"/>
              <a:gd name="connsiteY123" fmla="*/ 6354060 h 6858000"/>
              <a:gd name="connsiteX124" fmla="*/ 5018171 w 6025200"/>
              <a:gd name="connsiteY124" fmla="*/ 6354060 h 6858000"/>
              <a:gd name="connsiteX125" fmla="*/ 5018171 w 6025200"/>
              <a:gd name="connsiteY125" fmla="*/ 6454776 h 6858000"/>
              <a:gd name="connsiteX126" fmla="*/ 5127464 w 6025200"/>
              <a:gd name="connsiteY126" fmla="*/ 6454776 h 6858000"/>
              <a:gd name="connsiteX127" fmla="*/ 5127464 w 6025200"/>
              <a:gd name="connsiteY127" fmla="*/ 6435967 h 6858000"/>
              <a:gd name="connsiteX128" fmla="*/ 5042938 w 6025200"/>
              <a:gd name="connsiteY128" fmla="*/ 6435967 h 6858000"/>
              <a:gd name="connsiteX129" fmla="*/ 5042938 w 6025200"/>
              <a:gd name="connsiteY129" fmla="*/ 6411200 h 6858000"/>
              <a:gd name="connsiteX130" fmla="*/ 5091510 w 6025200"/>
              <a:gd name="connsiteY130" fmla="*/ 6411200 h 6858000"/>
              <a:gd name="connsiteX131" fmla="*/ 5091510 w 6025200"/>
              <a:gd name="connsiteY131" fmla="*/ 6393821 h 6858000"/>
              <a:gd name="connsiteX132" fmla="*/ 5042938 w 6025200"/>
              <a:gd name="connsiteY132" fmla="*/ 6393821 h 6858000"/>
              <a:gd name="connsiteX133" fmla="*/ 5042938 w 6025200"/>
              <a:gd name="connsiteY133" fmla="*/ 6371913 h 6858000"/>
              <a:gd name="connsiteX134" fmla="*/ 5126283 w 6025200"/>
              <a:gd name="connsiteY134" fmla="*/ 6371913 h 6858000"/>
              <a:gd name="connsiteX135" fmla="*/ 5126283 w 6025200"/>
              <a:gd name="connsiteY135" fmla="*/ 6354060 h 6858000"/>
              <a:gd name="connsiteX136" fmla="*/ 4880462 w 6025200"/>
              <a:gd name="connsiteY136" fmla="*/ 6354060 h 6858000"/>
              <a:gd name="connsiteX137" fmla="*/ 4880462 w 6025200"/>
              <a:gd name="connsiteY137" fmla="*/ 6454776 h 6858000"/>
              <a:gd name="connsiteX138" fmla="*/ 4989755 w 6025200"/>
              <a:gd name="connsiteY138" fmla="*/ 6454776 h 6858000"/>
              <a:gd name="connsiteX139" fmla="*/ 4989755 w 6025200"/>
              <a:gd name="connsiteY139" fmla="*/ 6435967 h 6858000"/>
              <a:gd name="connsiteX140" fmla="*/ 4905229 w 6025200"/>
              <a:gd name="connsiteY140" fmla="*/ 6435967 h 6858000"/>
              <a:gd name="connsiteX141" fmla="*/ 4905229 w 6025200"/>
              <a:gd name="connsiteY141" fmla="*/ 6411200 h 6858000"/>
              <a:gd name="connsiteX142" fmla="*/ 4953801 w 6025200"/>
              <a:gd name="connsiteY142" fmla="*/ 6411200 h 6858000"/>
              <a:gd name="connsiteX143" fmla="*/ 4953801 w 6025200"/>
              <a:gd name="connsiteY143" fmla="*/ 6393821 h 6858000"/>
              <a:gd name="connsiteX144" fmla="*/ 4905229 w 6025200"/>
              <a:gd name="connsiteY144" fmla="*/ 6393821 h 6858000"/>
              <a:gd name="connsiteX145" fmla="*/ 4905229 w 6025200"/>
              <a:gd name="connsiteY145" fmla="*/ 6371913 h 6858000"/>
              <a:gd name="connsiteX146" fmla="*/ 4988574 w 6025200"/>
              <a:gd name="connsiteY146" fmla="*/ 6371913 h 6858000"/>
              <a:gd name="connsiteX147" fmla="*/ 4988574 w 6025200"/>
              <a:gd name="connsiteY147" fmla="*/ 6354060 h 6858000"/>
              <a:gd name="connsiteX148" fmla="*/ 4732446 w 6025200"/>
              <a:gd name="connsiteY148" fmla="*/ 6354060 h 6858000"/>
              <a:gd name="connsiteX149" fmla="*/ 4732446 w 6025200"/>
              <a:gd name="connsiteY149" fmla="*/ 6454776 h 6858000"/>
              <a:gd name="connsiteX150" fmla="*/ 4756739 w 6025200"/>
              <a:gd name="connsiteY150" fmla="*/ 6454776 h 6858000"/>
              <a:gd name="connsiteX151" fmla="*/ 4756739 w 6025200"/>
              <a:gd name="connsiteY151" fmla="*/ 6416670 h 6858000"/>
              <a:gd name="connsiteX152" fmla="*/ 4779836 w 6025200"/>
              <a:gd name="connsiteY152" fmla="*/ 6416670 h 6858000"/>
              <a:gd name="connsiteX153" fmla="*/ 4821982 w 6025200"/>
              <a:gd name="connsiteY153" fmla="*/ 6454776 h 6858000"/>
              <a:gd name="connsiteX154" fmla="*/ 4857229 w 6025200"/>
              <a:gd name="connsiteY154" fmla="*/ 6454776 h 6858000"/>
              <a:gd name="connsiteX155" fmla="*/ 4809358 w 6025200"/>
              <a:gd name="connsiteY155" fmla="*/ 6416670 h 6858000"/>
              <a:gd name="connsiteX156" fmla="*/ 4823171 w 6025200"/>
              <a:gd name="connsiteY156" fmla="*/ 6416670 h 6858000"/>
              <a:gd name="connsiteX157" fmla="*/ 4846749 w 6025200"/>
              <a:gd name="connsiteY157" fmla="*/ 6397395 h 6858000"/>
              <a:gd name="connsiteX158" fmla="*/ 4846749 w 6025200"/>
              <a:gd name="connsiteY158" fmla="*/ 6373583 h 6858000"/>
              <a:gd name="connsiteX159" fmla="*/ 4823171 w 6025200"/>
              <a:gd name="connsiteY159" fmla="*/ 6354060 h 6858000"/>
              <a:gd name="connsiteX160" fmla="*/ 4582625 w 6025200"/>
              <a:gd name="connsiteY160" fmla="*/ 6353819 h 6858000"/>
              <a:gd name="connsiteX161" fmla="*/ 4633340 w 6025200"/>
              <a:gd name="connsiteY161" fmla="*/ 6353819 h 6858000"/>
              <a:gd name="connsiteX162" fmla="*/ 4673824 w 6025200"/>
              <a:gd name="connsiteY162" fmla="*/ 6392158 h 6858000"/>
              <a:gd name="connsiteX163" fmla="*/ 4619527 w 6025200"/>
              <a:gd name="connsiteY163" fmla="*/ 6431686 h 6858000"/>
              <a:gd name="connsiteX164" fmla="*/ 4582625 w 6025200"/>
              <a:gd name="connsiteY164" fmla="*/ 6431686 h 6858000"/>
              <a:gd name="connsiteX165" fmla="*/ 5392190 w 6025200"/>
              <a:gd name="connsiteY165" fmla="*/ 6331911 h 6858000"/>
              <a:gd name="connsiteX166" fmla="*/ 5361713 w 6025200"/>
              <a:gd name="connsiteY166" fmla="*/ 6354293 h 6858000"/>
              <a:gd name="connsiteX167" fmla="*/ 5361713 w 6025200"/>
              <a:gd name="connsiteY167" fmla="*/ 6361192 h 6858000"/>
              <a:gd name="connsiteX168" fmla="*/ 5372193 w 6025200"/>
              <a:gd name="connsiteY168" fmla="*/ 6379767 h 6858000"/>
              <a:gd name="connsiteX169" fmla="*/ 5347178 w 6025200"/>
              <a:gd name="connsiteY169" fmla="*/ 6394776 h 6858000"/>
              <a:gd name="connsiteX170" fmla="*/ 5331943 w 6025200"/>
              <a:gd name="connsiteY170" fmla="*/ 6417633 h 6858000"/>
              <a:gd name="connsiteX171" fmla="*/ 5331943 w 6025200"/>
              <a:gd name="connsiteY171" fmla="*/ 6425728 h 6858000"/>
              <a:gd name="connsiteX172" fmla="*/ 5362654 w 6025200"/>
              <a:gd name="connsiteY172" fmla="*/ 6454776 h 6858000"/>
              <a:gd name="connsiteX173" fmla="*/ 5406470 w 6025200"/>
              <a:gd name="connsiteY173" fmla="*/ 6454776 h 6858000"/>
              <a:gd name="connsiteX174" fmla="*/ 5429567 w 6025200"/>
              <a:gd name="connsiteY174" fmla="*/ 6447388 h 6858000"/>
              <a:gd name="connsiteX175" fmla="*/ 5440521 w 6025200"/>
              <a:gd name="connsiteY175" fmla="*/ 6437630 h 6858000"/>
              <a:gd name="connsiteX176" fmla="*/ 5460759 w 6025200"/>
              <a:gd name="connsiteY176" fmla="*/ 6454776 h 6858000"/>
              <a:gd name="connsiteX177" fmla="*/ 5498150 w 6025200"/>
              <a:gd name="connsiteY177" fmla="*/ 6454776 h 6858000"/>
              <a:gd name="connsiteX178" fmla="*/ 5459337 w 6025200"/>
              <a:gd name="connsiteY178" fmla="*/ 6422147 h 6858000"/>
              <a:gd name="connsiteX179" fmla="*/ 5487670 w 6025200"/>
              <a:gd name="connsiteY179" fmla="*/ 6398583 h 6858000"/>
              <a:gd name="connsiteX180" fmla="*/ 5471472 w 6025200"/>
              <a:gd name="connsiteY180" fmla="*/ 6384537 h 6858000"/>
              <a:gd name="connsiteX181" fmla="*/ 5442898 w 6025200"/>
              <a:gd name="connsiteY181" fmla="*/ 6408341 h 6858000"/>
              <a:gd name="connsiteX182" fmla="*/ 5385036 w 6025200"/>
              <a:gd name="connsiteY182" fmla="*/ 6360244 h 6858000"/>
              <a:gd name="connsiteX183" fmla="*/ 5385036 w 6025200"/>
              <a:gd name="connsiteY183" fmla="*/ 6351434 h 6858000"/>
              <a:gd name="connsiteX184" fmla="*/ 5425286 w 6025200"/>
              <a:gd name="connsiteY184" fmla="*/ 6351434 h 6858000"/>
              <a:gd name="connsiteX185" fmla="*/ 5425286 w 6025200"/>
              <a:gd name="connsiteY185" fmla="*/ 6367873 h 6858000"/>
              <a:gd name="connsiteX186" fmla="*/ 5447420 w 6025200"/>
              <a:gd name="connsiteY186" fmla="*/ 6364066 h 6858000"/>
              <a:gd name="connsiteX187" fmla="*/ 5447420 w 6025200"/>
              <a:gd name="connsiteY187" fmla="*/ 6356678 h 6858000"/>
              <a:gd name="connsiteX188" fmla="*/ 5416942 w 6025200"/>
              <a:gd name="connsiteY188" fmla="*/ 6331911 h 6858000"/>
              <a:gd name="connsiteX189" fmla="*/ 4554051 w 6025200"/>
              <a:gd name="connsiteY189" fmla="*/ 6331911 h 6858000"/>
              <a:gd name="connsiteX190" fmla="*/ 4554051 w 6025200"/>
              <a:gd name="connsiteY190" fmla="*/ 6454776 h 6858000"/>
              <a:gd name="connsiteX191" fmla="*/ 4625727 w 6025200"/>
              <a:gd name="connsiteY191" fmla="*/ 6454776 h 6858000"/>
              <a:gd name="connsiteX192" fmla="*/ 4676209 w 6025200"/>
              <a:gd name="connsiteY192" fmla="*/ 6445259 h 6858000"/>
              <a:gd name="connsiteX193" fmla="*/ 4703346 w 6025200"/>
              <a:gd name="connsiteY193" fmla="*/ 6392632 h 6858000"/>
              <a:gd name="connsiteX194" fmla="*/ 4633100 w 6025200"/>
              <a:gd name="connsiteY194" fmla="*/ 6331911 h 6858000"/>
              <a:gd name="connsiteX195" fmla="*/ 0 w 6025200"/>
              <a:gd name="connsiteY195" fmla="*/ 0 h 6858000"/>
              <a:gd name="connsiteX196" fmla="*/ 6025200 w 6025200"/>
              <a:gd name="connsiteY196" fmla="*/ 0 h 6858000"/>
              <a:gd name="connsiteX197" fmla="*/ 6025200 w 6025200"/>
              <a:gd name="connsiteY197" fmla="*/ 6858000 h 6858000"/>
              <a:gd name="connsiteX198" fmla="*/ 0 w 6025200"/>
              <a:gd name="connsiteY19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6025200" h="6858000">
                <a:moveTo>
                  <a:pt x="4742543" y="6535879"/>
                </a:moveTo>
                <a:lnTo>
                  <a:pt x="4825368" y="6535879"/>
                </a:lnTo>
                <a:lnTo>
                  <a:pt x="4825368" y="6598745"/>
                </a:lnTo>
                <a:lnTo>
                  <a:pt x="4742543" y="6598745"/>
                </a:lnTo>
                <a:close/>
                <a:moveTo>
                  <a:pt x="5396456" y="6534690"/>
                </a:moveTo>
                <a:lnTo>
                  <a:pt x="5452415" y="6534690"/>
                </a:lnTo>
                <a:cubicBezTo>
                  <a:pt x="5459787" y="6534690"/>
                  <a:pt x="5463609" y="6536127"/>
                  <a:pt x="5463609" y="6542786"/>
                </a:cubicBezTo>
                <a:lnTo>
                  <a:pt x="5463609" y="6554455"/>
                </a:lnTo>
                <a:cubicBezTo>
                  <a:pt x="5463609" y="6561128"/>
                  <a:pt x="5459787" y="6562550"/>
                  <a:pt x="5452415" y="6562550"/>
                </a:cubicBezTo>
                <a:lnTo>
                  <a:pt x="5396456" y="6562550"/>
                </a:lnTo>
                <a:close/>
                <a:moveTo>
                  <a:pt x="4743506" y="6517318"/>
                </a:moveTo>
                <a:cubicBezTo>
                  <a:pt x="4723358" y="6517318"/>
                  <a:pt x="4716790" y="6521832"/>
                  <a:pt x="4716790" y="6541122"/>
                </a:cubicBezTo>
                <a:lnTo>
                  <a:pt x="4716790" y="6594223"/>
                </a:lnTo>
                <a:cubicBezTo>
                  <a:pt x="4716790" y="6613272"/>
                  <a:pt x="4723102" y="6618042"/>
                  <a:pt x="4743506" y="6618042"/>
                </a:cubicBezTo>
                <a:lnTo>
                  <a:pt x="4822930" y="6618042"/>
                </a:lnTo>
                <a:cubicBezTo>
                  <a:pt x="4843086" y="6618042"/>
                  <a:pt x="4849646" y="6613272"/>
                  <a:pt x="4849646" y="6594223"/>
                </a:cubicBezTo>
                <a:lnTo>
                  <a:pt x="4849646" y="6541122"/>
                </a:lnTo>
                <a:cubicBezTo>
                  <a:pt x="4849646" y="6521832"/>
                  <a:pt x="4843078" y="6517318"/>
                  <a:pt x="4822930" y="6517318"/>
                </a:cubicBezTo>
                <a:close/>
                <a:moveTo>
                  <a:pt x="5372185" y="6517311"/>
                </a:moveTo>
                <a:lnTo>
                  <a:pt x="5372185" y="6618035"/>
                </a:lnTo>
                <a:lnTo>
                  <a:pt x="5396463" y="6618035"/>
                </a:lnTo>
                <a:lnTo>
                  <a:pt x="5396463" y="6579929"/>
                </a:lnTo>
                <a:lnTo>
                  <a:pt x="5419560" y="6579929"/>
                </a:lnTo>
                <a:lnTo>
                  <a:pt x="5461706" y="6618035"/>
                </a:lnTo>
                <a:lnTo>
                  <a:pt x="5496953" y="6618035"/>
                </a:lnTo>
                <a:lnTo>
                  <a:pt x="5449097" y="6579929"/>
                </a:lnTo>
                <a:lnTo>
                  <a:pt x="5462910" y="6579929"/>
                </a:lnTo>
                <a:cubicBezTo>
                  <a:pt x="5479092" y="6579929"/>
                  <a:pt x="5486480" y="6574452"/>
                  <a:pt x="5486480" y="6560639"/>
                </a:cubicBezTo>
                <a:lnTo>
                  <a:pt x="5486480" y="6536835"/>
                </a:lnTo>
                <a:cubicBezTo>
                  <a:pt x="5486480" y="6522788"/>
                  <a:pt x="5479092" y="6517311"/>
                  <a:pt x="5462910" y="6517311"/>
                </a:cubicBezTo>
                <a:close/>
                <a:moveTo>
                  <a:pt x="5234845" y="6517311"/>
                </a:moveTo>
                <a:lnTo>
                  <a:pt x="5234845" y="6618035"/>
                </a:lnTo>
                <a:lnTo>
                  <a:pt x="5346319" y="6618035"/>
                </a:lnTo>
                <a:lnTo>
                  <a:pt x="5346319" y="6599219"/>
                </a:lnTo>
                <a:lnTo>
                  <a:pt x="5260109" y="6599219"/>
                </a:lnTo>
                <a:lnTo>
                  <a:pt x="5260109" y="6574452"/>
                </a:lnTo>
                <a:lnTo>
                  <a:pt x="5309658" y="6574452"/>
                </a:lnTo>
                <a:lnTo>
                  <a:pt x="5309658" y="6557073"/>
                </a:lnTo>
                <a:lnTo>
                  <a:pt x="5260109" y="6557073"/>
                </a:lnTo>
                <a:lnTo>
                  <a:pt x="5260109" y="6535179"/>
                </a:lnTo>
                <a:lnTo>
                  <a:pt x="5345108" y="6535179"/>
                </a:lnTo>
                <a:lnTo>
                  <a:pt x="5345108" y="6517311"/>
                </a:lnTo>
                <a:close/>
                <a:moveTo>
                  <a:pt x="5058654" y="6517311"/>
                </a:moveTo>
                <a:lnTo>
                  <a:pt x="5058654" y="6618035"/>
                </a:lnTo>
                <a:lnTo>
                  <a:pt x="5081623" y="6618035"/>
                </a:lnTo>
                <a:lnTo>
                  <a:pt x="5081623" y="6550414"/>
                </a:lnTo>
                <a:lnTo>
                  <a:pt x="5128005" y="6605892"/>
                </a:lnTo>
                <a:lnTo>
                  <a:pt x="5132865" y="6605892"/>
                </a:lnTo>
                <a:lnTo>
                  <a:pt x="5178758" y="6548737"/>
                </a:lnTo>
                <a:lnTo>
                  <a:pt x="5178758" y="6618035"/>
                </a:lnTo>
                <a:lnTo>
                  <a:pt x="5202073" y="6618035"/>
                </a:lnTo>
                <a:lnTo>
                  <a:pt x="5202073" y="6517311"/>
                </a:lnTo>
                <a:lnTo>
                  <a:pt x="5181925" y="6517311"/>
                </a:lnTo>
                <a:lnTo>
                  <a:pt x="5131887" y="6577070"/>
                </a:lnTo>
                <a:lnTo>
                  <a:pt x="5081623" y="6517311"/>
                </a:lnTo>
                <a:close/>
                <a:moveTo>
                  <a:pt x="4881335" y="6517311"/>
                </a:moveTo>
                <a:lnTo>
                  <a:pt x="4881335" y="6618035"/>
                </a:lnTo>
                <a:lnTo>
                  <a:pt x="4904296" y="6618035"/>
                </a:lnTo>
                <a:lnTo>
                  <a:pt x="4904296" y="6550414"/>
                </a:lnTo>
                <a:lnTo>
                  <a:pt x="4950678" y="6605892"/>
                </a:lnTo>
                <a:lnTo>
                  <a:pt x="4955531" y="6605892"/>
                </a:lnTo>
                <a:lnTo>
                  <a:pt x="5001439" y="6548737"/>
                </a:lnTo>
                <a:lnTo>
                  <a:pt x="5001439" y="6618035"/>
                </a:lnTo>
                <a:lnTo>
                  <a:pt x="5024754" y="6618035"/>
                </a:lnTo>
                <a:lnTo>
                  <a:pt x="5024754" y="6517311"/>
                </a:lnTo>
                <a:lnTo>
                  <a:pt x="5004599" y="6517311"/>
                </a:lnTo>
                <a:lnTo>
                  <a:pt x="4954568" y="6577070"/>
                </a:lnTo>
                <a:lnTo>
                  <a:pt x="4904296" y="6517311"/>
                </a:lnTo>
                <a:close/>
                <a:moveTo>
                  <a:pt x="4585477" y="6495162"/>
                </a:moveTo>
                <a:cubicBezTo>
                  <a:pt x="4562380" y="6495162"/>
                  <a:pt x="4554999" y="6501113"/>
                  <a:pt x="4554999" y="6524218"/>
                </a:cubicBezTo>
                <a:lnTo>
                  <a:pt x="4554999" y="6537775"/>
                </a:lnTo>
                <a:cubicBezTo>
                  <a:pt x="4554999" y="6560879"/>
                  <a:pt x="4562387" y="6566830"/>
                  <a:pt x="4585477" y="6566830"/>
                </a:cubicBezTo>
                <a:lnTo>
                  <a:pt x="4662155" y="6566830"/>
                </a:lnTo>
                <a:lnTo>
                  <a:pt x="4662155" y="6594930"/>
                </a:lnTo>
                <a:lnTo>
                  <a:pt x="4575252" y="6594930"/>
                </a:lnTo>
                <a:lnTo>
                  <a:pt x="4575252" y="6581704"/>
                </a:lnTo>
                <a:lnTo>
                  <a:pt x="4549996" y="6586948"/>
                </a:lnTo>
                <a:lnTo>
                  <a:pt x="4549996" y="6588979"/>
                </a:lnTo>
                <a:cubicBezTo>
                  <a:pt x="4549996" y="6612076"/>
                  <a:pt x="4557617" y="6618027"/>
                  <a:pt x="4580714" y="6618027"/>
                </a:cubicBezTo>
                <a:lnTo>
                  <a:pt x="4656686" y="6618027"/>
                </a:lnTo>
                <a:cubicBezTo>
                  <a:pt x="4679783" y="6618027"/>
                  <a:pt x="4687404" y="6612076"/>
                  <a:pt x="4687404" y="6588979"/>
                </a:cubicBezTo>
                <a:lnTo>
                  <a:pt x="4687404" y="6572074"/>
                </a:lnTo>
                <a:cubicBezTo>
                  <a:pt x="4687404" y="6548970"/>
                  <a:pt x="4679783" y="6543019"/>
                  <a:pt x="4656686" y="6543019"/>
                </a:cubicBezTo>
                <a:lnTo>
                  <a:pt x="4579999" y="6543019"/>
                </a:lnTo>
                <a:lnTo>
                  <a:pt x="4579999" y="6516596"/>
                </a:lnTo>
                <a:lnTo>
                  <a:pt x="4660485" y="6516596"/>
                </a:lnTo>
                <a:lnTo>
                  <a:pt x="4660485" y="6529905"/>
                </a:lnTo>
                <a:lnTo>
                  <a:pt x="4685726" y="6523954"/>
                </a:lnTo>
                <a:lnTo>
                  <a:pt x="4685726" y="6522074"/>
                </a:lnTo>
                <a:cubicBezTo>
                  <a:pt x="4685726" y="6500872"/>
                  <a:pt x="4677157" y="6495162"/>
                  <a:pt x="4655249" y="6495162"/>
                </a:cubicBezTo>
                <a:close/>
                <a:moveTo>
                  <a:pt x="5387421" y="6392873"/>
                </a:moveTo>
                <a:lnTo>
                  <a:pt x="5424323" y="6423591"/>
                </a:lnTo>
                <a:lnTo>
                  <a:pt x="5412895" y="6433349"/>
                </a:lnTo>
                <a:lnTo>
                  <a:pt x="5355995" y="6433349"/>
                </a:lnTo>
                <a:lnTo>
                  <a:pt x="5355995" y="6433342"/>
                </a:lnTo>
                <a:lnTo>
                  <a:pt x="5355995" y="6412396"/>
                </a:lnTo>
                <a:close/>
                <a:moveTo>
                  <a:pt x="4756732" y="6371439"/>
                </a:moveTo>
                <a:lnTo>
                  <a:pt x="4812691" y="6371439"/>
                </a:lnTo>
                <a:cubicBezTo>
                  <a:pt x="4820064" y="6371439"/>
                  <a:pt x="4823885" y="6372876"/>
                  <a:pt x="4823885" y="6379534"/>
                </a:cubicBezTo>
                <a:lnTo>
                  <a:pt x="4823885" y="6391203"/>
                </a:lnTo>
                <a:cubicBezTo>
                  <a:pt x="4823885" y="6397876"/>
                  <a:pt x="4820064" y="6399298"/>
                  <a:pt x="4812691" y="6399298"/>
                </a:cubicBezTo>
                <a:lnTo>
                  <a:pt x="4756732" y="6399298"/>
                </a:lnTo>
                <a:close/>
                <a:moveTo>
                  <a:pt x="5182505" y="6354060"/>
                </a:moveTo>
                <a:cubicBezTo>
                  <a:pt x="5162741" y="6354060"/>
                  <a:pt x="5156068" y="6358830"/>
                  <a:pt x="5156068" y="6377879"/>
                </a:cubicBezTo>
                <a:lnTo>
                  <a:pt x="5156068" y="6389074"/>
                </a:lnTo>
                <a:cubicBezTo>
                  <a:pt x="5156068" y="6408123"/>
                  <a:pt x="5162741" y="6412878"/>
                  <a:pt x="5182505" y="6412878"/>
                </a:cubicBezTo>
                <a:lnTo>
                  <a:pt x="5247741" y="6412878"/>
                </a:lnTo>
                <a:lnTo>
                  <a:pt x="5247741" y="6435983"/>
                </a:lnTo>
                <a:lnTo>
                  <a:pt x="5173680" y="6435983"/>
                </a:lnTo>
                <a:lnTo>
                  <a:pt x="5173680" y="6425375"/>
                </a:lnTo>
                <a:lnTo>
                  <a:pt x="5151787" y="6429430"/>
                </a:lnTo>
                <a:lnTo>
                  <a:pt x="5151787" y="6430980"/>
                </a:lnTo>
                <a:cubicBezTo>
                  <a:pt x="5151787" y="6449796"/>
                  <a:pt x="5158212" y="6454784"/>
                  <a:pt x="5178209" y="6454784"/>
                </a:cubicBezTo>
                <a:lnTo>
                  <a:pt x="5243701" y="6454784"/>
                </a:lnTo>
                <a:cubicBezTo>
                  <a:pt x="5263698" y="6454784"/>
                  <a:pt x="5269890" y="6449796"/>
                  <a:pt x="5269890" y="6430980"/>
                </a:cubicBezTo>
                <a:lnTo>
                  <a:pt x="5269890" y="6417166"/>
                </a:lnTo>
                <a:cubicBezTo>
                  <a:pt x="5269890" y="6398117"/>
                  <a:pt x="5263706" y="6393362"/>
                  <a:pt x="5243701" y="6393362"/>
                </a:cubicBezTo>
                <a:lnTo>
                  <a:pt x="5178209" y="6393362"/>
                </a:lnTo>
                <a:lnTo>
                  <a:pt x="5178209" y="6372154"/>
                </a:lnTo>
                <a:lnTo>
                  <a:pt x="5247500" y="6372154"/>
                </a:lnTo>
                <a:lnTo>
                  <a:pt x="5247500" y="6381565"/>
                </a:lnTo>
                <a:lnTo>
                  <a:pt x="5268686" y="6377051"/>
                </a:lnTo>
                <a:lnTo>
                  <a:pt x="5268686" y="6375968"/>
                </a:lnTo>
                <a:cubicBezTo>
                  <a:pt x="5268686" y="6358356"/>
                  <a:pt x="5260839" y="6354060"/>
                  <a:pt x="5242264" y="6354060"/>
                </a:cubicBezTo>
                <a:close/>
                <a:moveTo>
                  <a:pt x="5018171" y="6354060"/>
                </a:moveTo>
                <a:lnTo>
                  <a:pt x="5018171" y="6454776"/>
                </a:lnTo>
                <a:lnTo>
                  <a:pt x="5127464" y="6454776"/>
                </a:lnTo>
                <a:lnTo>
                  <a:pt x="5127464" y="6435967"/>
                </a:lnTo>
                <a:lnTo>
                  <a:pt x="5042938" y="6435967"/>
                </a:lnTo>
                <a:lnTo>
                  <a:pt x="5042938" y="6411200"/>
                </a:lnTo>
                <a:lnTo>
                  <a:pt x="5091510" y="6411200"/>
                </a:lnTo>
                <a:lnTo>
                  <a:pt x="5091510" y="6393821"/>
                </a:lnTo>
                <a:lnTo>
                  <a:pt x="5042938" y="6393821"/>
                </a:lnTo>
                <a:lnTo>
                  <a:pt x="5042938" y="6371913"/>
                </a:lnTo>
                <a:lnTo>
                  <a:pt x="5126283" y="6371913"/>
                </a:lnTo>
                <a:lnTo>
                  <a:pt x="5126283" y="6354060"/>
                </a:lnTo>
                <a:close/>
                <a:moveTo>
                  <a:pt x="4880462" y="6354060"/>
                </a:moveTo>
                <a:lnTo>
                  <a:pt x="4880462" y="6454776"/>
                </a:lnTo>
                <a:lnTo>
                  <a:pt x="4989755" y="6454776"/>
                </a:lnTo>
                <a:lnTo>
                  <a:pt x="4989755" y="6435967"/>
                </a:lnTo>
                <a:lnTo>
                  <a:pt x="4905229" y="6435967"/>
                </a:lnTo>
                <a:lnTo>
                  <a:pt x="4905229" y="6411200"/>
                </a:lnTo>
                <a:lnTo>
                  <a:pt x="4953801" y="6411200"/>
                </a:lnTo>
                <a:lnTo>
                  <a:pt x="4953801" y="6393821"/>
                </a:lnTo>
                <a:lnTo>
                  <a:pt x="4905229" y="6393821"/>
                </a:lnTo>
                <a:lnTo>
                  <a:pt x="4905229" y="6371913"/>
                </a:lnTo>
                <a:lnTo>
                  <a:pt x="4988574" y="6371913"/>
                </a:lnTo>
                <a:lnTo>
                  <a:pt x="4988574" y="6354060"/>
                </a:lnTo>
                <a:close/>
                <a:moveTo>
                  <a:pt x="4732446" y="6354060"/>
                </a:moveTo>
                <a:lnTo>
                  <a:pt x="4732446" y="6454776"/>
                </a:lnTo>
                <a:lnTo>
                  <a:pt x="4756739" y="6454776"/>
                </a:lnTo>
                <a:lnTo>
                  <a:pt x="4756739" y="6416670"/>
                </a:lnTo>
                <a:lnTo>
                  <a:pt x="4779836" y="6416670"/>
                </a:lnTo>
                <a:lnTo>
                  <a:pt x="4821982" y="6454776"/>
                </a:lnTo>
                <a:lnTo>
                  <a:pt x="4857229" y="6454776"/>
                </a:lnTo>
                <a:lnTo>
                  <a:pt x="4809358" y="6416670"/>
                </a:lnTo>
                <a:lnTo>
                  <a:pt x="4823171" y="6416670"/>
                </a:lnTo>
                <a:cubicBezTo>
                  <a:pt x="4839369" y="6416670"/>
                  <a:pt x="4846749" y="6411193"/>
                  <a:pt x="4846749" y="6397395"/>
                </a:cubicBezTo>
                <a:lnTo>
                  <a:pt x="4846749" y="6373583"/>
                </a:lnTo>
                <a:cubicBezTo>
                  <a:pt x="4846749" y="6359537"/>
                  <a:pt x="4839361" y="6354060"/>
                  <a:pt x="4823171" y="6354060"/>
                </a:cubicBezTo>
                <a:close/>
                <a:moveTo>
                  <a:pt x="4582625" y="6353819"/>
                </a:moveTo>
                <a:lnTo>
                  <a:pt x="4633340" y="6353819"/>
                </a:lnTo>
                <a:cubicBezTo>
                  <a:pt x="4660252" y="6353819"/>
                  <a:pt x="4673824" y="6367158"/>
                  <a:pt x="4673824" y="6392158"/>
                </a:cubicBezTo>
                <a:cubicBezTo>
                  <a:pt x="4673824" y="6422636"/>
                  <a:pt x="4655723" y="6431686"/>
                  <a:pt x="4619527" y="6431686"/>
                </a:cubicBezTo>
                <a:lnTo>
                  <a:pt x="4582625" y="6431686"/>
                </a:lnTo>
                <a:close/>
                <a:moveTo>
                  <a:pt x="5392190" y="6331911"/>
                </a:moveTo>
                <a:cubicBezTo>
                  <a:pt x="5371230" y="6331911"/>
                  <a:pt x="5361713" y="6336681"/>
                  <a:pt x="5361713" y="6354293"/>
                </a:cubicBezTo>
                <a:lnTo>
                  <a:pt x="5361713" y="6361192"/>
                </a:lnTo>
                <a:cubicBezTo>
                  <a:pt x="5361713" y="6368339"/>
                  <a:pt x="5365046" y="6373816"/>
                  <a:pt x="5372193" y="6379767"/>
                </a:cubicBezTo>
                <a:lnTo>
                  <a:pt x="5347178" y="6394776"/>
                </a:lnTo>
                <a:cubicBezTo>
                  <a:pt x="5336472" y="6401202"/>
                  <a:pt x="5331943" y="6405008"/>
                  <a:pt x="5331943" y="6417633"/>
                </a:cubicBezTo>
                <a:lnTo>
                  <a:pt x="5331943" y="6425728"/>
                </a:lnTo>
                <a:cubicBezTo>
                  <a:pt x="5331943" y="6448825"/>
                  <a:pt x="5339564" y="6454776"/>
                  <a:pt x="5362654" y="6454776"/>
                </a:cubicBezTo>
                <a:lnTo>
                  <a:pt x="5406470" y="6454776"/>
                </a:lnTo>
                <a:cubicBezTo>
                  <a:pt x="5416702" y="6454776"/>
                  <a:pt x="5421705" y="6454302"/>
                  <a:pt x="5429567" y="6447388"/>
                </a:cubicBezTo>
                <a:lnTo>
                  <a:pt x="5440521" y="6437630"/>
                </a:lnTo>
                <a:lnTo>
                  <a:pt x="5460759" y="6454776"/>
                </a:lnTo>
                <a:lnTo>
                  <a:pt x="5498150" y="6454776"/>
                </a:lnTo>
                <a:lnTo>
                  <a:pt x="5459337" y="6422147"/>
                </a:lnTo>
                <a:lnTo>
                  <a:pt x="5487670" y="6398583"/>
                </a:lnTo>
                <a:lnTo>
                  <a:pt x="5471472" y="6384537"/>
                </a:lnTo>
                <a:lnTo>
                  <a:pt x="5442898" y="6408341"/>
                </a:lnTo>
                <a:lnTo>
                  <a:pt x="5385036" y="6360244"/>
                </a:lnTo>
                <a:lnTo>
                  <a:pt x="5385036" y="6351434"/>
                </a:lnTo>
                <a:lnTo>
                  <a:pt x="5425286" y="6351434"/>
                </a:lnTo>
                <a:lnTo>
                  <a:pt x="5425286" y="6367873"/>
                </a:lnTo>
                <a:lnTo>
                  <a:pt x="5447420" y="6364066"/>
                </a:lnTo>
                <a:lnTo>
                  <a:pt x="5447420" y="6356678"/>
                </a:lnTo>
                <a:cubicBezTo>
                  <a:pt x="5447420" y="6336681"/>
                  <a:pt x="5439084" y="6331911"/>
                  <a:pt x="5416942" y="6331911"/>
                </a:cubicBezTo>
                <a:close/>
                <a:moveTo>
                  <a:pt x="4554051" y="6331911"/>
                </a:moveTo>
                <a:lnTo>
                  <a:pt x="4554051" y="6454776"/>
                </a:lnTo>
                <a:lnTo>
                  <a:pt x="4625727" y="6454776"/>
                </a:lnTo>
                <a:cubicBezTo>
                  <a:pt x="4647620" y="6454776"/>
                  <a:pt x="4664292" y="6452632"/>
                  <a:pt x="4676209" y="6445259"/>
                </a:cubicBezTo>
                <a:cubicBezTo>
                  <a:pt x="4693355" y="6434779"/>
                  <a:pt x="4703346" y="6415729"/>
                  <a:pt x="4703346" y="6392632"/>
                </a:cubicBezTo>
                <a:cubicBezTo>
                  <a:pt x="4703346" y="6354534"/>
                  <a:pt x="4679068" y="6331911"/>
                  <a:pt x="4633100" y="6331911"/>
                </a:cubicBezTo>
                <a:close/>
                <a:moveTo>
                  <a:pt x="0" y="0"/>
                </a:moveTo>
                <a:lnTo>
                  <a:pt x="6025200" y="0"/>
                </a:lnTo>
                <a:lnTo>
                  <a:pt x="6025200" y="6858000"/>
                </a:lnTo>
                <a:lnTo>
                  <a:pt x="0" y="6858000"/>
                </a:lnTo>
                <a:close/>
              </a:path>
            </a:pathLst>
          </a:custGeom>
          <a:pattFill prst="ltUpDiag">
            <a:fgClr>
              <a:schemeClr val="bg1">
                <a:lumMod val="95000"/>
              </a:schemeClr>
            </a:fgClr>
            <a:bgClr>
              <a:schemeClr val="bg1"/>
            </a:bgClr>
          </a:pattFill>
        </p:spPr>
        <p:txBody>
          <a:bodyPr wrap="square">
            <a:noAutofit/>
          </a:bodyPr>
          <a:lstStyle/>
          <a:p>
            <a:r>
              <a:rPr lang="de-DE"/>
              <a:t>Bild durch Klicken auf Symbol hinzufügen</a:t>
            </a:r>
            <a:endParaRPr lang="en-US"/>
          </a:p>
        </p:txBody>
      </p:sp>
      <p:sp>
        <p:nvSpPr>
          <p:cNvPr id="24" name="copyright right">
            <a:extLst>
              <a:ext uri="{FF2B5EF4-FFF2-40B4-BE49-F238E27FC236}">
                <a16:creationId xmlns:a16="http://schemas.microsoft.com/office/drawing/2014/main" id="{2F82BC67-8CE2-2F68-A83B-8F88D0DAE3E9}"/>
              </a:ext>
            </a:extLst>
          </p:cNvPr>
          <p:cNvSpPr>
            <a:spLocks noGrp="1"/>
          </p:cNvSpPr>
          <p:nvPr>
            <p:ph type="body" sz="quarter" idx="19" hasCustomPrompt="1"/>
          </p:nvPr>
        </p:nvSpPr>
        <p:spPr>
          <a:xfrm rot="16200000">
            <a:off x="11672798" y="5759643"/>
            <a:ext cx="580379" cy="92333"/>
          </a:xfrm>
          <a:solidFill>
            <a:schemeClr val="bg1">
              <a:alpha val="0"/>
            </a:schemeClr>
          </a:solidFill>
        </p:spPr>
        <p:txBody>
          <a:bodyPr wrap="none" anchor="t"/>
          <a:lstStyle>
            <a:lvl1pPr>
              <a:spcBef>
                <a:spcPts val="0"/>
              </a:spcBef>
              <a:spcAft>
                <a:spcPts val="0"/>
              </a:spcAft>
              <a:defRPr sz="600">
                <a:solidFill>
                  <a:srgbClr val="B2B2B2"/>
                </a:solidFill>
              </a:defRPr>
            </a:lvl1pPr>
          </a:lstStyle>
          <a:p>
            <a:pPr lvl="0"/>
            <a:r>
              <a:rPr lang="de-DE" noProof="0"/>
              <a:t>© Copyright</a:t>
            </a:r>
          </a:p>
        </p:txBody>
      </p:sp>
      <p:sp>
        <p:nvSpPr>
          <p:cNvPr id="11" name="slide number">
            <a:extLst>
              <a:ext uri="{FF2B5EF4-FFF2-40B4-BE49-F238E27FC236}">
                <a16:creationId xmlns:a16="http://schemas.microsoft.com/office/drawing/2014/main" id="{5D55ED23-40BD-1723-C41D-29EF87237231}"/>
              </a:ext>
            </a:extLst>
          </p:cNvPr>
          <p:cNvSpPr>
            <a:spLocks noGrp="1"/>
          </p:cNvSpPr>
          <p:nvPr>
            <p:ph type="sldNum" sz="quarter" idx="22"/>
          </p:nvPr>
        </p:nvSpPr>
        <p:spPr/>
        <p:txBody>
          <a:bodyPr/>
          <a:lstStyle/>
          <a:p>
            <a:fld id="{9829449A-3FF3-45CE-9F4F-09BADC0910C6}" type="slidenum">
              <a:rPr lang="de-DE"/>
              <a:pPr/>
              <a:t>‹Nr.›</a:t>
            </a:fld>
            <a:endParaRPr lang="de-DE"/>
          </a:p>
        </p:txBody>
      </p:sp>
      <p:sp>
        <p:nvSpPr>
          <p:cNvPr id="10" name="footer">
            <a:extLst>
              <a:ext uri="{FF2B5EF4-FFF2-40B4-BE49-F238E27FC236}">
                <a16:creationId xmlns:a16="http://schemas.microsoft.com/office/drawing/2014/main" id="{E0C95456-1757-CC1D-14D6-3A8319EF92A2}"/>
              </a:ext>
            </a:extLst>
          </p:cNvPr>
          <p:cNvSpPr>
            <a:spLocks noGrp="1"/>
          </p:cNvSpPr>
          <p:nvPr>
            <p:ph type="ftr" sz="quarter" idx="21"/>
          </p:nvPr>
        </p:nvSpPr>
        <p:spPr>
          <a:xfrm>
            <a:off x="763200" y="6386400"/>
            <a:ext cx="5116900" cy="180000"/>
          </a:xfrm>
        </p:spPr>
        <p:txBody>
          <a:bodyPr/>
          <a:lstStyle/>
          <a:p>
            <a:r>
              <a:rPr lang="de-DE"/>
              <a:t>SNB - TGA - 28.08.2026</a:t>
            </a:r>
          </a:p>
        </p:txBody>
      </p:sp>
      <p:sp>
        <p:nvSpPr>
          <p:cNvPr id="36" name="logo drees&amp;sommer white">
            <a:extLst>
              <a:ext uri="{FF2B5EF4-FFF2-40B4-BE49-F238E27FC236}">
                <a16:creationId xmlns:a16="http://schemas.microsoft.com/office/drawing/2014/main" id="{58D9E566-0030-4B7F-9084-265EDE84DE2D}"/>
              </a:ext>
              <a:ext uri="{C183D7F6-B498-43B3-948B-1728B52AA6E4}">
                <adec:decorative xmlns:adec="http://schemas.microsoft.com/office/drawing/2017/decorative" val="1"/>
              </a:ext>
            </a:extLst>
          </p:cNvPr>
          <p:cNvSpPr>
            <a:spLocks noGrp="1"/>
          </p:cNvSpPr>
          <p:nvPr>
            <p:ph type="media" sz="quarter" idx="20"/>
          </p:nvPr>
        </p:nvSpPr>
        <p:spPr bwMode="gray">
          <a:xfrm>
            <a:off x="10716797" y="6330042"/>
            <a:ext cx="946800" cy="288000"/>
          </a:xfrm>
          <a:blipFill>
            <a:blip r:embed="rId3" cstate="print">
              <a:extLst>
                <a:ext uri="{28A0092B-C50C-407E-A947-70E740481C1C}">
                  <a14:useLocalDpi xmlns:a14="http://schemas.microsoft.com/office/drawing/2010/main"/>
                </a:ext>
              </a:extLst>
            </a:blip>
            <a:stretch>
              <a:fillRect/>
            </a:stretch>
          </a:blipFill>
          <a:ln w="15875" cap="flat">
            <a:noFill/>
            <a:prstDash val="lgDash"/>
          </a:ln>
        </p:spPr>
        <p:txBody>
          <a:bodyPr/>
          <a:lstStyle>
            <a:lvl1pPr>
              <a:defRPr sz="100">
                <a:solidFill>
                  <a:schemeClr val="bg1"/>
                </a:solidFill>
              </a:defRPr>
            </a:lvl1pPr>
          </a:lstStyle>
          <a:p>
            <a:r>
              <a:rPr lang="de-DE"/>
              <a:t>Mediaclip durch Klicken auf Symbol hinzufügen</a:t>
            </a:r>
          </a:p>
        </p:txBody>
      </p:sp>
      <p:grpSp>
        <p:nvGrpSpPr>
          <p:cNvPr id="3" name="info">
            <a:extLst>
              <a:ext uri="{FF2B5EF4-FFF2-40B4-BE49-F238E27FC236}">
                <a16:creationId xmlns:a16="http://schemas.microsoft.com/office/drawing/2014/main" id="{007D9791-4EE8-DDC5-78D4-B5F4E5F56BF5}"/>
              </a:ext>
              <a:ext uri="{C183D7F6-B498-43B3-948B-1728B52AA6E4}">
                <adec:decorative xmlns:adec="http://schemas.microsoft.com/office/drawing/2017/decorative" val="1"/>
              </a:ext>
            </a:extLst>
          </p:cNvPr>
          <p:cNvGrpSpPr/>
          <p:nvPr userDrawn="1"/>
        </p:nvGrpSpPr>
        <p:grpSpPr>
          <a:xfrm flipH="1">
            <a:off x="11233150" y="6990442"/>
            <a:ext cx="1501080" cy="886759"/>
            <a:chOff x="11406324" y="7739173"/>
            <a:chExt cx="1501080" cy="886759"/>
          </a:xfrm>
          <a:effectLst>
            <a:outerShdw blurRad="50800" dist="38100" dir="13500000" algn="br" rotWithShape="0">
              <a:prstClr val="black">
                <a:alpha val="40000"/>
              </a:prstClr>
            </a:outerShdw>
          </a:effectLst>
        </p:grpSpPr>
        <p:sp>
          <p:nvSpPr>
            <p:cNvPr id="5" name="info">
              <a:extLst>
                <a:ext uri="{FF2B5EF4-FFF2-40B4-BE49-F238E27FC236}">
                  <a16:creationId xmlns:a16="http://schemas.microsoft.com/office/drawing/2014/main" id="{4817543C-5A52-ECD9-DFDE-C581A8FB75B7}"/>
                </a:ext>
              </a:extLst>
            </p:cNvPr>
            <p:cNvSpPr/>
            <p:nvPr userDrawn="1"/>
          </p:nvSpPr>
          <p:spPr bwMode="gray">
            <a:xfrm rot="5400000" flipH="1" flipV="1">
              <a:off x="12275350" y="7831227"/>
              <a:ext cx="724107"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tx2"/>
                </a:solidFill>
              </a:endParaRPr>
            </a:p>
            <a:p>
              <a:pPr indent="0" algn="l">
                <a:lnSpc>
                  <a:spcPct val="100000"/>
                </a:lnSpc>
                <a:spcBef>
                  <a:spcPts val="400"/>
                </a:spcBef>
                <a:spcAft>
                  <a:spcPts val="400"/>
                </a:spcAft>
              </a:pPr>
              <a:endParaRPr lang="en-US" sz="1050">
                <a:solidFill>
                  <a:schemeClr val="tx2"/>
                </a:solidFill>
              </a:endParaRPr>
            </a:p>
          </p:txBody>
        </p:sp>
        <p:sp>
          <p:nvSpPr>
            <p:cNvPr id="6" name="info">
              <a:extLst>
                <a:ext uri="{FF2B5EF4-FFF2-40B4-BE49-F238E27FC236}">
                  <a16:creationId xmlns:a16="http://schemas.microsoft.com/office/drawing/2014/main" id="{44BC56CA-0063-FDFD-80D7-C595F86CDBB3}"/>
                </a:ext>
              </a:extLst>
            </p:cNvPr>
            <p:cNvSpPr/>
            <p:nvPr userDrawn="1"/>
          </p:nvSpPr>
          <p:spPr bwMode="gray">
            <a:xfrm flipH="1">
              <a:off x="11406324" y="8011954"/>
              <a:ext cx="1501080" cy="61397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spAutoFit/>
            </a:bodyPr>
            <a:lstStyle/>
            <a:p>
              <a:pPr indent="0" algn="r">
                <a:lnSpc>
                  <a:spcPct val="100000"/>
                </a:lnSpc>
                <a:spcBef>
                  <a:spcPts val="400"/>
                </a:spcBef>
                <a:spcAft>
                  <a:spcPts val="400"/>
                </a:spcAft>
              </a:pPr>
              <a:r>
                <a:rPr lang="en-US" sz="1050" b="0" kern="1200" cap="none">
                  <a:solidFill>
                    <a:schemeClr val="bg1"/>
                  </a:solidFill>
                  <a:latin typeface="+mn-lt"/>
                  <a:ea typeface="+mn-ea"/>
                  <a:cs typeface="+mn-cs"/>
                </a:rPr>
                <a:t>Delete the white logo </a:t>
              </a:r>
              <a:br>
                <a:rPr lang="en-US" sz="1050" b="0" kern="1200" cap="none">
                  <a:solidFill>
                    <a:schemeClr val="bg1"/>
                  </a:solidFill>
                  <a:latin typeface="+mn-lt"/>
                  <a:ea typeface="+mn-ea"/>
                  <a:cs typeface="+mn-cs"/>
                </a:rPr>
              </a:br>
              <a:r>
                <a:rPr lang="en-US" sz="1050" b="0" kern="1200" cap="none">
                  <a:solidFill>
                    <a:schemeClr val="bg1"/>
                  </a:solidFill>
                  <a:latin typeface="+mn-lt"/>
                  <a:ea typeface="+mn-ea"/>
                  <a:cs typeface="+mn-cs"/>
                </a:rPr>
                <a:t>to get the </a:t>
              </a:r>
              <a:r>
                <a:rPr lang="en-US" sz="1050" b="1" kern="1200" cap="all">
                  <a:solidFill>
                    <a:schemeClr val="bg1"/>
                  </a:solidFill>
                  <a:latin typeface="+mn-lt"/>
                  <a:ea typeface="+mn-ea"/>
                  <a:cs typeface="+mn-cs"/>
                </a:rPr>
                <a:t>BLUE LOGO</a:t>
              </a:r>
            </a:p>
          </p:txBody>
        </p:sp>
      </p:grpSp>
      <p:grpSp>
        <p:nvGrpSpPr>
          <p:cNvPr id="18" name="info">
            <a:extLst>
              <a:ext uri="{FF2B5EF4-FFF2-40B4-BE49-F238E27FC236}">
                <a16:creationId xmlns:a16="http://schemas.microsoft.com/office/drawing/2014/main" id="{08230827-8B58-8146-3503-7226A5EB9B42}"/>
              </a:ext>
            </a:extLst>
          </p:cNvPr>
          <p:cNvGrpSpPr/>
          <p:nvPr userDrawn="1"/>
        </p:nvGrpSpPr>
        <p:grpSpPr>
          <a:xfrm>
            <a:off x="12327529" y="2455567"/>
            <a:ext cx="2500337" cy="3640432"/>
            <a:chOff x="12327529" y="2995784"/>
            <a:chExt cx="2500337" cy="3640432"/>
          </a:xfrm>
          <a:effectLst>
            <a:outerShdw blurRad="50800" dist="38100" dir="8100000" algn="tr" rotWithShape="0">
              <a:prstClr val="black">
                <a:alpha val="40000"/>
              </a:prstClr>
            </a:outerShdw>
          </a:effectLst>
        </p:grpSpPr>
        <p:grpSp>
          <p:nvGrpSpPr>
            <p:cNvPr id="19" name="info">
              <a:extLst>
                <a:ext uri="{FF2B5EF4-FFF2-40B4-BE49-F238E27FC236}">
                  <a16:creationId xmlns:a16="http://schemas.microsoft.com/office/drawing/2014/main" id="{C3066AEA-DB01-3E8E-1835-C0FCAC53533D}"/>
                </a:ext>
              </a:extLst>
            </p:cNvPr>
            <p:cNvGrpSpPr/>
            <p:nvPr userDrawn="1"/>
          </p:nvGrpSpPr>
          <p:grpSpPr>
            <a:xfrm>
              <a:off x="12596337" y="2995784"/>
              <a:ext cx="2231529" cy="1408806"/>
              <a:chOff x="12565380" y="2356671"/>
              <a:chExt cx="2231529" cy="1408806"/>
            </a:xfrm>
          </p:grpSpPr>
          <p:sp>
            <p:nvSpPr>
              <p:cNvPr id="23" name="info">
                <a:extLst>
                  <a:ext uri="{FF2B5EF4-FFF2-40B4-BE49-F238E27FC236}">
                    <a16:creationId xmlns:a16="http://schemas.microsoft.com/office/drawing/2014/main" id="{3F611AE4-1B4D-BD39-EF23-9498C20113A9}"/>
                  </a:ext>
                </a:extLst>
              </p:cNvPr>
              <p:cNvSpPr/>
              <p:nvPr userDrawn="1"/>
            </p:nvSpPr>
            <p:spPr bwMode="gray">
              <a:xfrm rot="16200000" flipH="1">
                <a:off x="12153929" y="2814026"/>
                <a:ext cx="1362902"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25" name="info">
                <a:extLst>
                  <a:ext uri="{FF2B5EF4-FFF2-40B4-BE49-F238E27FC236}">
                    <a16:creationId xmlns:a16="http://schemas.microsoft.com/office/drawing/2014/main" id="{11CC61AB-1E07-1724-858B-61949999BF2F}"/>
                  </a:ext>
                </a:extLst>
              </p:cNvPr>
              <p:cNvSpPr/>
              <p:nvPr userDrawn="1"/>
            </p:nvSpPr>
            <p:spPr bwMode="gray">
              <a:xfrm flipH="1">
                <a:off x="12565380" y="2356671"/>
                <a:ext cx="2231529" cy="114232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kern="1200" cap="all">
                    <a:solidFill>
                      <a:schemeClr val="bg1"/>
                    </a:solidFill>
                    <a:latin typeface="+mn-lt"/>
                    <a:ea typeface="+mn-ea"/>
                    <a:cs typeface="+mn-cs"/>
                  </a:rPr>
                  <a:t>IMAGE Credit Formatting</a:t>
                </a:r>
              </a:p>
              <a:p>
                <a:pPr indent="0" algn="l">
                  <a:lnSpc>
                    <a:spcPct val="100000"/>
                  </a:lnSpc>
                  <a:spcBef>
                    <a:spcPts val="400"/>
                  </a:spcBef>
                  <a:spcAft>
                    <a:spcPts val="400"/>
                  </a:spcAft>
                </a:pPr>
                <a:r>
                  <a:rPr lang="en-US" sz="1050" b="0" kern="1200" cap="none">
                    <a:solidFill>
                      <a:schemeClr val="bg1"/>
                    </a:solidFill>
                    <a:latin typeface="+mn-lt"/>
                    <a:ea typeface="+mn-ea"/>
                    <a:cs typeface="+mn-cs"/>
                  </a:rPr>
                  <a:t>Examples!</a:t>
                </a:r>
              </a:p>
              <a:p>
                <a:pPr indent="0" algn="l">
                  <a:lnSpc>
                    <a:spcPct val="100000"/>
                  </a:lnSpc>
                  <a:spcBef>
                    <a:spcPts val="400"/>
                  </a:spcBef>
                  <a:spcAft>
                    <a:spcPts val="400"/>
                  </a:spcAft>
                </a:pPr>
                <a:r>
                  <a:rPr lang="en-US" sz="1050" b="0" kern="1200" cap="none">
                    <a:solidFill>
                      <a:schemeClr val="bg1"/>
                    </a:solidFill>
                    <a:latin typeface="+mn-lt"/>
                    <a:ea typeface="+mn-ea"/>
                    <a:cs typeface="+mn-cs"/>
                  </a:rPr>
                  <a:t>© Westend66 – gettyimages.com</a:t>
                </a:r>
                <a:br>
                  <a:rPr lang="en-US" sz="1050" b="0" kern="1200" cap="none">
                    <a:solidFill>
                      <a:schemeClr val="bg1"/>
                    </a:solidFill>
                    <a:latin typeface="+mn-lt"/>
                    <a:ea typeface="+mn-ea"/>
                    <a:cs typeface="+mn-cs"/>
                  </a:rPr>
                </a:br>
                <a:r>
                  <a:rPr lang="en-US" sz="1050" b="0" kern="1200" cap="none">
                    <a:solidFill>
                      <a:schemeClr val="bg1"/>
                    </a:solidFill>
                    <a:latin typeface="+mn-lt"/>
                    <a:ea typeface="+mn-ea"/>
                    <a:cs typeface="+mn-cs"/>
                  </a:rPr>
                  <a:t>© AI generated – Drees &amp; Sommer</a:t>
                </a:r>
              </a:p>
            </p:txBody>
          </p:sp>
        </p:grpSp>
        <p:grpSp>
          <p:nvGrpSpPr>
            <p:cNvPr id="20" name="info">
              <a:extLst>
                <a:ext uri="{FF2B5EF4-FFF2-40B4-BE49-F238E27FC236}">
                  <a16:creationId xmlns:a16="http://schemas.microsoft.com/office/drawing/2014/main" id="{EE35AC7E-238C-8E6A-B6E9-DBFA26DEE6AF}"/>
                </a:ext>
              </a:extLst>
            </p:cNvPr>
            <p:cNvGrpSpPr>
              <a:grpSpLocks/>
            </p:cNvGrpSpPr>
            <p:nvPr userDrawn="1"/>
          </p:nvGrpSpPr>
          <p:grpSpPr>
            <a:xfrm>
              <a:off x="12327529" y="4480790"/>
              <a:ext cx="2500335" cy="2155426"/>
              <a:chOff x="12327530" y="4187428"/>
              <a:chExt cx="2500335" cy="2155426"/>
            </a:xfrm>
          </p:grpSpPr>
          <p:sp>
            <p:nvSpPr>
              <p:cNvPr id="21" name="info">
                <a:extLst>
                  <a:ext uri="{FF2B5EF4-FFF2-40B4-BE49-F238E27FC236}">
                    <a16:creationId xmlns:a16="http://schemas.microsoft.com/office/drawing/2014/main" id="{CD8D4DC3-635A-2D0B-DE70-1DA034EC2448}"/>
                  </a:ext>
                </a:extLst>
              </p:cNvPr>
              <p:cNvSpPr/>
              <p:nvPr userDrawn="1"/>
            </p:nvSpPr>
            <p:spPr bwMode="gray">
              <a:xfrm flipH="1">
                <a:off x="12327530" y="5802854"/>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22" name="info">
                <a:extLst>
                  <a:ext uri="{FF2B5EF4-FFF2-40B4-BE49-F238E27FC236}">
                    <a16:creationId xmlns:a16="http://schemas.microsoft.com/office/drawing/2014/main" id="{CA005AF3-D77C-7C0E-3D4E-2E08588041B1}"/>
                  </a:ext>
                </a:extLst>
              </p:cNvPr>
              <p:cNvSpPr/>
              <p:nvPr userDrawn="1"/>
            </p:nvSpPr>
            <p:spPr bwMode="gray">
              <a:xfrm flipH="1">
                <a:off x="12596336" y="4187428"/>
                <a:ext cx="2231529" cy="215542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cap="all">
                    <a:solidFill>
                      <a:schemeClr val="bg1"/>
                    </a:solidFill>
                  </a:rPr>
                  <a:t>image credit</a:t>
                </a:r>
              </a:p>
              <a:p>
                <a:pPr indent="0" algn="l">
                  <a:lnSpc>
                    <a:spcPct val="100000"/>
                  </a:lnSpc>
                  <a:spcBef>
                    <a:spcPts val="400"/>
                  </a:spcBef>
                  <a:spcAft>
                    <a:spcPts val="400"/>
                  </a:spcAft>
                </a:pPr>
                <a:r>
                  <a:rPr lang="en-US" sz="1050" b="1">
                    <a:solidFill>
                      <a:schemeClr val="bg1"/>
                    </a:solidFill>
                  </a:rPr>
                  <a:t>Always include </a:t>
                </a:r>
                <a:r>
                  <a:rPr lang="en-US" sz="1050">
                    <a:solidFill>
                      <a:schemeClr val="bg1"/>
                    </a:solidFill>
                  </a:rPr>
                  <a:t>the image credit!</a:t>
                </a:r>
              </a:p>
              <a:p>
                <a:pPr indent="0" algn="l">
                  <a:lnSpc>
                    <a:spcPct val="100000"/>
                  </a:lnSpc>
                  <a:spcBef>
                    <a:spcPts val="400"/>
                  </a:spcBef>
                  <a:spcAft>
                    <a:spcPts val="400"/>
                  </a:spcAft>
                </a:pPr>
                <a:r>
                  <a:rPr lang="en-US" sz="1050">
                    <a:solidFill>
                      <a:schemeClr val="bg1"/>
                    </a:solidFill>
                  </a:rPr>
                  <a:t>How to get the image credit </a:t>
                </a:r>
                <a:r>
                  <a:rPr lang="en-US" sz="1050" b="1">
                    <a:solidFill>
                      <a:schemeClr val="bg1"/>
                    </a:solidFill>
                  </a:rPr>
                  <a:t>placeholder</a:t>
                </a:r>
                <a:r>
                  <a:rPr lang="en-US" sz="1050">
                    <a:solidFill>
                      <a:schemeClr val="bg1"/>
                    </a:solidFill>
                  </a:rPr>
                  <a:t> if it is no longer available on your slide by default: </a:t>
                </a:r>
              </a:p>
              <a:p>
                <a:pPr indent="0" algn="l">
                  <a:lnSpc>
                    <a:spcPct val="100000"/>
                  </a:lnSpc>
                  <a:spcBef>
                    <a:spcPts val="400"/>
                  </a:spcBef>
                  <a:spcAft>
                    <a:spcPts val="400"/>
                  </a:spcAft>
                </a:pPr>
                <a:r>
                  <a:rPr lang="en-US" sz="1050">
                    <a:solidFill>
                      <a:schemeClr val="bg1"/>
                    </a:solidFill>
                  </a:rPr>
                  <a:t>&gt; </a:t>
                </a:r>
                <a:r>
                  <a:rPr lang="en-US" sz="1050" b="0">
                    <a:solidFill>
                      <a:schemeClr val="bg1"/>
                    </a:solidFill>
                  </a:rPr>
                  <a:t>right-click on a free area</a:t>
                </a:r>
                <a:br>
                  <a:rPr lang="en-US" sz="1050" b="0">
                    <a:solidFill>
                      <a:schemeClr val="bg1"/>
                    </a:solidFill>
                  </a:rPr>
                </a:br>
                <a:r>
                  <a:rPr lang="en-US" sz="1050" b="0">
                    <a:solidFill>
                      <a:schemeClr val="bg1"/>
                    </a:solidFill>
                  </a:rPr>
                  <a:t>   on the slide</a:t>
                </a:r>
                <a:br>
                  <a:rPr lang="en-US" sz="1050" b="0">
                    <a:solidFill>
                      <a:schemeClr val="bg1"/>
                    </a:solidFill>
                  </a:rPr>
                </a:br>
                <a:r>
                  <a:rPr lang="en-US" sz="1050" b="0">
                    <a:solidFill>
                      <a:schemeClr val="bg1"/>
                    </a:solidFill>
                  </a:rPr>
                  <a:t>&gt; insert text element</a:t>
                </a:r>
                <a:endParaRPr lang="en-US" sz="1050">
                  <a:solidFill>
                    <a:schemeClr val="bg1"/>
                  </a:solidFill>
                </a:endParaRPr>
              </a:p>
              <a:p>
                <a:pPr indent="0" algn="l">
                  <a:lnSpc>
                    <a:spcPct val="100000"/>
                  </a:lnSpc>
                  <a:spcBef>
                    <a:spcPts val="400"/>
                  </a:spcBef>
                  <a:spcAft>
                    <a:spcPts val="400"/>
                  </a:spcAft>
                </a:pPr>
                <a:r>
                  <a:rPr lang="en-US" sz="1050">
                    <a:solidFill>
                      <a:schemeClr val="bg1"/>
                    </a:solidFill>
                  </a:rPr>
                  <a:t>“</a:t>
                </a:r>
                <a:r>
                  <a:rPr lang="en-US" sz="1050" b="1">
                    <a:solidFill>
                      <a:schemeClr val="bg1"/>
                    </a:solidFill>
                  </a:rPr>
                  <a:t>Copyright right</a:t>
                </a:r>
                <a:r>
                  <a:rPr lang="en-US" sz="1050">
                    <a:solidFill>
                      <a:schemeClr val="bg1"/>
                    </a:solidFill>
                  </a:rPr>
                  <a:t>”</a:t>
                </a:r>
              </a:p>
            </p:txBody>
          </p:sp>
        </p:grpSp>
      </p:grpSp>
      <p:sp>
        <p:nvSpPr>
          <p:cNvPr id="8" name="MIO_Placeholder_Mapping" hidden="1">
            <a:extLst>
              <a:ext uri="{FF2B5EF4-FFF2-40B4-BE49-F238E27FC236}">
                <a16:creationId xmlns:a16="http://schemas.microsoft.com/office/drawing/2014/main" id="{A7089211-DF9C-E013-691C-ABE6C03EF97A}"/>
              </a:ext>
            </a:extLst>
          </p:cNvPr>
          <p:cNvSpPr/>
          <p:nvPr userDrawn="1">
            <p:custDataLst>
              <p:tags r:id="rId1"/>
            </p:custDataLst>
          </p:nvPr>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3175023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644">
          <p15:clr>
            <a:srgbClr val="FBAE40"/>
          </p15:clr>
        </p15:guide>
        <p15:guide id="2" pos="3704">
          <p15:clr>
            <a:srgbClr val="FBAE40"/>
          </p15:clr>
        </p15:guide>
        <p15:guide id="3" pos="388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ARK Content &amp; Full Picture 1/1">
    <p:bg>
      <p:bgRef idx="1001">
        <a:schemeClr val="bg1"/>
      </p:bgRef>
    </p:bg>
    <p:spTree>
      <p:nvGrpSpPr>
        <p:cNvPr id="1" name=""/>
        <p:cNvGrpSpPr/>
        <p:nvPr/>
      </p:nvGrpSpPr>
      <p:grpSpPr>
        <a:xfrm>
          <a:off x="0" y="0"/>
          <a:ext cx="0" cy="0"/>
          <a:chOff x="0" y="0"/>
          <a:chExt cx="0" cy="0"/>
        </a:xfrm>
      </p:grpSpPr>
      <p:pic>
        <p:nvPicPr>
          <p:cNvPr id="5" name="background dreso">
            <a:extLst>
              <a:ext uri="{FF2B5EF4-FFF2-40B4-BE49-F238E27FC236}">
                <a16:creationId xmlns:a16="http://schemas.microsoft.com/office/drawing/2014/main" id="{E268AFF4-3241-9D07-82E3-FA53AD925026}"/>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white">
          <a:xfrm>
            <a:off x="0" y="0"/>
            <a:ext cx="12191999" cy="6858000"/>
          </a:xfrm>
          <a:prstGeom prst="rect">
            <a:avLst/>
          </a:prstGeom>
        </p:spPr>
      </p:pic>
      <p:sp>
        <p:nvSpPr>
          <p:cNvPr id="35" name="logo drees&amp;sommer blue mask">
            <a:extLst>
              <a:ext uri="{FF2B5EF4-FFF2-40B4-BE49-F238E27FC236}">
                <a16:creationId xmlns:a16="http://schemas.microsoft.com/office/drawing/2014/main" id="{7F360378-F73A-4B3A-B454-4B80CCCB2A92}"/>
              </a:ext>
              <a:ext uri="{C183D7F6-B498-43B3-948B-1728B52AA6E4}">
                <adec:decorative xmlns:adec="http://schemas.microsoft.com/office/drawing/2017/decorative" val="1"/>
              </a:ext>
            </a:extLst>
          </p:cNvPr>
          <p:cNvSpPr/>
          <p:nvPr/>
        </p:nvSpPr>
        <p:spPr bwMode="black">
          <a:xfrm>
            <a:off x="10579100" y="6197600"/>
            <a:ext cx="1270000" cy="584200"/>
          </a:xfrm>
          <a:prstGeom prst="rect">
            <a:avLst/>
          </a:prstGeom>
          <a:solidFill>
            <a:srgbClr val="00296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a:p>
        </p:txBody>
      </p:sp>
      <p:sp>
        <p:nvSpPr>
          <p:cNvPr id="2" name="title">
            <a:extLst>
              <a:ext uri="{FF2B5EF4-FFF2-40B4-BE49-F238E27FC236}">
                <a16:creationId xmlns:a16="http://schemas.microsoft.com/office/drawing/2014/main" id="{8FFCB50B-5503-4467-8A0F-9FBB8B48B97D}"/>
              </a:ext>
            </a:extLst>
          </p:cNvPr>
          <p:cNvSpPr>
            <a:spLocks noGrp="1"/>
          </p:cNvSpPr>
          <p:nvPr>
            <p:ph type="title"/>
          </p:nvPr>
        </p:nvSpPr>
        <p:spPr bwMode="black">
          <a:xfrm>
            <a:off x="525600" y="673200"/>
            <a:ext cx="5353200" cy="288000"/>
          </a:xfrm>
        </p:spPr>
        <p:txBody>
          <a:bodyPr lIns="0" tIns="0" rIns="0" bIns="0"/>
          <a:lstStyle>
            <a:lvl1pPr>
              <a:defRPr>
                <a:solidFill>
                  <a:schemeClr val="tx1"/>
                </a:solidFill>
              </a:defRPr>
            </a:lvl1pPr>
          </a:lstStyle>
          <a:p>
            <a:r>
              <a:rPr lang="de-DE"/>
              <a:t>Mastertitelformat bearbeiten</a:t>
            </a:r>
            <a:endParaRPr lang="en-US"/>
          </a:p>
        </p:txBody>
      </p:sp>
      <p:sp>
        <p:nvSpPr>
          <p:cNvPr id="4" name="MIO_CONVERT_SLIDES_SUBTITLE">
            <a:extLst>
              <a:ext uri="{FF2B5EF4-FFF2-40B4-BE49-F238E27FC236}">
                <a16:creationId xmlns:a16="http://schemas.microsoft.com/office/drawing/2014/main" id="{7086919D-8D03-4875-B9F0-05F0C8564079}"/>
              </a:ext>
            </a:extLst>
          </p:cNvPr>
          <p:cNvSpPr>
            <a:spLocks noGrp="1"/>
          </p:cNvSpPr>
          <p:nvPr>
            <p:ph type="body" sz="quarter" idx="14" hasCustomPrompt="1"/>
          </p:nvPr>
        </p:nvSpPr>
        <p:spPr bwMode="black">
          <a:xfrm>
            <a:off x="525600" y="1022400"/>
            <a:ext cx="5353200" cy="504000"/>
          </a:xfrm>
        </p:spPr>
        <p:txBody>
          <a:bodyPr/>
          <a:lstStyle>
            <a:lvl1pPr>
              <a:lnSpc>
                <a:spcPct val="85000"/>
              </a:lnSpc>
              <a:spcBef>
                <a:spcPts val="0"/>
              </a:spcBef>
              <a:spcAft>
                <a:spcPts val="0"/>
              </a:spcAft>
              <a:defRPr sz="2000">
                <a:solidFill>
                  <a:schemeClr val="tx1"/>
                </a:solidFill>
              </a:defRPr>
            </a:lvl1pPr>
          </a:lstStyle>
          <a:p>
            <a:pPr lvl="0"/>
            <a:r>
              <a:rPr lang="de-DE" err="1"/>
              <a:t>Subtitle</a:t>
            </a:r>
            <a:endParaRPr lang="en-US"/>
          </a:p>
        </p:txBody>
      </p:sp>
      <p:sp>
        <p:nvSpPr>
          <p:cNvPr id="6" name="content">
            <a:extLst>
              <a:ext uri="{FF2B5EF4-FFF2-40B4-BE49-F238E27FC236}">
                <a16:creationId xmlns:a16="http://schemas.microsoft.com/office/drawing/2014/main" id="{29A77DB2-2C4B-29A0-5D67-BE9EA271F0E2}"/>
              </a:ext>
            </a:extLst>
          </p:cNvPr>
          <p:cNvSpPr>
            <a:spLocks noGrp="1"/>
          </p:cNvSpPr>
          <p:nvPr>
            <p:ph sz="quarter" idx="23"/>
          </p:nvPr>
        </p:nvSpPr>
        <p:spPr>
          <a:xfrm>
            <a:off x="525600" y="1602000"/>
            <a:ext cx="5353200" cy="4496401"/>
          </a:xfrm>
        </p:spPr>
        <p:txBody>
          <a:bodyPr/>
          <a:lstStyle>
            <a:lvl7pPr>
              <a:defRPr>
                <a:solidFill>
                  <a:schemeClr val="tx1"/>
                </a:solidFill>
              </a:defRPr>
            </a:lvl7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4" name="picture">
            <a:extLst>
              <a:ext uri="{FF2B5EF4-FFF2-40B4-BE49-F238E27FC236}">
                <a16:creationId xmlns:a16="http://schemas.microsoft.com/office/drawing/2014/main" id="{8EA3C3E4-202D-4939-91A7-80ECB3EE2B15}"/>
              </a:ext>
            </a:extLst>
          </p:cNvPr>
          <p:cNvSpPr>
            <a:spLocks noGrp="1"/>
          </p:cNvSpPr>
          <p:nvPr>
            <p:ph type="pic" sz="quarter" idx="16"/>
          </p:nvPr>
        </p:nvSpPr>
        <p:spPr bwMode="gray">
          <a:xfrm>
            <a:off x="6166800" y="0"/>
            <a:ext cx="6025200" cy="6858000"/>
          </a:xfrm>
          <a:custGeom>
            <a:avLst/>
            <a:gdLst>
              <a:gd name="connsiteX0" fmla="*/ 4742543 w 6025200"/>
              <a:gd name="connsiteY0" fmla="*/ 6535879 h 6858000"/>
              <a:gd name="connsiteX1" fmla="*/ 4825368 w 6025200"/>
              <a:gd name="connsiteY1" fmla="*/ 6535879 h 6858000"/>
              <a:gd name="connsiteX2" fmla="*/ 4825368 w 6025200"/>
              <a:gd name="connsiteY2" fmla="*/ 6598745 h 6858000"/>
              <a:gd name="connsiteX3" fmla="*/ 4742543 w 6025200"/>
              <a:gd name="connsiteY3" fmla="*/ 6598745 h 6858000"/>
              <a:gd name="connsiteX4" fmla="*/ 5396456 w 6025200"/>
              <a:gd name="connsiteY4" fmla="*/ 6534690 h 6858000"/>
              <a:gd name="connsiteX5" fmla="*/ 5452415 w 6025200"/>
              <a:gd name="connsiteY5" fmla="*/ 6534690 h 6858000"/>
              <a:gd name="connsiteX6" fmla="*/ 5463609 w 6025200"/>
              <a:gd name="connsiteY6" fmla="*/ 6542786 h 6858000"/>
              <a:gd name="connsiteX7" fmla="*/ 5463609 w 6025200"/>
              <a:gd name="connsiteY7" fmla="*/ 6554455 h 6858000"/>
              <a:gd name="connsiteX8" fmla="*/ 5452415 w 6025200"/>
              <a:gd name="connsiteY8" fmla="*/ 6562550 h 6858000"/>
              <a:gd name="connsiteX9" fmla="*/ 5396456 w 6025200"/>
              <a:gd name="connsiteY9" fmla="*/ 6562550 h 6858000"/>
              <a:gd name="connsiteX10" fmla="*/ 4743506 w 6025200"/>
              <a:gd name="connsiteY10" fmla="*/ 6517318 h 6858000"/>
              <a:gd name="connsiteX11" fmla="*/ 4716790 w 6025200"/>
              <a:gd name="connsiteY11" fmla="*/ 6541122 h 6858000"/>
              <a:gd name="connsiteX12" fmla="*/ 4716790 w 6025200"/>
              <a:gd name="connsiteY12" fmla="*/ 6594223 h 6858000"/>
              <a:gd name="connsiteX13" fmla="*/ 4743506 w 6025200"/>
              <a:gd name="connsiteY13" fmla="*/ 6618042 h 6858000"/>
              <a:gd name="connsiteX14" fmla="*/ 4822930 w 6025200"/>
              <a:gd name="connsiteY14" fmla="*/ 6618042 h 6858000"/>
              <a:gd name="connsiteX15" fmla="*/ 4849646 w 6025200"/>
              <a:gd name="connsiteY15" fmla="*/ 6594223 h 6858000"/>
              <a:gd name="connsiteX16" fmla="*/ 4849646 w 6025200"/>
              <a:gd name="connsiteY16" fmla="*/ 6541122 h 6858000"/>
              <a:gd name="connsiteX17" fmla="*/ 4822930 w 6025200"/>
              <a:gd name="connsiteY17" fmla="*/ 6517318 h 6858000"/>
              <a:gd name="connsiteX18" fmla="*/ 5372185 w 6025200"/>
              <a:gd name="connsiteY18" fmla="*/ 6517311 h 6858000"/>
              <a:gd name="connsiteX19" fmla="*/ 5372185 w 6025200"/>
              <a:gd name="connsiteY19" fmla="*/ 6618035 h 6858000"/>
              <a:gd name="connsiteX20" fmla="*/ 5396463 w 6025200"/>
              <a:gd name="connsiteY20" fmla="*/ 6618035 h 6858000"/>
              <a:gd name="connsiteX21" fmla="*/ 5396463 w 6025200"/>
              <a:gd name="connsiteY21" fmla="*/ 6579929 h 6858000"/>
              <a:gd name="connsiteX22" fmla="*/ 5419560 w 6025200"/>
              <a:gd name="connsiteY22" fmla="*/ 6579929 h 6858000"/>
              <a:gd name="connsiteX23" fmla="*/ 5461706 w 6025200"/>
              <a:gd name="connsiteY23" fmla="*/ 6618035 h 6858000"/>
              <a:gd name="connsiteX24" fmla="*/ 5496953 w 6025200"/>
              <a:gd name="connsiteY24" fmla="*/ 6618035 h 6858000"/>
              <a:gd name="connsiteX25" fmla="*/ 5449097 w 6025200"/>
              <a:gd name="connsiteY25" fmla="*/ 6579929 h 6858000"/>
              <a:gd name="connsiteX26" fmla="*/ 5462910 w 6025200"/>
              <a:gd name="connsiteY26" fmla="*/ 6579929 h 6858000"/>
              <a:gd name="connsiteX27" fmla="*/ 5486480 w 6025200"/>
              <a:gd name="connsiteY27" fmla="*/ 6560639 h 6858000"/>
              <a:gd name="connsiteX28" fmla="*/ 5486480 w 6025200"/>
              <a:gd name="connsiteY28" fmla="*/ 6536835 h 6858000"/>
              <a:gd name="connsiteX29" fmla="*/ 5462910 w 6025200"/>
              <a:gd name="connsiteY29" fmla="*/ 6517311 h 6858000"/>
              <a:gd name="connsiteX30" fmla="*/ 5234845 w 6025200"/>
              <a:gd name="connsiteY30" fmla="*/ 6517311 h 6858000"/>
              <a:gd name="connsiteX31" fmla="*/ 5234845 w 6025200"/>
              <a:gd name="connsiteY31" fmla="*/ 6618035 h 6858000"/>
              <a:gd name="connsiteX32" fmla="*/ 5346319 w 6025200"/>
              <a:gd name="connsiteY32" fmla="*/ 6618035 h 6858000"/>
              <a:gd name="connsiteX33" fmla="*/ 5346319 w 6025200"/>
              <a:gd name="connsiteY33" fmla="*/ 6599219 h 6858000"/>
              <a:gd name="connsiteX34" fmla="*/ 5260109 w 6025200"/>
              <a:gd name="connsiteY34" fmla="*/ 6599219 h 6858000"/>
              <a:gd name="connsiteX35" fmla="*/ 5260109 w 6025200"/>
              <a:gd name="connsiteY35" fmla="*/ 6574452 h 6858000"/>
              <a:gd name="connsiteX36" fmla="*/ 5309658 w 6025200"/>
              <a:gd name="connsiteY36" fmla="*/ 6574452 h 6858000"/>
              <a:gd name="connsiteX37" fmla="*/ 5309658 w 6025200"/>
              <a:gd name="connsiteY37" fmla="*/ 6557073 h 6858000"/>
              <a:gd name="connsiteX38" fmla="*/ 5260109 w 6025200"/>
              <a:gd name="connsiteY38" fmla="*/ 6557073 h 6858000"/>
              <a:gd name="connsiteX39" fmla="*/ 5260109 w 6025200"/>
              <a:gd name="connsiteY39" fmla="*/ 6535179 h 6858000"/>
              <a:gd name="connsiteX40" fmla="*/ 5345108 w 6025200"/>
              <a:gd name="connsiteY40" fmla="*/ 6535179 h 6858000"/>
              <a:gd name="connsiteX41" fmla="*/ 5345108 w 6025200"/>
              <a:gd name="connsiteY41" fmla="*/ 6517311 h 6858000"/>
              <a:gd name="connsiteX42" fmla="*/ 5058654 w 6025200"/>
              <a:gd name="connsiteY42" fmla="*/ 6517311 h 6858000"/>
              <a:gd name="connsiteX43" fmla="*/ 5058654 w 6025200"/>
              <a:gd name="connsiteY43" fmla="*/ 6618035 h 6858000"/>
              <a:gd name="connsiteX44" fmla="*/ 5081623 w 6025200"/>
              <a:gd name="connsiteY44" fmla="*/ 6618035 h 6858000"/>
              <a:gd name="connsiteX45" fmla="*/ 5081623 w 6025200"/>
              <a:gd name="connsiteY45" fmla="*/ 6550414 h 6858000"/>
              <a:gd name="connsiteX46" fmla="*/ 5128005 w 6025200"/>
              <a:gd name="connsiteY46" fmla="*/ 6605892 h 6858000"/>
              <a:gd name="connsiteX47" fmla="*/ 5132865 w 6025200"/>
              <a:gd name="connsiteY47" fmla="*/ 6605892 h 6858000"/>
              <a:gd name="connsiteX48" fmla="*/ 5178758 w 6025200"/>
              <a:gd name="connsiteY48" fmla="*/ 6548737 h 6858000"/>
              <a:gd name="connsiteX49" fmla="*/ 5178758 w 6025200"/>
              <a:gd name="connsiteY49" fmla="*/ 6618035 h 6858000"/>
              <a:gd name="connsiteX50" fmla="*/ 5202073 w 6025200"/>
              <a:gd name="connsiteY50" fmla="*/ 6618035 h 6858000"/>
              <a:gd name="connsiteX51" fmla="*/ 5202073 w 6025200"/>
              <a:gd name="connsiteY51" fmla="*/ 6517311 h 6858000"/>
              <a:gd name="connsiteX52" fmla="*/ 5181925 w 6025200"/>
              <a:gd name="connsiteY52" fmla="*/ 6517311 h 6858000"/>
              <a:gd name="connsiteX53" fmla="*/ 5131887 w 6025200"/>
              <a:gd name="connsiteY53" fmla="*/ 6577070 h 6858000"/>
              <a:gd name="connsiteX54" fmla="*/ 5081623 w 6025200"/>
              <a:gd name="connsiteY54" fmla="*/ 6517311 h 6858000"/>
              <a:gd name="connsiteX55" fmla="*/ 4881335 w 6025200"/>
              <a:gd name="connsiteY55" fmla="*/ 6517311 h 6858000"/>
              <a:gd name="connsiteX56" fmla="*/ 4881335 w 6025200"/>
              <a:gd name="connsiteY56" fmla="*/ 6618035 h 6858000"/>
              <a:gd name="connsiteX57" fmla="*/ 4904296 w 6025200"/>
              <a:gd name="connsiteY57" fmla="*/ 6618035 h 6858000"/>
              <a:gd name="connsiteX58" fmla="*/ 4904296 w 6025200"/>
              <a:gd name="connsiteY58" fmla="*/ 6550414 h 6858000"/>
              <a:gd name="connsiteX59" fmla="*/ 4950678 w 6025200"/>
              <a:gd name="connsiteY59" fmla="*/ 6605892 h 6858000"/>
              <a:gd name="connsiteX60" fmla="*/ 4955531 w 6025200"/>
              <a:gd name="connsiteY60" fmla="*/ 6605892 h 6858000"/>
              <a:gd name="connsiteX61" fmla="*/ 5001439 w 6025200"/>
              <a:gd name="connsiteY61" fmla="*/ 6548737 h 6858000"/>
              <a:gd name="connsiteX62" fmla="*/ 5001439 w 6025200"/>
              <a:gd name="connsiteY62" fmla="*/ 6618035 h 6858000"/>
              <a:gd name="connsiteX63" fmla="*/ 5024754 w 6025200"/>
              <a:gd name="connsiteY63" fmla="*/ 6618035 h 6858000"/>
              <a:gd name="connsiteX64" fmla="*/ 5024754 w 6025200"/>
              <a:gd name="connsiteY64" fmla="*/ 6517311 h 6858000"/>
              <a:gd name="connsiteX65" fmla="*/ 5004599 w 6025200"/>
              <a:gd name="connsiteY65" fmla="*/ 6517311 h 6858000"/>
              <a:gd name="connsiteX66" fmla="*/ 4954568 w 6025200"/>
              <a:gd name="connsiteY66" fmla="*/ 6577070 h 6858000"/>
              <a:gd name="connsiteX67" fmla="*/ 4904296 w 6025200"/>
              <a:gd name="connsiteY67" fmla="*/ 6517311 h 6858000"/>
              <a:gd name="connsiteX68" fmla="*/ 4585477 w 6025200"/>
              <a:gd name="connsiteY68" fmla="*/ 6495162 h 6858000"/>
              <a:gd name="connsiteX69" fmla="*/ 4554999 w 6025200"/>
              <a:gd name="connsiteY69" fmla="*/ 6524218 h 6858000"/>
              <a:gd name="connsiteX70" fmla="*/ 4554999 w 6025200"/>
              <a:gd name="connsiteY70" fmla="*/ 6537775 h 6858000"/>
              <a:gd name="connsiteX71" fmla="*/ 4585477 w 6025200"/>
              <a:gd name="connsiteY71" fmla="*/ 6566830 h 6858000"/>
              <a:gd name="connsiteX72" fmla="*/ 4662155 w 6025200"/>
              <a:gd name="connsiteY72" fmla="*/ 6566830 h 6858000"/>
              <a:gd name="connsiteX73" fmla="*/ 4662155 w 6025200"/>
              <a:gd name="connsiteY73" fmla="*/ 6594930 h 6858000"/>
              <a:gd name="connsiteX74" fmla="*/ 4575252 w 6025200"/>
              <a:gd name="connsiteY74" fmla="*/ 6594930 h 6858000"/>
              <a:gd name="connsiteX75" fmla="*/ 4575252 w 6025200"/>
              <a:gd name="connsiteY75" fmla="*/ 6581704 h 6858000"/>
              <a:gd name="connsiteX76" fmla="*/ 4549996 w 6025200"/>
              <a:gd name="connsiteY76" fmla="*/ 6586948 h 6858000"/>
              <a:gd name="connsiteX77" fmla="*/ 4549996 w 6025200"/>
              <a:gd name="connsiteY77" fmla="*/ 6588979 h 6858000"/>
              <a:gd name="connsiteX78" fmla="*/ 4580714 w 6025200"/>
              <a:gd name="connsiteY78" fmla="*/ 6618027 h 6858000"/>
              <a:gd name="connsiteX79" fmla="*/ 4656686 w 6025200"/>
              <a:gd name="connsiteY79" fmla="*/ 6618027 h 6858000"/>
              <a:gd name="connsiteX80" fmla="*/ 4687404 w 6025200"/>
              <a:gd name="connsiteY80" fmla="*/ 6588979 h 6858000"/>
              <a:gd name="connsiteX81" fmla="*/ 4687404 w 6025200"/>
              <a:gd name="connsiteY81" fmla="*/ 6572074 h 6858000"/>
              <a:gd name="connsiteX82" fmla="*/ 4656686 w 6025200"/>
              <a:gd name="connsiteY82" fmla="*/ 6543019 h 6858000"/>
              <a:gd name="connsiteX83" fmla="*/ 4579999 w 6025200"/>
              <a:gd name="connsiteY83" fmla="*/ 6543019 h 6858000"/>
              <a:gd name="connsiteX84" fmla="*/ 4579999 w 6025200"/>
              <a:gd name="connsiteY84" fmla="*/ 6516596 h 6858000"/>
              <a:gd name="connsiteX85" fmla="*/ 4660485 w 6025200"/>
              <a:gd name="connsiteY85" fmla="*/ 6516596 h 6858000"/>
              <a:gd name="connsiteX86" fmla="*/ 4660485 w 6025200"/>
              <a:gd name="connsiteY86" fmla="*/ 6529905 h 6858000"/>
              <a:gd name="connsiteX87" fmla="*/ 4685726 w 6025200"/>
              <a:gd name="connsiteY87" fmla="*/ 6523954 h 6858000"/>
              <a:gd name="connsiteX88" fmla="*/ 4685726 w 6025200"/>
              <a:gd name="connsiteY88" fmla="*/ 6522074 h 6858000"/>
              <a:gd name="connsiteX89" fmla="*/ 4655249 w 6025200"/>
              <a:gd name="connsiteY89" fmla="*/ 6495162 h 6858000"/>
              <a:gd name="connsiteX90" fmla="*/ 5387421 w 6025200"/>
              <a:gd name="connsiteY90" fmla="*/ 6392873 h 6858000"/>
              <a:gd name="connsiteX91" fmla="*/ 5424323 w 6025200"/>
              <a:gd name="connsiteY91" fmla="*/ 6423591 h 6858000"/>
              <a:gd name="connsiteX92" fmla="*/ 5412895 w 6025200"/>
              <a:gd name="connsiteY92" fmla="*/ 6433349 h 6858000"/>
              <a:gd name="connsiteX93" fmla="*/ 5355995 w 6025200"/>
              <a:gd name="connsiteY93" fmla="*/ 6433349 h 6858000"/>
              <a:gd name="connsiteX94" fmla="*/ 5355995 w 6025200"/>
              <a:gd name="connsiteY94" fmla="*/ 6433342 h 6858000"/>
              <a:gd name="connsiteX95" fmla="*/ 5355995 w 6025200"/>
              <a:gd name="connsiteY95" fmla="*/ 6412396 h 6858000"/>
              <a:gd name="connsiteX96" fmla="*/ 4756732 w 6025200"/>
              <a:gd name="connsiteY96" fmla="*/ 6371439 h 6858000"/>
              <a:gd name="connsiteX97" fmla="*/ 4812691 w 6025200"/>
              <a:gd name="connsiteY97" fmla="*/ 6371439 h 6858000"/>
              <a:gd name="connsiteX98" fmla="*/ 4823885 w 6025200"/>
              <a:gd name="connsiteY98" fmla="*/ 6379534 h 6858000"/>
              <a:gd name="connsiteX99" fmla="*/ 4823885 w 6025200"/>
              <a:gd name="connsiteY99" fmla="*/ 6391203 h 6858000"/>
              <a:gd name="connsiteX100" fmla="*/ 4812691 w 6025200"/>
              <a:gd name="connsiteY100" fmla="*/ 6399298 h 6858000"/>
              <a:gd name="connsiteX101" fmla="*/ 4756732 w 6025200"/>
              <a:gd name="connsiteY101" fmla="*/ 6399298 h 6858000"/>
              <a:gd name="connsiteX102" fmla="*/ 5182505 w 6025200"/>
              <a:gd name="connsiteY102" fmla="*/ 6354060 h 6858000"/>
              <a:gd name="connsiteX103" fmla="*/ 5156068 w 6025200"/>
              <a:gd name="connsiteY103" fmla="*/ 6377879 h 6858000"/>
              <a:gd name="connsiteX104" fmla="*/ 5156068 w 6025200"/>
              <a:gd name="connsiteY104" fmla="*/ 6389074 h 6858000"/>
              <a:gd name="connsiteX105" fmla="*/ 5182505 w 6025200"/>
              <a:gd name="connsiteY105" fmla="*/ 6412878 h 6858000"/>
              <a:gd name="connsiteX106" fmla="*/ 5247741 w 6025200"/>
              <a:gd name="connsiteY106" fmla="*/ 6412878 h 6858000"/>
              <a:gd name="connsiteX107" fmla="*/ 5247741 w 6025200"/>
              <a:gd name="connsiteY107" fmla="*/ 6435983 h 6858000"/>
              <a:gd name="connsiteX108" fmla="*/ 5173680 w 6025200"/>
              <a:gd name="connsiteY108" fmla="*/ 6435983 h 6858000"/>
              <a:gd name="connsiteX109" fmla="*/ 5173680 w 6025200"/>
              <a:gd name="connsiteY109" fmla="*/ 6425375 h 6858000"/>
              <a:gd name="connsiteX110" fmla="*/ 5151787 w 6025200"/>
              <a:gd name="connsiteY110" fmla="*/ 6429430 h 6858000"/>
              <a:gd name="connsiteX111" fmla="*/ 5151787 w 6025200"/>
              <a:gd name="connsiteY111" fmla="*/ 6430980 h 6858000"/>
              <a:gd name="connsiteX112" fmla="*/ 5178209 w 6025200"/>
              <a:gd name="connsiteY112" fmla="*/ 6454784 h 6858000"/>
              <a:gd name="connsiteX113" fmla="*/ 5243701 w 6025200"/>
              <a:gd name="connsiteY113" fmla="*/ 6454784 h 6858000"/>
              <a:gd name="connsiteX114" fmla="*/ 5269890 w 6025200"/>
              <a:gd name="connsiteY114" fmla="*/ 6430980 h 6858000"/>
              <a:gd name="connsiteX115" fmla="*/ 5269890 w 6025200"/>
              <a:gd name="connsiteY115" fmla="*/ 6417166 h 6858000"/>
              <a:gd name="connsiteX116" fmla="*/ 5243701 w 6025200"/>
              <a:gd name="connsiteY116" fmla="*/ 6393362 h 6858000"/>
              <a:gd name="connsiteX117" fmla="*/ 5178209 w 6025200"/>
              <a:gd name="connsiteY117" fmla="*/ 6393362 h 6858000"/>
              <a:gd name="connsiteX118" fmla="*/ 5178209 w 6025200"/>
              <a:gd name="connsiteY118" fmla="*/ 6372154 h 6858000"/>
              <a:gd name="connsiteX119" fmla="*/ 5247500 w 6025200"/>
              <a:gd name="connsiteY119" fmla="*/ 6372154 h 6858000"/>
              <a:gd name="connsiteX120" fmla="*/ 5247500 w 6025200"/>
              <a:gd name="connsiteY120" fmla="*/ 6381565 h 6858000"/>
              <a:gd name="connsiteX121" fmla="*/ 5268686 w 6025200"/>
              <a:gd name="connsiteY121" fmla="*/ 6377051 h 6858000"/>
              <a:gd name="connsiteX122" fmla="*/ 5268686 w 6025200"/>
              <a:gd name="connsiteY122" fmla="*/ 6375968 h 6858000"/>
              <a:gd name="connsiteX123" fmla="*/ 5242264 w 6025200"/>
              <a:gd name="connsiteY123" fmla="*/ 6354060 h 6858000"/>
              <a:gd name="connsiteX124" fmla="*/ 5018171 w 6025200"/>
              <a:gd name="connsiteY124" fmla="*/ 6354060 h 6858000"/>
              <a:gd name="connsiteX125" fmla="*/ 5018171 w 6025200"/>
              <a:gd name="connsiteY125" fmla="*/ 6454776 h 6858000"/>
              <a:gd name="connsiteX126" fmla="*/ 5127464 w 6025200"/>
              <a:gd name="connsiteY126" fmla="*/ 6454776 h 6858000"/>
              <a:gd name="connsiteX127" fmla="*/ 5127464 w 6025200"/>
              <a:gd name="connsiteY127" fmla="*/ 6435967 h 6858000"/>
              <a:gd name="connsiteX128" fmla="*/ 5042938 w 6025200"/>
              <a:gd name="connsiteY128" fmla="*/ 6435967 h 6858000"/>
              <a:gd name="connsiteX129" fmla="*/ 5042938 w 6025200"/>
              <a:gd name="connsiteY129" fmla="*/ 6411200 h 6858000"/>
              <a:gd name="connsiteX130" fmla="*/ 5091510 w 6025200"/>
              <a:gd name="connsiteY130" fmla="*/ 6411200 h 6858000"/>
              <a:gd name="connsiteX131" fmla="*/ 5091510 w 6025200"/>
              <a:gd name="connsiteY131" fmla="*/ 6393821 h 6858000"/>
              <a:gd name="connsiteX132" fmla="*/ 5042938 w 6025200"/>
              <a:gd name="connsiteY132" fmla="*/ 6393821 h 6858000"/>
              <a:gd name="connsiteX133" fmla="*/ 5042938 w 6025200"/>
              <a:gd name="connsiteY133" fmla="*/ 6371913 h 6858000"/>
              <a:gd name="connsiteX134" fmla="*/ 5126283 w 6025200"/>
              <a:gd name="connsiteY134" fmla="*/ 6371913 h 6858000"/>
              <a:gd name="connsiteX135" fmla="*/ 5126283 w 6025200"/>
              <a:gd name="connsiteY135" fmla="*/ 6354060 h 6858000"/>
              <a:gd name="connsiteX136" fmla="*/ 4880462 w 6025200"/>
              <a:gd name="connsiteY136" fmla="*/ 6354060 h 6858000"/>
              <a:gd name="connsiteX137" fmla="*/ 4880462 w 6025200"/>
              <a:gd name="connsiteY137" fmla="*/ 6454776 h 6858000"/>
              <a:gd name="connsiteX138" fmla="*/ 4989755 w 6025200"/>
              <a:gd name="connsiteY138" fmla="*/ 6454776 h 6858000"/>
              <a:gd name="connsiteX139" fmla="*/ 4989755 w 6025200"/>
              <a:gd name="connsiteY139" fmla="*/ 6435967 h 6858000"/>
              <a:gd name="connsiteX140" fmla="*/ 4905229 w 6025200"/>
              <a:gd name="connsiteY140" fmla="*/ 6435967 h 6858000"/>
              <a:gd name="connsiteX141" fmla="*/ 4905229 w 6025200"/>
              <a:gd name="connsiteY141" fmla="*/ 6411200 h 6858000"/>
              <a:gd name="connsiteX142" fmla="*/ 4953801 w 6025200"/>
              <a:gd name="connsiteY142" fmla="*/ 6411200 h 6858000"/>
              <a:gd name="connsiteX143" fmla="*/ 4953801 w 6025200"/>
              <a:gd name="connsiteY143" fmla="*/ 6393821 h 6858000"/>
              <a:gd name="connsiteX144" fmla="*/ 4905229 w 6025200"/>
              <a:gd name="connsiteY144" fmla="*/ 6393821 h 6858000"/>
              <a:gd name="connsiteX145" fmla="*/ 4905229 w 6025200"/>
              <a:gd name="connsiteY145" fmla="*/ 6371913 h 6858000"/>
              <a:gd name="connsiteX146" fmla="*/ 4988574 w 6025200"/>
              <a:gd name="connsiteY146" fmla="*/ 6371913 h 6858000"/>
              <a:gd name="connsiteX147" fmla="*/ 4988574 w 6025200"/>
              <a:gd name="connsiteY147" fmla="*/ 6354060 h 6858000"/>
              <a:gd name="connsiteX148" fmla="*/ 4732446 w 6025200"/>
              <a:gd name="connsiteY148" fmla="*/ 6354060 h 6858000"/>
              <a:gd name="connsiteX149" fmla="*/ 4732446 w 6025200"/>
              <a:gd name="connsiteY149" fmla="*/ 6454776 h 6858000"/>
              <a:gd name="connsiteX150" fmla="*/ 4756739 w 6025200"/>
              <a:gd name="connsiteY150" fmla="*/ 6454776 h 6858000"/>
              <a:gd name="connsiteX151" fmla="*/ 4756739 w 6025200"/>
              <a:gd name="connsiteY151" fmla="*/ 6416670 h 6858000"/>
              <a:gd name="connsiteX152" fmla="*/ 4779836 w 6025200"/>
              <a:gd name="connsiteY152" fmla="*/ 6416670 h 6858000"/>
              <a:gd name="connsiteX153" fmla="*/ 4821982 w 6025200"/>
              <a:gd name="connsiteY153" fmla="*/ 6454776 h 6858000"/>
              <a:gd name="connsiteX154" fmla="*/ 4857229 w 6025200"/>
              <a:gd name="connsiteY154" fmla="*/ 6454776 h 6858000"/>
              <a:gd name="connsiteX155" fmla="*/ 4809358 w 6025200"/>
              <a:gd name="connsiteY155" fmla="*/ 6416670 h 6858000"/>
              <a:gd name="connsiteX156" fmla="*/ 4823171 w 6025200"/>
              <a:gd name="connsiteY156" fmla="*/ 6416670 h 6858000"/>
              <a:gd name="connsiteX157" fmla="*/ 4846749 w 6025200"/>
              <a:gd name="connsiteY157" fmla="*/ 6397395 h 6858000"/>
              <a:gd name="connsiteX158" fmla="*/ 4846749 w 6025200"/>
              <a:gd name="connsiteY158" fmla="*/ 6373583 h 6858000"/>
              <a:gd name="connsiteX159" fmla="*/ 4823171 w 6025200"/>
              <a:gd name="connsiteY159" fmla="*/ 6354060 h 6858000"/>
              <a:gd name="connsiteX160" fmla="*/ 4582625 w 6025200"/>
              <a:gd name="connsiteY160" fmla="*/ 6353819 h 6858000"/>
              <a:gd name="connsiteX161" fmla="*/ 4633340 w 6025200"/>
              <a:gd name="connsiteY161" fmla="*/ 6353819 h 6858000"/>
              <a:gd name="connsiteX162" fmla="*/ 4673824 w 6025200"/>
              <a:gd name="connsiteY162" fmla="*/ 6392158 h 6858000"/>
              <a:gd name="connsiteX163" fmla="*/ 4619527 w 6025200"/>
              <a:gd name="connsiteY163" fmla="*/ 6431686 h 6858000"/>
              <a:gd name="connsiteX164" fmla="*/ 4582625 w 6025200"/>
              <a:gd name="connsiteY164" fmla="*/ 6431686 h 6858000"/>
              <a:gd name="connsiteX165" fmla="*/ 5392190 w 6025200"/>
              <a:gd name="connsiteY165" fmla="*/ 6331911 h 6858000"/>
              <a:gd name="connsiteX166" fmla="*/ 5361713 w 6025200"/>
              <a:gd name="connsiteY166" fmla="*/ 6354293 h 6858000"/>
              <a:gd name="connsiteX167" fmla="*/ 5361713 w 6025200"/>
              <a:gd name="connsiteY167" fmla="*/ 6361192 h 6858000"/>
              <a:gd name="connsiteX168" fmla="*/ 5372193 w 6025200"/>
              <a:gd name="connsiteY168" fmla="*/ 6379767 h 6858000"/>
              <a:gd name="connsiteX169" fmla="*/ 5347178 w 6025200"/>
              <a:gd name="connsiteY169" fmla="*/ 6394776 h 6858000"/>
              <a:gd name="connsiteX170" fmla="*/ 5331943 w 6025200"/>
              <a:gd name="connsiteY170" fmla="*/ 6417633 h 6858000"/>
              <a:gd name="connsiteX171" fmla="*/ 5331943 w 6025200"/>
              <a:gd name="connsiteY171" fmla="*/ 6425728 h 6858000"/>
              <a:gd name="connsiteX172" fmla="*/ 5362654 w 6025200"/>
              <a:gd name="connsiteY172" fmla="*/ 6454776 h 6858000"/>
              <a:gd name="connsiteX173" fmla="*/ 5406470 w 6025200"/>
              <a:gd name="connsiteY173" fmla="*/ 6454776 h 6858000"/>
              <a:gd name="connsiteX174" fmla="*/ 5429567 w 6025200"/>
              <a:gd name="connsiteY174" fmla="*/ 6447388 h 6858000"/>
              <a:gd name="connsiteX175" fmla="*/ 5440521 w 6025200"/>
              <a:gd name="connsiteY175" fmla="*/ 6437630 h 6858000"/>
              <a:gd name="connsiteX176" fmla="*/ 5460759 w 6025200"/>
              <a:gd name="connsiteY176" fmla="*/ 6454776 h 6858000"/>
              <a:gd name="connsiteX177" fmla="*/ 5498150 w 6025200"/>
              <a:gd name="connsiteY177" fmla="*/ 6454776 h 6858000"/>
              <a:gd name="connsiteX178" fmla="*/ 5459337 w 6025200"/>
              <a:gd name="connsiteY178" fmla="*/ 6422147 h 6858000"/>
              <a:gd name="connsiteX179" fmla="*/ 5487670 w 6025200"/>
              <a:gd name="connsiteY179" fmla="*/ 6398583 h 6858000"/>
              <a:gd name="connsiteX180" fmla="*/ 5471472 w 6025200"/>
              <a:gd name="connsiteY180" fmla="*/ 6384537 h 6858000"/>
              <a:gd name="connsiteX181" fmla="*/ 5442898 w 6025200"/>
              <a:gd name="connsiteY181" fmla="*/ 6408341 h 6858000"/>
              <a:gd name="connsiteX182" fmla="*/ 5385036 w 6025200"/>
              <a:gd name="connsiteY182" fmla="*/ 6360244 h 6858000"/>
              <a:gd name="connsiteX183" fmla="*/ 5385036 w 6025200"/>
              <a:gd name="connsiteY183" fmla="*/ 6351434 h 6858000"/>
              <a:gd name="connsiteX184" fmla="*/ 5425286 w 6025200"/>
              <a:gd name="connsiteY184" fmla="*/ 6351434 h 6858000"/>
              <a:gd name="connsiteX185" fmla="*/ 5425286 w 6025200"/>
              <a:gd name="connsiteY185" fmla="*/ 6367873 h 6858000"/>
              <a:gd name="connsiteX186" fmla="*/ 5447420 w 6025200"/>
              <a:gd name="connsiteY186" fmla="*/ 6364066 h 6858000"/>
              <a:gd name="connsiteX187" fmla="*/ 5447420 w 6025200"/>
              <a:gd name="connsiteY187" fmla="*/ 6356678 h 6858000"/>
              <a:gd name="connsiteX188" fmla="*/ 5416942 w 6025200"/>
              <a:gd name="connsiteY188" fmla="*/ 6331911 h 6858000"/>
              <a:gd name="connsiteX189" fmla="*/ 4554051 w 6025200"/>
              <a:gd name="connsiteY189" fmla="*/ 6331911 h 6858000"/>
              <a:gd name="connsiteX190" fmla="*/ 4554051 w 6025200"/>
              <a:gd name="connsiteY190" fmla="*/ 6454776 h 6858000"/>
              <a:gd name="connsiteX191" fmla="*/ 4625727 w 6025200"/>
              <a:gd name="connsiteY191" fmla="*/ 6454776 h 6858000"/>
              <a:gd name="connsiteX192" fmla="*/ 4676209 w 6025200"/>
              <a:gd name="connsiteY192" fmla="*/ 6445259 h 6858000"/>
              <a:gd name="connsiteX193" fmla="*/ 4703346 w 6025200"/>
              <a:gd name="connsiteY193" fmla="*/ 6392632 h 6858000"/>
              <a:gd name="connsiteX194" fmla="*/ 4633100 w 6025200"/>
              <a:gd name="connsiteY194" fmla="*/ 6331911 h 6858000"/>
              <a:gd name="connsiteX195" fmla="*/ 0 w 6025200"/>
              <a:gd name="connsiteY195" fmla="*/ 0 h 6858000"/>
              <a:gd name="connsiteX196" fmla="*/ 6025200 w 6025200"/>
              <a:gd name="connsiteY196" fmla="*/ 0 h 6858000"/>
              <a:gd name="connsiteX197" fmla="*/ 6025200 w 6025200"/>
              <a:gd name="connsiteY197" fmla="*/ 6858000 h 6858000"/>
              <a:gd name="connsiteX198" fmla="*/ 0 w 6025200"/>
              <a:gd name="connsiteY19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6025200" h="6858000">
                <a:moveTo>
                  <a:pt x="4742543" y="6535879"/>
                </a:moveTo>
                <a:lnTo>
                  <a:pt x="4825368" y="6535879"/>
                </a:lnTo>
                <a:lnTo>
                  <a:pt x="4825368" y="6598745"/>
                </a:lnTo>
                <a:lnTo>
                  <a:pt x="4742543" y="6598745"/>
                </a:lnTo>
                <a:close/>
                <a:moveTo>
                  <a:pt x="5396456" y="6534690"/>
                </a:moveTo>
                <a:lnTo>
                  <a:pt x="5452415" y="6534690"/>
                </a:lnTo>
                <a:cubicBezTo>
                  <a:pt x="5459787" y="6534690"/>
                  <a:pt x="5463609" y="6536127"/>
                  <a:pt x="5463609" y="6542786"/>
                </a:cubicBezTo>
                <a:lnTo>
                  <a:pt x="5463609" y="6554455"/>
                </a:lnTo>
                <a:cubicBezTo>
                  <a:pt x="5463609" y="6561128"/>
                  <a:pt x="5459787" y="6562550"/>
                  <a:pt x="5452415" y="6562550"/>
                </a:cubicBezTo>
                <a:lnTo>
                  <a:pt x="5396456" y="6562550"/>
                </a:lnTo>
                <a:close/>
                <a:moveTo>
                  <a:pt x="4743506" y="6517318"/>
                </a:moveTo>
                <a:cubicBezTo>
                  <a:pt x="4723358" y="6517318"/>
                  <a:pt x="4716790" y="6521832"/>
                  <a:pt x="4716790" y="6541122"/>
                </a:cubicBezTo>
                <a:lnTo>
                  <a:pt x="4716790" y="6594223"/>
                </a:lnTo>
                <a:cubicBezTo>
                  <a:pt x="4716790" y="6613272"/>
                  <a:pt x="4723102" y="6618042"/>
                  <a:pt x="4743506" y="6618042"/>
                </a:cubicBezTo>
                <a:lnTo>
                  <a:pt x="4822930" y="6618042"/>
                </a:lnTo>
                <a:cubicBezTo>
                  <a:pt x="4843086" y="6618042"/>
                  <a:pt x="4849646" y="6613272"/>
                  <a:pt x="4849646" y="6594223"/>
                </a:cubicBezTo>
                <a:lnTo>
                  <a:pt x="4849646" y="6541122"/>
                </a:lnTo>
                <a:cubicBezTo>
                  <a:pt x="4849646" y="6521832"/>
                  <a:pt x="4843078" y="6517318"/>
                  <a:pt x="4822930" y="6517318"/>
                </a:cubicBezTo>
                <a:close/>
                <a:moveTo>
                  <a:pt x="5372185" y="6517311"/>
                </a:moveTo>
                <a:lnTo>
                  <a:pt x="5372185" y="6618035"/>
                </a:lnTo>
                <a:lnTo>
                  <a:pt x="5396463" y="6618035"/>
                </a:lnTo>
                <a:lnTo>
                  <a:pt x="5396463" y="6579929"/>
                </a:lnTo>
                <a:lnTo>
                  <a:pt x="5419560" y="6579929"/>
                </a:lnTo>
                <a:lnTo>
                  <a:pt x="5461706" y="6618035"/>
                </a:lnTo>
                <a:lnTo>
                  <a:pt x="5496953" y="6618035"/>
                </a:lnTo>
                <a:lnTo>
                  <a:pt x="5449097" y="6579929"/>
                </a:lnTo>
                <a:lnTo>
                  <a:pt x="5462910" y="6579929"/>
                </a:lnTo>
                <a:cubicBezTo>
                  <a:pt x="5479092" y="6579929"/>
                  <a:pt x="5486480" y="6574452"/>
                  <a:pt x="5486480" y="6560639"/>
                </a:cubicBezTo>
                <a:lnTo>
                  <a:pt x="5486480" y="6536835"/>
                </a:lnTo>
                <a:cubicBezTo>
                  <a:pt x="5486480" y="6522788"/>
                  <a:pt x="5479092" y="6517311"/>
                  <a:pt x="5462910" y="6517311"/>
                </a:cubicBezTo>
                <a:close/>
                <a:moveTo>
                  <a:pt x="5234845" y="6517311"/>
                </a:moveTo>
                <a:lnTo>
                  <a:pt x="5234845" y="6618035"/>
                </a:lnTo>
                <a:lnTo>
                  <a:pt x="5346319" y="6618035"/>
                </a:lnTo>
                <a:lnTo>
                  <a:pt x="5346319" y="6599219"/>
                </a:lnTo>
                <a:lnTo>
                  <a:pt x="5260109" y="6599219"/>
                </a:lnTo>
                <a:lnTo>
                  <a:pt x="5260109" y="6574452"/>
                </a:lnTo>
                <a:lnTo>
                  <a:pt x="5309658" y="6574452"/>
                </a:lnTo>
                <a:lnTo>
                  <a:pt x="5309658" y="6557073"/>
                </a:lnTo>
                <a:lnTo>
                  <a:pt x="5260109" y="6557073"/>
                </a:lnTo>
                <a:lnTo>
                  <a:pt x="5260109" y="6535179"/>
                </a:lnTo>
                <a:lnTo>
                  <a:pt x="5345108" y="6535179"/>
                </a:lnTo>
                <a:lnTo>
                  <a:pt x="5345108" y="6517311"/>
                </a:lnTo>
                <a:close/>
                <a:moveTo>
                  <a:pt x="5058654" y="6517311"/>
                </a:moveTo>
                <a:lnTo>
                  <a:pt x="5058654" y="6618035"/>
                </a:lnTo>
                <a:lnTo>
                  <a:pt x="5081623" y="6618035"/>
                </a:lnTo>
                <a:lnTo>
                  <a:pt x="5081623" y="6550414"/>
                </a:lnTo>
                <a:lnTo>
                  <a:pt x="5128005" y="6605892"/>
                </a:lnTo>
                <a:lnTo>
                  <a:pt x="5132865" y="6605892"/>
                </a:lnTo>
                <a:lnTo>
                  <a:pt x="5178758" y="6548737"/>
                </a:lnTo>
                <a:lnTo>
                  <a:pt x="5178758" y="6618035"/>
                </a:lnTo>
                <a:lnTo>
                  <a:pt x="5202073" y="6618035"/>
                </a:lnTo>
                <a:lnTo>
                  <a:pt x="5202073" y="6517311"/>
                </a:lnTo>
                <a:lnTo>
                  <a:pt x="5181925" y="6517311"/>
                </a:lnTo>
                <a:lnTo>
                  <a:pt x="5131887" y="6577070"/>
                </a:lnTo>
                <a:lnTo>
                  <a:pt x="5081623" y="6517311"/>
                </a:lnTo>
                <a:close/>
                <a:moveTo>
                  <a:pt x="4881335" y="6517311"/>
                </a:moveTo>
                <a:lnTo>
                  <a:pt x="4881335" y="6618035"/>
                </a:lnTo>
                <a:lnTo>
                  <a:pt x="4904296" y="6618035"/>
                </a:lnTo>
                <a:lnTo>
                  <a:pt x="4904296" y="6550414"/>
                </a:lnTo>
                <a:lnTo>
                  <a:pt x="4950678" y="6605892"/>
                </a:lnTo>
                <a:lnTo>
                  <a:pt x="4955531" y="6605892"/>
                </a:lnTo>
                <a:lnTo>
                  <a:pt x="5001439" y="6548737"/>
                </a:lnTo>
                <a:lnTo>
                  <a:pt x="5001439" y="6618035"/>
                </a:lnTo>
                <a:lnTo>
                  <a:pt x="5024754" y="6618035"/>
                </a:lnTo>
                <a:lnTo>
                  <a:pt x="5024754" y="6517311"/>
                </a:lnTo>
                <a:lnTo>
                  <a:pt x="5004599" y="6517311"/>
                </a:lnTo>
                <a:lnTo>
                  <a:pt x="4954568" y="6577070"/>
                </a:lnTo>
                <a:lnTo>
                  <a:pt x="4904296" y="6517311"/>
                </a:lnTo>
                <a:close/>
                <a:moveTo>
                  <a:pt x="4585477" y="6495162"/>
                </a:moveTo>
                <a:cubicBezTo>
                  <a:pt x="4562380" y="6495162"/>
                  <a:pt x="4554999" y="6501113"/>
                  <a:pt x="4554999" y="6524218"/>
                </a:cubicBezTo>
                <a:lnTo>
                  <a:pt x="4554999" y="6537775"/>
                </a:lnTo>
                <a:cubicBezTo>
                  <a:pt x="4554999" y="6560879"/>
                  <a:pt x="4562387" y="6566830"/>
                  <a:pt x="4585477" y="6566830"/>
                </a:cubicBezTo>
                <a:lnTo>
                  <a:pt x="4662155" y="6566830"/>
                </a:lnTo>
                <a:lnTo>
                  <a:pt x="4662155" y="6594930"/>
                </a:lnTo>
                <a:lnTo>
                  <a:pt x="4575252" y="6594930"/>
                </a:lnTo>
                <a:lnTo>
                  <a:pt x="4575252" y="6581704"/>
                </a:lnTo>
                <a:lnTo>
                  <a:pt x="4549996" y="6586948"/>
                </a:lnTo>
                <a:lnTo>
                  <a:pt x="4549996" y="6588979"/>
                </a:lnTo>
                <a:cubicBezTo>
                  <a:pt x="4549996" y="6612076"/>
                  <a:pt x="4557617" y="6618027"/>
                  <a:pt x="4580714" y="6618027"/>
                </a:cubicBezTo>
                <a:lnTo>
                  <a:pt x="4656686" y="6618027"/>
                </a:lnTo>
                <a:cubicBezTo>
                  <a:pt x="4679783" y="6618027"/>
                  <a:pt x="4687404" y="6612076"/>
                  <a:pt x="4687404" y="6588979"/>
                </a:cubicBezTo>
                <a:lnTo>
                  <a:pt x="4687404" y="6572074"/>
                </a:lnTo>
                <a:cubicBezTo>
                  <a:pt x="4687404" y="6548970"/>
                  <a:pt x="4679783" y="6543019"/>
                  <a:pt x="4656686" y="6543019"/>
                </a:cubicBezTo>
                <a:lnTo>
                  <a:pt x="4579999" y="6543019"/>
                </a:lnTo>
                <a:lnTo>
                  <a:pt x="4579999" y="6516596"/>
                </a:lnTo>
                <a:lnTo>
                  <a:pt x="4660485" y="6516596"/>
                </a:lnTo>
                <a:lnTo>
                  <a:pt x="4660485" y="6529905"/>
                </a:lnTo>
                <a:lnTo>
                  <a:pt x="4685726" y="6523954"/>
                </a:lnTo>
                <a:lnTo>
                  <a:pt x="4685726" y="6522074"/>
                </a:lnTo>
                <a:cubicBezTo>
                  <a:pt x="4685726" y="6500872"/>
                  <a:pt x="4677157" y="6495162"/>
                  <a:pt x="4655249" y="6495162"/>
                </a:cubicBezTo>
                <a:close/>
                <a:moveTo>
                  <a:pt x="5387421" y="6392873"/>
                </a:moveTo>
                <a:lnTo>
                  <a:pt x="5424323" y="6423591"/>
                </a:lnTo>
                <a:lnTo>
                  <a:pt x="5412895" y="6433349"/>
                </a:lnTo>
                <a:lnTo>
                  <a:pt x="5355995" y="6433349"/>
                </a:lnTo>
                <a:lnTo>
                  <a:pt x="5355995" y="6433342"/>
                </a:lnTo>
                <a:lnTo>
                  <a:pt x="5355995" y="6412396"/>
                </a:lnTo>
                <a:close/>
                <a:moveTo>
                  <a:pt x="4756732" y="6371439"/>
                </a:moveTo>
                <a:lnTo>
                  <a:pt x="4812691" y="6371439"/>
                </a:lnTo>
                <a:cubicBezTo>
                  <a:pt x="4820064" y="6371439"/>
                  <a:pt x="4823885" y="6372876"/>
                  <a:pt x="4823885" y="6379534"/>
                </a:cubicBezTo>
                <a:lnTo>
                  <a:pt x="4823885" y="6391203"/>
                </a:lnTo>
                <a:cubicBezTo>
                  <a:pt x="4823885" y="6397876"/>
                  <a:pt x="4820064" y="6399298"/>
                  <a:pt x="4812691" y="6399298"/>
                </a:cubicBezTo>
                <a:lnTo>
                  <a:pt x="4756732" y="6399298"/>
                </a:lnTo>
                <a:close/>
                <a:moveTo>
                  <a:pt x="5182505" y="6354060"/>
                </a:moveTo>
                <a:cubicBezTo>
                  <a:pt x="5162741" y="6354060"/>
                  <a:pt x="5156068" y="6358830"/>
                  <a:pt x="5156068" y="6377879"/>
                </a:cubicBezTo>
                <a:lnTo>
                  <a:pt x="5156068" y="6389074"/>
                </a:lnTo>
                <a:cubicBezTo>
                  <a:pt x="5156068" y="6408123"/>
                  <a:pt x="5162741" y="6412878"/>
                  <a:pt x="5182505" y="6412878"/>
                </a:cubicBezTo>
                <a:lnTo>
                  <a:pt x="5247741" y="6412878"/>
                </a:lnTo>
                <a:lnTo>
                  <a:pt x="5247741" y="6435983"/>
                </a:lnTo>
                <a:lnTo>
                  <a:pt x="5173680" y="6435983"/>
                </a:lnTo>
                <a:lnTo>
                  <a:pt x="5173680" y="6425375"/>
                </a:lnTo>
                <a:lnTo>
                  <a:pt x="5151787" y="6429430"/>
                </a:lnTo>
                <a:lnTo>
                  <a:pt x="5151787" y="6430980"/>
                </a:lnTo>
                <a:cubicBezTo>
                  <a:pt x="5151787" y="6449796"/>
                  <a:pt x="5158212" y="6454784"/>
                  <a:pt x="5178209" y="6454784"/>
                </a:cubicBezTo>
                <a:lnTo>
                  <a:pt x="5243701" y="6454784"/>
                </a:lnTo>
                <a:cubicBezTo>
                  <a:pt x="5263698" y="6454784"/>
                  <a:pt x="5269890" y="6449796"/>
                  <a:pt x="5269890" y="6430980"/>
                </a:cubicBezTo>
                <a:lnTo>
                  <a:pt x="5269890" y="6417166"/>
                </a:lnTo>
                <a:cubicBezTo>
                  <a:pt x="5269890" y="6398117"/>
                  <a:pt x="5263706" y="6393362"/>
                  <a:pt x="5243701" y="6393362"/>
                </a:cubicBezTo>
                <a:lnTo>
                  <a:pt x="5178209" y="6393362"/>
                </a:lnTo>
                <a:lnTo>
                  <a:pt x="5178209" y="6372154"/>
                </a:lnTo>
                <a:lnTo>
                  <a:pt x="5247500" y="6372154"/>
                </a:lnTo>
                <a:lnTo>
                  <a:pt x="5247500" y="6381565"/>
                </a:lnTo>
                <a:lnTo>
                  <a:pt x="5268686" y="6377051"/>
                </a:lnTo>
                <a:lnTo>
                  <a:pt x="5268686" y="6375968"/>
                </a:lnTo>
                <a:cubicBezTo>
                  <a:pt x="5268686" y="6358356"/>
                  <a:pt x="5260839" y="6354060"/>
                  <a:pt x="5242264" y="6354060"/>
                </a:cubicBezTo>
                <a:close/>
                <a:moveTo>
                  <a:pt x="5018171" y="6354060"/>
                </a:moveTo>
                <a:lnTo>
                  <a:pt x="5018171" y="6454776"/>
                </a:lnTo>
                <a:lnTo>
                  <a:pt x="5127464" y="6454776"/>
                </a:lnTo>
                <a:lnTo>
                  <a:pt x="5127464" y="6435967"/>
                </a:lnTo>
                <a:lnTo>
                  <a:pt x="5042938" y="6435967"/>
                </a:lnTo>
                <a:lnTo>
                  <a:pt x="5042938" y="6411200"/>
                </a:lnTo>
                <a:lnTo>
                  <a:pt x="5091510" y="6411200"/>
                </a:lnTo>
                <a:lnTo>
                  <a:pt x="5091510" y="6393821"/>
                </a:lnTo>
                <a:lnTo>
                  <a:pt x="5042938" y="6393821"/>
                </a:lnTo>
                <a:lnTo>
                  <a:pt x="5042938" y="6371913"/>
                </a:lnTo>
                <a:lnTo>
                  <a:pt x="5126283" y="6371913"/>
                </a:lnTo>
                <a:lnTo>
                  <a:pt x="5126283" y="6354060"/>
                </a:lnTo>
                <a:close/>
                <a:moveTo>
                  <a:pt x="4880462" y="6354060"/>
                </a:moveTo>
                <a:lnTo>
                  <a:pt x="4880462" y="6454776"/>
                </a:lnTo>
                <a:lnTo>
                  <a:pt x="4989755" y="6454776"/>
                </a:lnTo>
                <a:lnTo>
                  <a:pt x="4989755" y="6435967"/>
                </a:lnTo>
                <a:lnTo>
                  <a:pt x="4905229" y="6435967"/>
                </a:lnTo>
                <a:lnTo>
                  <a:pt x="4905229" y="6411200"/>
                </a:lnTo>
                <a:lnTo>
                  <a:pt x="4953801" y="6411200"/>
                </a:lnTo>
                <a:lnTo>
                  <a:pt x="4953801" y="6393821"/>
                </a:lnTo>
                <a:lnTo>
                  <a:pt x="4905229" y="6393821"/>
                </a:lnTo>
                <a:lnTo>
                  <a:pt x="4905229" y="6371913"/>
                </a:lnTo>
                <a:lnTo>
                  <a:pt x="4988574" y="6371913"/>
                </a:lnTo>
                <a:lnTo>
                  <a:pt x="4988574" y="6354060"/>
                </a:lnTo>
                <a:close/>
                <a:moveTo>
                  <a:pt x="4732446" y="6354060"/>
                </a:moveTo>
                <a:lnTo>
                  <a:pt x="4732446" y="6454776"/>
                </a:lnTo>
                <a:lnTo>
                  <a:pt x="4756739" y="6454776"/>
                </a:lnTo>
                <a:lnTo>
                  <a:pt x="4756739" y="6416670"/>
                </a:lnTo>
                <a:lnTo>
                  <a:pt x="4779836" y="6416670"/>
                </a:lnTo>
                <a:lnTo>
                  <a:pt x="4821982" y="6454776"/>
                </a:lnTo>
                <a:lnTo>
                  <a:pt x="4857229" y="6454776"/>
                </a:lnTo>
                <a:lnTo>
                  <a:pt x="4809358" y="6416670"/>
                </a:lnTo>
                <a:lnTo>
                  <a:pt x="4823171" y="6416670"/>
                </a:lnTo>
                <a:cubicBezTo>
                  <a:pt x="4839369" y="6416670"/>
                  <a:pt x="4846749" y="6411193"/>
                  <a:pt x="4846749" y="6397395"/>
                </a:cubicBezTo>
                <a:lnTo>
                  <a:pt x="4846749" y="6373583"/>
                </a:lnTo>
                <a:cubicBezTo>
                  <a:pt x="4846749" y="6359537"/>
                  <a:pt x="4839361" y="6354060"/>
                  <a:pt x="4823171" y="6354060"/>
                </a:cubicBezTo>
                <a:close/>
                <a:moveTo>
                  <a:pt x="4582625" y="6353819"/>
                </a:moveTo>
                <a:lnTo>
                  <a:pt x="4633340" y="6353819"/>
                </a:lnTo>
                <a:cubicBezTo>
                  <a:pt x="4660252" y="6353819"/>
                  <a:pt x="4673824" y="6367158"/>
                  <a:pt x="4673824" y="6392158"/>
                </a:cubicBezTo>
                <a:cubicBezTo>
                  <a:pt x="4673824" y="6422636"/>
                  <a:pt x="4655723" y="6431686"/>
                  <a:pt x="4619527" y="6431686"/>
                </a:cubicBezTo>
                <a:lnTo>
                  <a:pt x="4582625" y="6431686"/>
                </a:lnTo>
                <a:close/>
                <a:moveTo>
                  <a:pt x="5392190" y="6331911"/>
                </a:moveTo>
                <a:cubicBezTo>
                  <a:pt x="5371230" y="6331911"/>
                  <a:pt x="5361713" y="6336681"/>
                  <a:pt x="5361713" y="6354293"/>
                </a:cubicBezTo>
                <a:lnTo>
                  <a:pt x="5361713" y="6361192"/>
                </a:lnTo>
                <a:cubicBezTo>
                  <a:pt x="5361713" y="6368339"/>
                  <a:pt x="5365046" y="6373816"/>
                  <a:pt x="5372193" y="6379767"/>
                </a:cubicBezTo>
                <a:lnTo>
                  <a:pt x="5347178" y="6394776"/>
                </a:lnTo>
                <a:cubicBezTo>
                  <a:pt x="5336472" y="6401202"/>
                  <a:pt x="5331943" y="6405008"/>
                  <a:pt x="5331943" y="6417633"/>
                </a:cubicBezTo>
                <a:lnTo>
                  <a:pt x="5331943" y="6425728"/>
                </a:lnTo>
                <a:cubicBezTo>
                  <a:pt x="5331943" y="6448825"/>
                  <a:pt x="5339564" y="6454776"/>
                  <a:pt x="5362654" y="6454776"/>
                </a:cubicBezTo>
                <a:lnTo>
                  <a:pt x="5406470" y="6454776"/>
                </a:lnTo>
                <a:cubicBezTo>
                  <a:pt x="5416702" y="6454776"/>
                  <a:pt x="5421705" y="6454302"/>
                  <a:pt x="5429567" y="6447388"/>
                </a:cubicBezTo>
                <a:lnTo>
                  <a:pt x="5440521" y="6437630"/>
                </a:lnTo>
                <a:lnTo>
                  <a:pt x="5460759" y="6454776"/>
                </a:lnTo>
                <a:lnTo>
                  <a:pt x="5498150" y="6454776"/>
                </a:lnTo>
                <a:lnTo>
                  <a:pt x="5459337" y="6422147"/>
                </a:lnTo>
                <a:lnTo>
                  <a:pt x="5487670" y="6398583"/>
                </a:lnTo>
                <a:lnTo>
                  <a:pt x="5471472" y="6384537"/>
                </a:lnTo>
                <a:lnTo>
                  <a:pt x="5442898" y="6408341"/>
                </a:lnTo>
                <a:lnTo>
                  <a:pt x="5385036" y="6360244"/>
                </a:lnTo>
                <a:lnTo>
                  <a:pt x="5385036" y="6351434"/>
                </a:lnTo>
                <a:lnTo>
                  <a:pt x="5425286" y="6351434"/>
                </a:lnTo>
                <a:lnTo>
                  <a:pt x="5425286" y="6367873"/>
                </a:lnTo>
                <a:lnTo>
                  <a:pt x="5447420" y="6364066"/>
                </a:lnTo>
                <a:lnTo>
                  <a:pt x="5447420" y="6356678"/>
                </a:lnTo>
                <a:cubicBezTo>
                  <a:pt x="5447420" y="6336681"/>
                  <a:pt x="5439084" y="6331911"/>
                  <a:pt x="5416942" y="6331911"/>
                </a:cubicBezTo>
                <a:close/>
                <a:moveTo>
                  <a:pt x="4554051" y="6331911"/>
                </a:moveTo>
                <a:lnTo>
                  <a:pt x="4554051" y="6454776"/>
                </a:lnTo>
                <a:lnTo>
                  <a:pt x="4625727" y="6454776"/>
                </a:lnTo>
                <a:cubicBezTo>
                  <a:pt x="4647620" y="6454776"/>
                  <a:pt x="4664292" y="6452632"/>
                  <a:pt x="4676209" y="6445259"/>
                </a:cubicBezTo>
                <a:cubicBezTo>
                  <a:pt x="4693355" y="6434779"/>
                  <a:pt x="4703346" y="6415729"/>
                  <a:pt x="4703346" y="6392632"/>
                </a:cubicBezTo>
                <a:cubicBezTo>
                  <a:pt x="4703346" y="6354534"/>
                  <a:pt x="4679068" y="6331911"/>
                  <a:pt x="4633100" y="6331911"/>
                </a:cubicBezTo>
                <a:close/>
                <a:moveTo>
                  <a:pt x="0" y="0"/>
                </a:moveTo>
                <a:lnTo>
                  <a:pt x="6025200" y="0"/>
                </a:lnTo>
                <a:lnTo>
                  <a:pt x="6025200" y="6858000"/>
                </a:lnTo>
                <a:lnTo>
                  <a:pt x="0" y="6858000"/>
                </a:lnTo>
                <a:close/>
              </a:path>
            </a:pathLst>
          </a:custGeom>
          <a:pattFill prst="ltUpDiag">
            <a:fgClr>
              <a:srgbClr val="F2F2F2"/>
            </a:fgClr>
            <a:bgClr>
              <a:schemeClr val="tx1"/>
            </a:bgClr>
          </a:pattFill>
        </p:spPr>
        <p:txBody>
          <a:bodyPr wrap="square">
            <a:noAutofit/>
          </a:bodyPr>
          <a:lstStyle>
            <a:lvl1pPr>
              <a:defRPr>
                <a:solidFill>
                  <a:schemeClr val="bg1"/>
                </a:solidFill>
              </a:defRPr>
            </a:lvl1pPr>
          </a:lstStyle>
          <a:p>
            <a:r>
              <a:rPr lang="de-DE"/>
              <a:t>Bild durch Klicken auf Symbol hinzufügen</a:t>
            </a:r>
            <a:endParaRPr lang="en-US"/>
          </a:p>
        </p:txBody>
      </p:sp>
      <p:sp>
        <p:nvSpPr>
          <p:cNvPr id="24" name="copyright right">
            <a:extLst>
              <a:ext uri="{FF2B5EF4-FFF2-40B4-BE49-F238E27FC236}">
                <a16:creationId xmlns:a16="http://schemas.microsoft.com/office/drawing/2014/main" id="{2F82BC67-8CE2-2F68-A83B-8F88D0DAE3E9}"/>
              </a:ext>
            </a:extLst>
          </p:cNvPr>
          <p:cNvSpPr>
            <a:spLocks noGrp="1"/>
          </p:cNvSpPr>
          <p:nvPr>
            <p:ph type="body" sz="quarter" idx="19" hasCustomPrompt="1"/>
          </p:nvPr>
        </p:nvSpPr>
        <p:spPr bwMode="black">
          <a:xfrm rot="16200000">
            <a:off x="11672798" y="5759643"/>
            <a:ext cx="580379" cy="92333"/>
          </a:xfrm>
          <a:solidFill>
            <a:schemeClr val="bg1">
              <a:alpha val="0"/>
            </a:schemeClr>
          </a:solidFill>
        </p:spPr>
        <p:txBody>
          <a:bodyPr wrap="none" anchor="t"/>
          <a:lstStyle>
            <a:lvl1pPr>
              <a:spcBef>
                <a:spcPts val="0"/>
              </a:spcBef>
              <a:spcAft>
                <a:spcPts val="0"/>
              </a:spcAft>
              <a:defRPr sz="600">
                <a:solidFill>
                  <a:srgbClr val="B2B2B2"/>
                </a:solidFill>
              </a:defRPr>
            </a:lvl1pPr>
          </a:lstStyle>
          <a:p>
            <a:pPr lvl="0"/>
            <a:r>
              <a:rPr lang="de-DE" noProof="0"/>
              <a:t>© Copyright</a:t>
            </a:r>
          </a:p>
        </p:txBody>
      </p:sp>
      <p:sp>
        <p:nvSpPr>
          <p:cNvPr id="11" name="slide number">
            <a:extLst>
              <a:ext uri="{FF2B5EF4-FFF2-40B4-BE49-F238E27FC236}">
                <a16:creationId xmlns:a16="http://schemas.microsoft.com/office/drawing/2014/main" id="{5D55ED23-40BD-1723-C41D-29EF87237231}"/>
              </a:ext>
            </a:extLst>
          </p:cNvPr>
          <p:cNvSpPr>
            <a:spLocks noGrp="1"/>
          </p:cNvSpPr>
          <p:nvPr>
            <p:ph type="sldNum" sz="quarter" idx="22"/>
          </p:nvPr>
        </p:nvSpPr>
        <p:spPr bwMode="black"/>
        <p:txBody>
          <a:bodyPr/>
          <a:lstStyle>
            <a:lvl1pPr>
              <a:defRPr>
                <a:solidFill>
                  <a:schemeClr val="tx1"/>
                </a:solidFill>
              </a:defRPr>
            </a:lvl1pPr>
          </a:lstStyle>
          <a:p>
            <a:fld id="{9829449A-3FF3-45CE-9F4F-09BADC0910C6}" type="slidenum">
              <a:rPr lang="de-DE"/>
              <a:pPr/>
              <a:t>‹Nr.›</a:t>
            </a:fld>
            <a:endParaRPr lang="de-DE"/>
          </a:p>
        </p:txBody>
      </p:sp>
      <p:sp>
        <p:nvSpPr>
          <p:cNvPr id="10" name="footer">
            <a:extLst>
              <a:ext uri="{FF2B5EF4-FFF2-40B4-BE49-F238E27FC236}">
                <a16:creationId xmlns:a16="http://schemas.microsoft.com/office/drawing/2014/main" id="{E0C95456-1757-CC1D-14D6-3A8319EF92A2}"/>
              </a:ext>
            </a:extLst>
          </p:cNvPr>
          <p:cNvSpPr>
            <a:spLocks noGrp="1"/>
          </p:cNvSpPr>
          <p:nvPr>
            <p:ph type="ftr" sz="quarter" idx="21"/>
          </p:nvPr>
        </p:nvSpPr>
        <p:spPr bwMode="black">
          <a:xfrm>
            <a:off x="763200" y="6386400"/>
            <a:ext cx="5116900" cy="180000"/>
          </a:xfrm>
        </p:spPr>
        <p:txBody>
          <a:bodyPr/>
          <a:lstStyle>
            <a:lvl1pPr>
              <a:defRPr>
                <a:solidFill>
                  <a:schemeClr val="tx1"/>
                </a:solidFill>
              </a:defRPr>
            </a:lvl1pPr>
          </a:lstStyle>
          <a:p>
            <a:r>
              <a:rPr lang="de-DE"/>
              <a:t>SNB - TGA - 28.08.2026</a:t>
            </a:r>
          </a:p>
        </p:txBody>
      </p:sp>
      <p:sp>
        <p:nvSpPr>
          <p:cNvPr id="36" name="logo drees&amp;sommer white">
            <a:extLst>
              <a:ext uri="{FF2B5EF4-FFF2-40B4-BE49-F238E27FC236}">
                <a16:creationId xmlns:a16="http://schemas.microsoft.com/office/drawing/2014/main" id="{58D9E566-0030-4B7F-9084-265EDE84DE2D}"/>
              </a:ext>
              <a:ext uri="{C183D7F6-B498-43B3-948B-1728B52AA6E4}">
                <adec:decorative xmlns:adec="http://schemas.microsoft.com/office/drawing/2017/decorative" val="1"/>
              </a:ext>
            </a:extLst>
          </p:cNvPr>
          <p:cNvSpPr>
            <a:spLocks noGrp="1"/>
          </p:cNvSpPr>
          <p:nvPr>
            <p:ph type="media" sz="quarter" idx="20"/>
          </p:nvPr>
        </p:nvSpPr>
        <p:spPr bwMode="gray">
          <a:xfrm>
            <a:off x="10716797" y="6330042"/>
            <a:ext cx="946800" cy="288000"/>
          </a:xfrm>
          <a:blipFill>
            <a:blip r:embed="rId3" cstate="print">
              <a:extLst>
                <a:ext uri="{28A0092B-C50C-407E-A947-70E740481C1C}">
                  <a14:useLocalDpi xmlns:a14="http://schemas.microsoft.com/office/drawing/2010/main"/>
                </a:ext>
              </a:extLst>
            </a:blip>
            <a:stretch>
              <a:fillRect/>
            </a:stretch>
          </a:blipFill>
          <a:ln w="15875" cap="flat">
            <a:noFill/>
            <a:prstDash val="lgDash"/>
          </a:ln>
        </p:spPr>
        <p:txBody>
          <a:bodyPr vert="horz" lIns="0" tIns="0" rIns="0" bIns="0" rtlCol="0">
            <a:noAutofit/>
          </a:bodyPr>
          <a:lstStyle>
            <a:lvl1pPr>
              <a:defRPr lang="de-DE" sz="100" dirty="0">
                <a:solidFill>
                  <a:schemeClr val="tx1">
                    <a:alpha val="0"/>
                  </a:schemeClr>
                </a:solidFill>
              </a:defRPr>
            </a:lvl1pPr>
          </a:lstStyle>
          <a:p>
            <a:pPr lvl="0"/>
            <a:r>
              <a:rPr lang="de-DE"/>
              <a:t>Mediaclip durch Klicken auf Symbol hinzufügen</a:t>
            </a:r>
          </a:p>
        </p:txBody>
      </p:sp>
      <p:grpSp>
        <p:nvGrpSpPr>
          <p:cNvPr id="23" name="info">
            <a:extLst>
              <a:ext uri="{FF2B5EF4-FFF2-40B4-BE49-F238E27FC236}">
                <a16:creationId xmlns:a16="http://schemas.microsoft.com/office/drawing/2014/main" id="{6C480ED8-3B24-FB6C-3936-8C791D17A12F}"/>
              </a:ext>
              <a:ext uri="{C183D7F6-B498-43B3-948B-1728B52AA6E4}">
                <adec:decorative xmlns:adec="http://schemas.microsoft.com/office/drawing/2017/decorative" val="1"/>
              </a:ext>
            </a:extLst>
          </p:cNvPr>
          <p:cNvGrpSpPr/>
          <p:nvPr userDrawn="1"/>
        </p:nvGrpSpPr>
        <p:grpSpPr>
          <a:xfrm flipH="1">
            <a:off x="11233150" y="6990442"/>
            <a:ext cx="1501080" cy="886759"/>
            <a:chOff x="11406324" y="7739173"/>
            <a:chExt cx="1501080" cy="886759"/>
          </a:xfrm>
          <a:effectLst>
            <a:outerShdw blurRad="50800" dist="38100" dir="13500000" algn="br" rotWithShape="0">
              <a:prstClr val="black">
                <a:alpha val="40000"/>
              </a:prstClr>
            </a:outerShdw>
          </a:effectLst>
        </p:grpSpPr>
        <p:sp>
          <p:nvSpPr>
            <p:cNvPr id="25" name="info">
              <a:extLst>
                <a:ext uri="{FF2B5EF4-FFF2-40B4-BE49-F238E27FC236}">
                  <a16:creationId xmlns:a16="http://schemas.microsoft.com/office/drawing/2014/main" id="{D5657CF7-946F-A491-1EEF-8C91E9ECAFC9}"/>
                </a:ext>
              </a:extLst>
            </p:cNvPr>
            <p:cNvSpPr/>
            <p:nvPr userDrawn="1"/>
          </p:nvSpPr>
          <p:spPr bwMode="gray">
            <a:xfrm rot="5400000" flipH="1" flipV="1">
              <a:off x="12275350" y="7831227"/>
              <a:ext cx="724107"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tx1"/>
                </a:solidFill>
              </a:endParaRPr>
            </a:p>
            <a:p>
              <a:pPr indent="0" algn="l">
                <a:lnSpc>
                  <a:spcPct val="100000"/>
                </a:lnSpc>
                <a:spcBef>
                  <a:spcPts val="400"/>
                </a:spcBef>
                <a:spcAft>
                  <a:spcPts val="400"/>
                </a:spcAft>
              </a:pPr>
              <a:endParaRPr lang="en-US" sz="1050">
                <a:solidFill>
                  <a:schemeClr val="tx1"/>
                </a:solidFill>
              </a:endParaRPr>
            </a:p>
          </p:txBody>
        </p:sp>
        <p:sp>
          <p:nvSpPr>
            <p:cNvPr id="26" name="info">
              <a:extLst>
                <a:ext uri="{FF2B5EF4-FFF2-40B4-BE49-F238E27FC236}">
                  <a16:creationId xmlns:a16="http://schemas.microsoft.com/office/drawing/2014/main" id="{EBF957B3-6288-115C-EFF4-4F48133BEC5A}"/>
                </a:ext>
              </a:extLst>
            </p:cNvPr>
            <p:cNvSpPr/>
            <p:nvPr userDrawn="1"/>
          </p:nvSpPr>
          <p:spPr bwMode="gray">
            <a:xfrm flipH="1">
              <a:off x="11406324" y="8011954"/>
              <a:ext cx="1501080" cy="61397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spAutoFit/>
            </a:bodyPr>
            <a:lstStyle/>
            <a:p>
              <a:pPr indent="0" algn="r">
                <a:lnSpc>
                  <a:spcPct val="100000"/>
                </a:lnSpc>
                <a:spcBef>
                  <a:spcPts val="400"/>
                </a:spcBef>
                <a:spcAft>
                  <a:spcPts val="400"/>
                </a:spcAft>
              </a:pPr>
              <a:r>
                <a:rPr lang="en-US" sz="1050" b="0" kern="1200" cap="none">
                  <a:solidFill>
                    <a:schemeClr val="tx1"/>
                  </a:solidFill>
                  <a:latin typeface="+mn-lt"/>
                  <a:ea typeface="+mn-ea"/>
                  <a:cs typeface="+mn-cs"/>
                </a:rPr>
                <a:t>Delete the white logo </a:t>
              </a:r>
              <a:br>
                <a:rPr lang="en-US" sz="1050" b="0" kern="1200" cap="none">
                  <a:solidFill>
                    <a:schemeClr val="tx1"/>
                  </a:solidFill>
                  <a:latin typeface="+mn-lt"/>
                  <a:ea typeface="+mn-ea"/>
                  <a:cs typeface="+mn-cs"/>
                </a:rPr>
              </a:br>
              <a:r>
                <a:rPr lang="en-US" sz="1050" b="0" kern="1200" cap="none">
                  <a:solidFill>
                    <a:schemeClr val="tx1"/>
                  </a:solidFill>
                  <a:latin typeface="+mn-lt"/>
                  <a:ea typeface="+mn-ea"/>
                  <a:cs typeface="+mn-cs"/>
                </a:rPr>
                <a:t>to get the </a:t>
              </a:r>
              <a:r>
                <a:rPr lang="en-US" sz="1050" b="1" kern="1200" cap="all">
                  <a:solidFill>
                    <a:schemeClr val="tx1"/>
                  </a:solidFill>
                  <a:latin typeface="+mn-lt"/>
                  <a:ea typeface="+mn-ea"/>
                  <a:cs typeface="+mn-cs"/>
                </a:rPr>
                <a:t>BLUE LOGO</a:t>
              </a:r>
            </a:p>
          </p:txBody>
        </p:sp>
      </p:grpSp>
      <p:grpSp>
        <p:nvGrpSpPr>
          <p:cNvPr id="15" name="info">
            <a:extLst>
              <a:ext uri="{FF2B5EF4-FFF2-40B4-BE49-F238E27FC236}">
                <a16:creationId xmlns:a16="http://schemas.microsoft.com/office/drawing/2014/main" id="{661DF9EB-1B4C-8B23-0B82-9EFDEC44144D}"/>
              </a:ext>
            </a:extLst>
          </p:cNvPr>
          <p:cNvGrpSpPr/>
          <p:nvPr userDrawn="1"/>
        </p:nvGrpSpPr>
        <p:grpSpPr>
          <a:xfrm>
            <a:off x="12327529" y="2455567"/>
            <a:ext cx="2500337" cy="3640432"/>
            <a:chOff x="12327529" y="2995784"/>
            <a:chExt cx="2500337" cy="3640432"/>
          </a:xfrm>
          <a:effectLst>
            <a:outerShdw blurRad="50800" dist="38100" dir="8100000" algn="tr" rotWithShape="0">
              <a:prstClr val="black">
                <a:alpha val="40000"/>
              </a:prstClr>
            </a:outerShdw>
          </a:effectLst>
        </p:grpSpPr>
        <p:grpSp>
          <p:nvGrpSpPr>
            <p:cNvPr id="16" name="info">
              <a:extLst>
                <a:ext uri="{FF2B5EF4-FFF2-40B4-BE49-F238E27FC236}">
                  <a16:creationId xmlns:a16="http://schemas.microsoft.com/office/drawing/2014/main" id="{456DD60E-E6F3-A292-2AC9-2EBEAB7B988F}"/>
                </a:ext>
              </a:extLst>
            </p:cNvPr>
            <p:cNvGrpSpPr/>
            <p:nvPr userDrawn="1"/>
          </p:nvGrpSpPr>
          <p:grpSpPr>
            <a:xfrm>
              <a:off x="12596337" y="2995784"/>
              <a:ext cx="2231529" cy="1408806"/>
              <a:chOff x="12565380" y="2356671"/>
              <a:chExt cx="2231529" cy="1408806"/>
            </a:xfrm>
          </p:grpSpPr>
          <p:sp>
            <p:nvSpPr>
              <p:cNvPr id="20" name="info">
                <a:extLst>
                  <a:ext uri="{FF2B5EF4-FFF2-40B4-BE49-F238E27FC236}">
                    <a16:creationId xmlns:a16="http://schemas.microsoft.com/office/drawing/2014/main" id="{2928CF7D-A891-1F6E-AD4D-7A861B788D51}"/>
                  </a:ext>
                </a:extLst>
              </p:cNvPr>
              <p:cNvSpPr/>
              <p:nvPr userDrawn="1"/>
            </p:nvSpPr>
            <p:spPr bwMode="gray">
              <a:xfrm rot="16200000" flipH="1">
                <a:off x="12153929" y="2814026"/>
                <a:ext cx="1362902"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tx1"/>
                  </a:solidFill>
                </a:endParaRPr>
              </a:p>
              <a:p>
                <a:pPr indent="0" algn="l">
                  <a:lnSpc>
                    <a:spcPct val="100000"/>
                  </a:lnSpc>
                  <a:spcBef>
                    <a:spcPts val="400"/>
                  </a:spcBef>
                  <a:spcAft>
                    <a:spcPts val="400"/>
                  </a:spcAft>
                </a:pPr>
                <a:endParaRPr lang="en-US" sz="1050">
                  <a:solidFill>
                    <a:schemeClr val="tx1"/>
                  </a:solidFill>
                </a:endParaRPr>
              </a:p>
            </p:txBody>
          </p:sp>
          <p:sp>
            <p:nvSpPr>
              <p:cNvPr id="21" name="info">
                <a:extLst>
                  <a:ext uri="{FF2B5EF4-FFF2-40B4-BE49-F238E27FC236}">
                    <a16:creationId xmlns:a16="http://schemas.microsoft.com/office/drawing/2014/main" id="{55A81E7C-3119-C86E-073E-B420FB6BF4DC}"/>
                  </a:ext>
                </a:extLst>
              </p:cNvPr>
              <p:cNvSpPr/>
              <p:nvPr userDrawn="1"/>
            </p:nvSpPr>
            <p:spPr bwMode="gray">
              <a:xfrm flipH="1">
                <a:off x="12565380" y="2356671"/>
                <a:ext cx="2231529" cy="114232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kern="1200" cap="all">
                    <a:solidFill>
                      <a:schemeClr val="tx1"/>
                    </a:solidFill>
                    <a:latin typeface="+mn-lt"/>
                    <a:ea typeface="+mn-ea"/>
                    <a:cs typeface="+mn-cs"/>
                  </a:rPr>
                  <a:t>IMAGE Credit Formatting</a:t>
                </a:r>
              </a:p>
              <a:p>
                <a:pPr indent="0" algn="l">
                  <a:lnSpc>
                    <a:spcPct val="100000"/>
                  </a:lnSpc>
                  <a:spcBef>
                    <a:spcPts val="400"/>
                  </a:spcBef>
                  <a:spcAft>
                    <a:spcPts val="400"/>
                  </a:spcAft>
                </a:pPr>
                <a:r>
                  <a:rPr lang="en-US" sz="1050" b="0" kern="1200" cap="none">
                    <a:solidFill>
                      <a:schemeClr val="tx1"/>
                    </a:solidFill>
                    <a:latin typeface="+mn-lt"/>
                    <a:ea typeface="+mn-ea"/>
                    <a:cs typeface="+mn-cs"/>
                  </a:rPr>
                  <a:t>Examples!</a:t>
                </a:r>
              </a:p>
              <a:p>
                <a:pPr indent="0" algn="l">
                  <a:lnSpc>
                    <a:spcPct val="100000"/>
                  </a:lnSpc>
                  <a:spcBef>
                    <a:spcPts val="400"/>
                  </a:spcBef>
                  <a:spcAft>
                    <a:spcPts val="400"/>
                  </a:spcAft>
                </a:pPr>
                <a:r>
                  <a:rPr lang="en-US" sz="1050" b="0" kern="1200" cap="none">
                    <a:solidFill>
                      <a:schemeClr val="tx1"/>
                    </a:solidFill>
                    <a:latin typeface="+mn-lt"/>
                    <a:ea typeface="+mn-ea"/>
                    <a:cs typeface="+mn-cs"/>
                  </a:rPr>
                  <a:t>© Westend66 – gettyimages.com</a:t>
                </a:r>
                <a:br>
                  <a:rPr lang="en-US" sz="1050" b="0" kern="1200" cap="none">
                    <a:solidFill>
                      <a:schemeClr val="tx1"/>
                    </a:solidFill>
                    <a:latin typeface="+mn-lt"/>
                    <a:ea typeface="+mn-ea"/>
                    <a:cs typeface="+mn-cs"/>
                  </a:rPr>
                </a:br>
                <a:r>
                  <a:rPr lang="en-US" sz="1050" b="0" kern="1200" cap="none">
                    <a:solidFill>
                      <a:schemeClr val="tx1"/>
                    </a:solidFill>
                    <a:latin typeface="+mn-lt"/>
                    <a:ea typeface="+mn-ea"/>
                    <a:cs typeface="+mn-cs"/>
                  </a:rPr>
                  <a:t>© AI generated – Drees &amp; Sommer</a:t>
                </a:r>
              </a:p>
            </p:txBody>
          </p:sp>
        </p:grpSp>
        <p:grpSp>
          <p:nvGrpSpPr>
            <p:cNvPr id="17" name="info">
              <a:extLst>
                <a:ext uri="{FF2B5EF4-FFF2-40B4-BE49-F238E27FC236}">
                  <a16:creationId xmlns:a16="http://schemas.microsoft.com/office/drawing/2014/main" id="{302194FA-B2AD-1F41-2E5E-B198DAD09AD3}"/>
                </a:ext>
              </a:extLst>
            </p:cNvPr>
            <p:cNvGrpSpPr>
              <a:grpSpLocks/>
            </p:cNvGrpSpPr>
            <p:nvPr userDrawn="1"/>
          </p:nvGrpSpPr>
          <p:grpSpPr>
            <a:xfrm>
              <a:off x="12327529" y="4480790"/>
              <a:ext cx="2500335" cy="2155426"/>
              <a:chOff x="12327530" y="4187428"/>
              <a:chExt cx="2500335" cy="2155426"/>
            </a:xfrm>
          </p:grpSpPr>
          <p:sp>
            <p:nvSpPr>
              <p:cNvPr id="18" name="info">
                <a:extLst>
                  <a:ext uri="{FF2B5EF4-FFF2-40B4-BE49-F238E27FC236}">
                    <a16:creationId xmlns:a16="http://schemas.microsoft.com/office/drawing/2014/main" id="{B42EA84B-6E7A-46E7-63C2-2D174151AFC1}"/>
                  </a:ext>
                </a:extLst>
              </p:cNvPr>
              <p:cNvSpPr/>
              <p:nvPr userDrawn="1"/>
            </p:nvSpPr>
            <p:spPr bwMode="gray">
              <a:xfrm flipH="1">
                <a:off x="12327530" y="5802854"/>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indent="0" algn="l">
                  <a:lnSpc>
                    <a:spcPct val="100000"/>
                  </a:lnSpc>
                  <a:spcBef>
                    <a:spcPts val="400"/>
                  </a:spcBef>
                  <a:spcAft>
                    <a:spcPts val="400"/>
                  </a:spcAft>
                </a:pPr>
                <a:endParaRPr lang="en-US" sz="1050">
                  <a:solidFill>
                    <a:schemeClr val="tx1"/>
                  </a:solidFill>
                </a:endParaRPr>
              </a:p>
              <a:p>
                <a:pPr indent="0" algn="l">
                  <a:lnSpc>
                    <a:spcPct val="100000"/>
                  </a:lnSpc>
                  <a:spcBef>
                    <a:spcPts val="400"/>
                  </a:spcBef>
                  <a:spcAft>
                    <a:spcPts val="400"/>
                  </a:spcAft>
                </a:pPr>
                <a:endParaRPr lang="en-US" sz="1050">
                  <a:solidFill>
                    <a:schemeClr val="tx1"/>
                  </a:solidFill>
                </a:endParaRPr>
              </a:p>
            </p:txBody>
          </p:sp>
          <p:sp>
            <p:nvSpPr>
              <p:cNvPr id="19" name="info">
                <a:extLst>
                  <a:ext uri="{FF2B5EF4-FFF2-40B4-BE49-F238E27FC236}">
                    <a16:creationId xmlns:a16="http://schemas.microsoft.com/office/drawing/2014/main" id="{8FD35BC4-F3CD-3389-DA36-46B5DBD91BD5}"/>
                  </a:ext>
                </a:extLst>
              </p:cNvPr>
              <p:cNvSpPr/>
              <p:nvPr userDrawn="1"/>
            </p:nvSpPr>
            <p:spPr bwMode="gray">
              <a:xfrm flipH="1">
                <a:off x="12596336" y="4187428"/>
                <a:ext cx="2231529" cy="215542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cap="all">
                    <a:solidFill>
                      <a:schemeClr val="tx1"/>
                    </a:solidFill>
                  </a:rPr>
                  <a:t>image credit</a:t>
                </a:r>
              </a:p>
              <a:p>
                <a:pPr indent="0" algn="l">
                  <a:lnSpc>
                    <a:spcPct val="100000"/>
                  </a:lnSpc>
                  <a:spcBef>
                    <a:spcPts val="400"/>
                  </a:spcBef>
                  <a:spcAft>
                    <a:spcPts val="400"/>
                  </a:spcAft>
                </a:pPr>
                <a:r>
                  <a:rPr lang="en-US" sz="1050" b="1">
                    <a:solidFill>
                      <a:schemeClr val="tx1"/>
                    </a:solidFill>
                  </a:rPr>
                  <a:t>Always include </a:t>
                </a:r>
                <a:r>
                  <a:rPr lang="en-US" sz="1050">
                    <a:solidFill>
                      <a:schemeClr val="tx1"/>
                    </a:solidFill>
                  </a:rPr>
                  <a:t>the image credit!</a:t>
                </a:r>
              </a:p>
              <a:p>
                <a:pPr indent="0" algn="l">
                  <a:lnSpc>
                    <a:spcPct val="100000"/>
                  </a:lnSpc>
                  <a:spcBef>
                    <a:spcPts val="400"/>
                  </a:spcBef>
                  <a:spcAft>
                    <a:spcPts val="400"/>
                  </a:spcAft>
                </a:pPr>
                <a:r>
                  <a:rPr lang="en-US" sz="1050">
                    <a:solidFill>
                      <a:schemeClr val="tx1"/>
                    </a:solidFill>
                  </a:rPr>
                  <a:t>How to get the image credit </a:t>
                </a:r>
                <a:r>
                  <a:rPr lang="en-US" sz="1050" b="1">
                    <a:solidFill>
                      <a:schemeClr val="tx1"/>
                    </a:solidFill>
                  </a:rPr>
                  <a:t>placeholder</a:t>
                </a:r>
                <a:r>
                  <a:rPr lang="en-US" sz="1050">
                    <a:solidFill>
                      <a:schemeClr val="tx1"/>
                    </a:solidFill>
                  </a:rPr>
                  <a:t> if it is no longer available on your slide by default: </a:t>
                </a:r>
              </a:p>
              <a:p>
                <a:pPr indent="0" algn="l">
                  <a:lnSpc>
                    <a:spcPct val="100000"/>
                  </a:lnSpc>
                  <a:spcBef>
                    <a:spcPts val="400"/>
                  </a:spcBef>
                  <a:spcAft>
                    <a:spcPts val="400"/>
                  </a:spcAft>
                </a:pPr>
                <a:r>
                  <a:rPr lang="en-US" sz="1050">
                    <a:solidFill>
                      <a:schemeClr val="tx1"/>
                    </a:solidFill>
                  </a:rPr>
                  <a:t>&gt; </a:t>
                </a:r>
                <a:r>
                  <a:rPr lang="en-US" sz="1050" b="0">
                    <a:solidFill>
                      <a:schemeClr val="tx1"/>
                    </a:solidFill>
                  </a:rPr>
                  <a:t>right-click on a free area</a:t>
                </a:r>
                <a:br>
                  <a:rPr lang="en-US" sz="1050" b="0">
                    <a:solidFill>
                      <a:schemeClr val="tx1"/>
                    </a:solidFill>
                  </a:rPr>
                </a:br>
                <a:r>
                  <a:rPr lang="en-US" sz="1050" b="0">
                    <a:solidFill>
                      <a:schemeClr val="tx1"/>
                    </a:solidFill>
                  </a:rPr>
                  <a:t>   on the slide</a:t>
                </a:r>
                <a:br>
                  <a:rPr lang="en-US" sz="1050" b="0">
                    <a:solidFill>
                      <a:schemeClr val="tx1"/>
                    </a:solidFill>
                  </a:rPr>
                </a:br>
                <a:r>
                  <a:rPr lang="en-US" sz="1050" b="0">
                    <a:solidFill>
                      <a:schemeClr val="tx1"/>
                    </a:solidFill>
                  </a:rPr>
                  <a:t>&gt; insert text element</a:t>
                </a:r>
                <a:endParaRPr lang="en-US" sz="1050">
                  <a:solidFill>
                    <a:schemeClr val="tx1"/>
                  </a:solidFill>
                </a:endParaRPr>
              </a:p>
              <a:p>
                <a:pPr indent="0" algn="l">
                  <a:lnSpc>
                    <a:spcPct val="100000"/>
                  </a:lnSpc>
                  <a:spcBef>
                    <a:spcPts val="400"/>
                  </a:spcBef>
                  <a:spcAft>
                    <a:spcPts val="400"/>
                  </a:spcAft>
                </a:pPr>
                <a:r>
                  <a:rPr lang="en-US" sz="1050">
                    <a:solidFill>
                      <a:schemeClr val="tx1"/>
                    </a:solidFill>
                  </a:rPr>
                  <a:t>“</a:t>
                </a:r>
                <a:r>
                  <a:rPr lang="en-US" sz="1050" b="1">
                    <a:solidFill>
                      <a:schemeClr val="tx1"/>
                    </a:solidFill>
                  </a:rPr>
                  <a:t>Copyright right</a:t>
                </a:r>
                <a:r>
                  <a:rPr lang="en-US" sz="1050">
                    <a:solidFill>
                      <a:schemeClr val="tx1"/>
                    </a:solidFill>
                  </a:rPr>
                  <a:t>”</a:t>
                </a:r>
              </a:p>
            </p:txBody>
          </p:sp>
        </p:grpSp>
      </p:grpSp>
    </p:spTree>
    <p:extLst>
      <p:ext uri="{BB962C8B-B14F-4D97-AF65-F5344CB8AC3E}">
        <p14:creationId xmlns:p14="http://schemas.microsoft.com/office/powerpoint/2010/main" val="4626433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644">
          <p15:clr>
            <a:srgbClr val="FBAE40"/>
          </p15:clr>
        </p15:guide>
        <p15:guide id="2" pos="3704">
          <p15:clr>
            <a:srgbClr val="FBAE40"/>
          </p15:clr>
        </p15:guide>
        <p15:guide id="3" pos="388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amp; Full Picture 2/1">
    <p:spTree>
      <p:nvGrpSpPr>
        <p:cNvPr id="1" name=""/>
        <p:cNvGrpSpPr/>
        <p:nvPr/>
      </p:nvGrpSpPr>
      <p:grpSpPr>
        <a:xfrm>
          <a:off x="0" y="0"/>
          <a:ext cx="0" cy="0"/>
          <a:chOff x="0" y="0"/>
          <a:chExt cx="0" cy="0"/>
        </a:xfrm>
      </p:grpSpPr>
      <p:sp>
        <p:nvSpPr>
          <p:cNvPr id="14" name="logo drees&amp;sommer blue mask">
            <a:extLst>
              <a:ext uri="{FF2B5EF4-FFF2-40B4-BE49-F238E27FC236}">
                <a16:creationId xmlns:a16="http://schemas.microsoft.com/office/drawing/2014/main" id="{30573451-C3D8-4D01-84C3-D375C7D33197}"/>
              </a:ext>
              <a:ext uri="{C183D7F6-B498-43B3-948B-1728B52AA6E4}">
                <adec:decorative xmlns:adec="http://schemas.microsoft.com/office/drawing/2017/decorative" val="1"/>
              </a:ext>
            </a:extLst>
          </p:cNvPr>
          <p:cNvSpPr/>
          <p:nvPr/>
        </p:nvSpPr>
        <p:spPr bwMode="black">
          <a:xfrm>
            <a:off x="10579100" y="6197600"/>
            <a:ext cx="1270000" cy="584200"/>
          </a:xfrm>
          <a:prstGeom prst="rect">
            <a:avLst/>
          </a:prstGeom>
          <a:solidFill>
            <a:srgbClr val="00296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a:p>
        </p:txBody>
      </p:sp>
      <p:sp>
        <p:nvSpPr>
          <p:cNvPr id="2" name="title">
            <a:extLst>
              <a:ext uri="{FF2B5EF4-FFF2-40B4-BE49-F238E27FC236}">
                <a16:creationId xmlns:a16="http://schemas.microsoft.com/office/drawing/2014/main" id="{8FFCB50B-5503-4467-8A0F-9FBB8B48B97D}"/>
              </a:ext>
            </a:extLst>
          </p:cNvPr>
          <p:cNvSpPr>
            <a:spLocks noGrp="1"/>
          </p:cNvSpPr>
          <p:nvPr>
            <p:ph type="title"/>
          </p:nvPr>
        </p:nvSpPr>
        <p:spPr bwMode="gray">
          <a:xfrm>
            <a:off x="525600" y="673200"/>
            <a:ext cx="7236000" cy="288000"/>
          </a:xfrm>
        </p:spPr>
        <p:txBody>
          <a:bodyPr lIns="0" tIns="0" rIns="0" bIns="0"/>
          <a:lstStyle/>
          <a:p>
            <a:r>
              <a:rPr lang="de-DE"/>
              <a:t>Mastertitelformat bearbeiten</a:t>
            </a:r>
            <a:endParaRPr lang="en-US"/>
          </a:p>
        </p:txBody>
      </p:sp>
      <p:sp>
        <p:nvSpPr>
          <p:cNvPr id="4" name="MIO_CONVERT_SLIDES_SUBTITLE">
            <a:extLst>
              <a:ext uri="{FF2B5EF4-FFF2-40B4-BE49-F238E27FC236}">
                <a16:creationId xmlns:a16="http://schemas.microsoft.com/office/drawing/2014/main" id="{7086919D-8D03-4875-B9F0-05F0C8564079}"/>
              </a:ext>
            </a:extLst>
          </p:cNvPr>
          <p:cNvSpPr>
            <a:spLocks noGrp="1"/>
          </p:cNvSpPr>
          <p:nvPr>
            <p:ph type="body" sz="quarter" idx="14" hasCustomPrompt="1"/>
          </p:nvPr>
        </p:nvSpPr>
        <p:spPr bwMode="gray">
          <a:xfrm>
            <a:off x="525600" y="1022400"/>
            <a:ext cx="7236000" cy="504000"/>
          </a:xfrm>
        </p:spPr>
        <p:txBody>
          <a:bodyPr/>
          <a:lstStyle>
            <a:lvl1pPr>
              <a:lnSpc>
                <a:spcPct val="85000"/>
              </a:lnSpc>
              <a:spcBef>
                <a:spcPts val="0"/>
              </a:spcBef>
              <a:spcAft>
                <a:spcPts val="0"/>
              </a:spcAft>
              <a:defRPr sz="2000"/>
            </a:lvl1pPr>
          </a:lstStyle>
          <a:p>
            <a:pPr lvl="0"/>
            <a:r>
              <a:rPr lang="de-DE" err="1"/>
              <a:t>Subtitle</a:t>
            </a:r>
            <a:endParaRPr lang="en-US"/>
          </a:p>
        </p:txBody>
      </p:sp>
      <p:sp>
        <p:nvSpPr>
          <p:cNvPr id="7" name="content">
            <a:extLst>
              <a:ext uri="{FF2B5EF4-FFF2-40B4-BE49-F238E27FC236}">
                <a16:creationId xmlns:a16="http://schemas.microsoft.com/office/drawing/2014/main" id="{5ACBB9A0-3E08-4278-AF60-F20CD65CA5C6}"/>
              </a:ext>
            </a:extLst>
          </p:cNvPr>
          <p:cNvSpPr>
            <a:spLocks noGrp="1"/>
          </p:cNvSpPr>
          <p:nvPr>
            <p:ph idx="1"/>
          </p:nvPr>
        </p:nvSpPr>
        <p:spPr bwMode="gray">
          <a:xfrm>
            <a:off x="525599" y="1602000"/>
            <a:ext cx="7236000" cy="449640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3" name="picture">
            <a:extLst>
              <a:ext uri="{FF2B5EF4-FFF2-40B4-BE49-F238E27FC236}">
                <a16:creationId xmlns:a16="http://schemas.microsoft.com/office/drawing/2014/main" id="{8E094460-BD2F-463B-A397-6EBBC121720C}"/>
              </a:ext>
            </a:extLst>
          </p:cNvPr>
          <p:cNvSpPr>
            <a:spLocks noGrp="1"/>
          </p:cNvSpPr>
          <p:nvPr>
            <p:ph type="pic" sz="quarter" idx="16"/>
          </p:nvPr>
        </p:nvSpPr>
        <p:spPr bwMode="gray">
          <a:xfrm>
            <a:off x="8046865" y="0"/>
            <a:ext cx="4145135" cy="6858000"/>
          </a:xfrm>
          <a:custGeom>
            <a:avLst/>
            <a:gdLst>
              <a:gd name="connsiteX0" fmla="*/ 2862478 w 4145135"/>
              <a:gd name="connsiteY0" fmla="*/ 6535879 h 6858000"/>
              <a:gd name="connsiteX1" fmla="*/ 2945303 w 4145135"/>
              <a:gd name="connsiteY1" fmla="*/ 6535879 h 6858000"/>
              <a:gd name="connsiteX2" fmla="*/ 2945303 w 4145135"/>
              <a:gd name="connsiteY2" fmla="*/ 6598745 h 6858000"/>
              <a:gd name="connsiteX3" fmla="*/ 2862478 w 4145135"/>
              <a:gd name="connsiteY3" fmla="*/ 6598745 h 6858000"/>
              <a:gd name="connsiteX4" fmla="*/ 3516391 w 4145135"/>
              <a:gd name="connsiteY4" fmla="*/ 6534690 h 6858000"/>
              <a:gd name="connsiteX5" fmla="*/ 3572350 w 4145135"/>
              <a:gd name="connsiteY5" fmla="*/ 6534690 h 6858000"/>
              <a:gd name="connsiteX6" fmla="*/ 3583544 w 4145135"/>
              <a:gd name="connsiteY6" fmla="*/ 6542786 h 6858000"/>
              <a:gd name="connsiteX7" fmla="*/ 3583544 w 4145135"/>
              <a:gd name="connsiteY7" fmla="*/ 6554455 h 6858000"/>
              <a:gd name="connsiteX8" fmla="*/ 3572350 w 4145135"/>
              <a:gd name="connsiteY8" fmla="*/ 6562550 h 6858000"/>
              <a:gd name="connsiteX9" fmla="*/ 3516391 w 4145135"/>
              <a:gd name="connsiteY9" fmla="*/ 6562550 h 6858000"/>
              <a:gd name="connsiteX10" fmla="*/ 2863441 w 4145135"/>
              <a:gd name="connsiteY10" fmla="*/ 6517318 h 6858000"/>
              <a:gd name="connsiteX11" fmla="*/ 2836725 w 4145135"/>
              <a:gd name="connsiteY11" fmla="*/ 6541122 h 6858000"/>
              <a:gd name="connsiteX12" fmla="*/ 2836725 w 4145135"/>
              <a:gd name="connsiteY12" fmla="*/ 6594223 h 6858000"/>
              <a:gd name="connsiteX13" fmla="*/ 2863441 w 4145135"/>
              <a:gd name="connsiteY13" fmla="*/ 6618042 h 6858000"/>
              <a:gd name="connsiteX14" fmla="*/ 2942865 w 4145135"/>
              <a:gd name="connsiteY14" fmla="*/ 6618042 h 6858000"/>
              <a:gd name="connsiteX15" fmla="*/ 2969581 w 4145135"/>
              <a:gd name="connsiteY15" fmla="*/ 6594223 h 6858000"/>
              <a:gd name="connsiteX16" fmla="*/ 2969581 w 4145135"/>
              <a:gd name="connsiteY16" fmla="*/ 6541122 h 6858000"/>
              <a:gd name="connsiteX17" fmla="*/ 2942865 w 4145135"/>
              <a:gd name="connsiteY17" fmla="*/ 6517318 h 6858000"/>
              <a:gd name="connsiteX18" fmla="*/ 3492120 w 4145135"/>
              <a:gd name="connsiteY18" fmla="*/ 6517311 h 6858000"/>
              <a:gd name="connsiteX19" fmla="*/ 3492120 w 4145135"/>
              <a:gd name="connsiteY19" fmla="*/ 6618035 h 6858000"/>
              <a:gd name="connsiteX20" fmla="*/ 3516398 w 4145135"/>
              <a:gd name="connsiteY20" fmla="*/ 6618035 h 6858000"/>
              <a:gd name="connsiteX21" fmla="*/ 3516398 w 4145135"/>
              <a:gd name="connsiteY21" fmla="*/ 6579929 h 6858000"/>
              <a:gd name="connsiteX22" fmla="*/ 3539495 w 4145135"/>
              <a:gd name="connsiteY22" fmla="*/ 6579929 h 6858000"/>
              <a:gd name="connsiteX23" fmla="*/ 3581641 w 4145135"/>
              <a:gd name="connsiteY23" fmla="*/ 6618035 h 6858000"/>
              <a:gd name="connsiteX24" fmla="*/ 3616888 w 4145135"/>
              <a:gd name="connsiteY24" fmla="*/ 6618035 h 6858000"/>
              <a:gd name="connsiteX25" fmla="*/ 3569032 w 4145135"/>
              <a:gd name="connsiteY25" fmla="*/ 6579929 h 6858000"/>
              <a:gd name="connsiteX26" fmla="*/ 3582845 w 4145135"/>
              <a:gd name="connsiteY26" fmla="*/ 6579929 h 6858000"/>
              <a:gd name="connsiteX27" fmla="*/ 3606415 w 4145135"/>
              <a:gd name="connsiteY27" fmla="*/ 6560639 h 6858000"/>
              <a:gd name="connsiteX28" fmla="*/ 3606415 w 4145135"/>
              <a:gd name="connsiteY28" fmla="*/ 6536835 h 6858000"/>
              <a:gd name="connsiteX29" fmla="*/ 3582845 w 4145135"/>
              <a:gd name="connsiteY29" fmla="*/ 6517311 h 6858000"/>
              <a:gd name="connsiteX30" fmla="*/ 3354780 w 4145135"/>
              <a:gd name="connsiteY30" fmla="*/ 6517311 h 6858000"/>
              <a:gd name="connsiteX31" fmla="*/ 3354780 w 4145135"/>
              <a:gd name="connsiteY31" fmla="*/ 6618035 h 6858000"/>
              <a:gd name="connsiteX32" fmla="*/ 3466254 w 4145135"/>
              <a:gd name="connsiteY32" fmla="*/ 6618035 h 6858000"/>
              <a:gd name="connsiteX33" fmla="*/ 3466254 w 4145135"/>
              <a:gd name="connsiteY33" fmla="*/ 6599219 h 6858000"/>
              <a:gd name="connsiteX34" fmla="*/ 3380044 w 4145135"/>
              <a:gd name="connsiteY34" fmla="*/ 6599219 h 6858000"/>
              <a:gd name="connsiteX35" fmla="*/ 3380044 w 4145135"/>
              <a:gd name="connsiteY35" fmla="*/ 6574452 h 6858000"/>
              <a:gd name="connsiteX36" fmla="*/ 3429593 w 4145135"/>
              <a:gd name="connsiteY36" fmla="*/ 6574452 h 6858000"/>
              <a:gd name="connsiteX37" fmla="*/ 3429593 w 4145135"/>
              <a:gd name="connsiteY37" fmla="*/ 6557073 h 6858000"/>
              <a:gd name="connsiteX38" fmla="*/ 3380044 w 4145135"/>
              <a:gd name="connsiteY38" fmla="*/ 6557073 h 6858000"/>
              <a:gd name="connsiteX39" fmla="*/ 3380044 w 4145135"/>
              <a:gd name="connsiteY39" fmla="*/ 6535179 h 6858000"/>
              <a:gd name="connsiteX40" fmla="*/ 3465043 w 4145135"/>
              <a:gd name="connsiteY40" fmla="*/ 6535179 h 6858000"/>
              <a:gd name="connsiteX41" fmla="*/ 3465043 w 4145135"/>
              <a:gd name="connsiteY41" fmla="*/ 6517311 h 6858000"/>
              <a:gd name="connsiteX42" fmla="*/ 3178589 w 4145135"/>
              <a:gd name="connsiteY42" fmla="*/ 6517311 h 6858000"/>
              <a:gd name="connsiteX43" fmla="*/ 3178589 w 4145135"/>
              <a:gd name="connsiteY43" fmla="*/ 6618035 h 6858000"/>
              <a:gd name="connsiteX44" fmla="*/ 3201558 w 4145135"/>
              <a:gd name="connsiteY44" fmla="*/ 6618035 h 6858000"/>
              <a:gd name="connsiteX45" fmla="*/ 3201558 w 4145135"/>
              <a:gd name="connsiteY45" fmla="*/ 6550414 h 6858000"/>
              <a:gd name="connsiteX46" fmla="*/ 3247940 w 4145135"/>
              <a:gd name="connsiteY46" fmla="*/ 6605892 h 6858000"/>
              <a:gd name="connsiteX47" fmla="*/ 3252800 w 4145135"/>
              <a:gd name="connsiteY47" fmla="*/ 6605892 h 6858000"/>
              <a:gd name="connsiteX48" fmla="*/ 3298693 w 4145135"/>
              <a:gd name="connsiteY48" fmla="*/ 6548737 h 6858000"/>
              <a:gd name="connsiteX49" fmla="*/ 3298693 w 4145135"/>
              <a:gd name="connsiteY49" fmla="*/ 6618035 h 6858000"/>
              <a:gd name="connsiteX50" fmla="*/ 3322008 w 4145135"/>
              <a:gd name="connsiteY50" fmla="*/ 6618035 h 6858000"/>
              <a:gd name="connsiteX51" fmla="*/ 3322008 w 4145135"/>
              <a:gd name="connsiteY51" fmla="*/ 6517311 h 6858000"/>
              <a:gd name="connsiteX52" fmla="*/ 3301860 w 4145135"/>
              <a:gd name="connsiteY52" fmla="*/ 6517311 h 6858000"/>
              <a:gd name="connsiteX53" fmla="*/ 3251822 w 4145135"/>
              <a:gd name="connsiteY53" fmla="*/ 6577070 h 6858000"/>
              <a:gd name="connsiteX54" fmla="*/ 3201558 w 4145135"/>
              <a:gd name="connsiteY54" fmla="*/ 6517311 h 6858000"/>
              <a:gd name="connsiteX55" fmla="*/ 3001270 w 4145135"/>
              <a:gd name="connsiteY55" fmla="*/ 6517311 h 6858000"/>
              <a:gd name="connsiteX56" fmla="*/ 3001270 w 4145135"/>
              <a:gd name="connsiteY56" fmla="*/ 6618035 h 6858000"/>
              <a:gd name="connsiteX57" fmla="*/ 3024231 w 4145135"/>
              <a:gd name="connsiteY57" fmla="*/ 6618035 h 6858000"/>
              <a:gd name="connsiteX58" fmla="*/ 3024231 w 4145135"/>
              <a:gd name="connsiteY58" fmla="*/ 6550414 h 6858000"/>
              <a:gd name="connsiteX59" fmla="*/ 3070613 w 4145135"/>
              <a:gd name="connsiteY59" fmla="*/ 6605892 h 6858000"/>
              <a:gd name="connsiteX60" fmla="*/ 3075466 w 4145135"/>
              <a:gd name="connsiteY60" fmla="*/ 6605892 h 6858000"/>
              <a:gd name="connsiteX61" fmla="*/ 3121374 w 4145135"/>
              <a:gd name="connsiteY61" fmla="*/ 6548737 h 6858000"/>
              <a:gd name="connsiteX62" fmla="*/ 3121374 w 4145135"/>
              <a:gd name="connsiteY62" fmla="*/ 6618035 h 6858000"/>
              <a:gd name="connsiteX63" fmla="*/ 3144689 w 4145135"/>
              <a:gd name="connsiteY63" fmla="*/ 6618035 h 6858000"/>
              <a:gd name="connsiteX64" fmla="*/ 3144689 w 4145135"/>
              <a:gd name="connsiteY64" fmla="*/ 6517311 h 6858000"/>
              <a:gd name="connsiteX65" fmla="*/ 3124534 w 4145135"/>
              <a:gd name="connsiteY65" fmla="*/ 6517311 h 6858000"/>
              <a:gd name="connsiteX66" fmla="*/ 3074503 w 4145135"/>
              <a:gd name="connsiteY66" fmla="*/ 6577070 h 6858000"/>
              <a:gd name="connsiteX67" fmla="*/ 3024231 w 4145135"/>
              <a:gd name="connsiteY67" fmla="*/ 6517311 h 6858000"/>
              <a:gd name="connsiteX68" fmla="*/ 2705412 w 4145135"/>
              <a:gd name="connsiteY68" fmla="*/ 6495162 h 6858000"/>
              <a:gd name="connsiteX69" fmla="*/ 2674934 w 4145135"/>
              <a:gd name="connsiteY69" fmla="*/ 6524218 h 6858000"/>
              <a:gd name="connsiteX70" fmla="*/ 2674934 w 4145135"/>
              <a:gd name="connsiteY70" fmla="*/ 6537775 h 6858000"/>
              <a:gd name="connsiteX71" fmla="*/ 2705412 w 4145135"/>
              <a:gd name="connsiteY71" fmla="*/ 6566830 h 6858000"/>
              <a:gd name="connsiteX72" fmla="*/ 2782090 w 4145135"/>
              <a:gd name="connsiteY72" fmla="*/ 6566830 h 6858000"/>
              <a:gd name="connsiteX73" fmla="*/ 2782090 w 4145135"/>
              <a:gd name="connsiteY73" fmla="*/ 6594930 h 6858000"/>
              <a:gd name="connsiteX74" fmla="*/ 2695187 w 4145135"/>
              <a:gd name="connsiteY74" fmla="*/ 6594930 h 6858000"/>
              <a:gd name="connsiteX75" fmla="*/ 2695187 w 4145135"/>
              <a:gd name="connsiteY75" fmla="*/ 6581704 h 6858000"/>
              <a:gd name="connsiteX76" fmla="*/ 2669931 w 4145135"/>
              <a:gd name="connsiteY76" fmla="*/ 6586948 h 6858000"/>
              <a:gd name="connsiteX77" fmla="*/ 2669931 w 4145135"/>
              <a:gd name="connsiteY77" fmla="*/ 6588979 h 6858000"/>
              <a:gd name="connsiteX78" fmla="*/ 2700649 w 4145135"/>
              <a:gd name="connsiteY78" fmla="*/ 6618027 h 6858000"/>
              <a:gd name="connsiteX79" fmla="*/ 2776621 w 4145135"/>
              <a:gd name="connsiteY79" fmla="*/ 6618027 h 6858000"/>
              <a:gd name="connsiteX80" fmla="*/ 2807339 w 4145135"/>
              <a:gd name="connsiteY80" fmla="*/ 6588979 h 6858000"/>
              <a:gd name="connsiteX81" fmla="*/ 2807339 w 4145135"/>
              <a:gd name="connsiteY81" fmla="*/ 6572074 h 6858000"/>
              <a:gd name="connsiteX82" fmla="*/ 2776621 w 4145135"/>
              <a:gd name="connsiteY82" fmla="*/ 6543019 h 6858000"/>
              <a:gd name="connsiteX83" fmla="*/ 2699934 w 4145135"/>
              <a:gd name="connsiteY83" fmla="*/ 6543019 h 6858000"/>
              <a:gd name="connsiteX84" fmla="*/ 2699934 w 4145135"/>
              <a:gd name="connsiteY84" fmla="*/ 6516596 h 6858000"/>
              <a:gd name="connsiteX85" fmla="*/ 2780420 w 4145135"/>
              <a:gd name="connsiteY85" fmla="*/ 6516596 h 6858000"/>
              <a:gd name="connsiteX86" fmla="*/ 2780420 w 4145135"/>
              <a:gd name="connsiteY86" fmla="*/ 6529905 h 6858000"/>
              <a:gd name="connsiteX87" fmla="*/ 2805661 w 4145135"/>
              <a:gd name="connsiteY87" fmla="*/ 6523954 h 6858000"/>
              <a:gd name="connsiteX88" fmla="*/ 2805661 w 4145135"/>
              <a:gd name="connsiteY88" fmla="*/ 6522074 h 6858000"/>
              <a:gd name="connsiteX89" fmla="*/ 2775184 w 4145135"/>
              <a:gd name="connsiteY89" fmla="*/ 6495162 h 6858000"/>
              <a:gd name="connsiteX90" fmla="*/ 3507356 w 4145135"/>
              <a:gd name="connsiteY90" fmla="*/ 6392873 h 6858000"/>
              <a:gd name="connsiteX91" fmla="*/ 3544258 w 4145135"/>
              <a:gd name="connsiteY91" fmla="*/ 6423591 h 6858000"/>
              <a:gd name="connsiteX92" fmla="*/ 3532830 w 4145135"/>
              <a:gd name="connsiteY92" fmla="*/ 6433349 h 6858000"/>
              <a:gd name="connsiteX93" fmla="*/ 3475930 w 4145135"/>
              <a:gd name="connsiteY93" fmla="*/ 6433349 h 6858000"/>
              <a:gd name="connsiteX94" fmla="*/ 3475930 w 4145135"/>
              <a:gd name="connsiteY94" fmla="*/ 6433342 h 6858000"/>
              <a:gd name="connsiteX95" fmla="*/ 3475930 w 4145135"/>
              <a:gd name="connsiteY95" fmla="*/ 6412396 h 6858000"/>
              <a:gd name="connsiteX96" fmla="*/ 2876667 w 4145135"/>
              <a:gd name="connsiteY96" fmla="*/ 6371439 h 6858000"/>
              <a:gd name="connsiteX97" fmla="*/ 2932626 w 4145135"/>
              <a:gd name="connsiteY97" fmla="*/ 6371439 h 6858000"/>
              <a:gd name="connsiteX98" fmla="*/ 2943820 w 4145135"/>
              <a:gd name="connsiteY98" fmla="*/ 6379534 h 6858000"/>
              <a:gd name="connsiteX99" fmla="*/ 2943820 w 4145135"/>
              <a:gd name="connsiteY99" fmla="*/ 6391203 h 6858000"/>
              <a:gd name="connsiteX100" fmla="*/ 2932626 w 4145135"/>
              <a:gd name="connsiteY100" fmla="*/ 6399298 h 6858000"/>
              <a:gd name="connsiteX101" fmla="*/ 2876667 w 4145135"/>
              <a:gd name="connsiteY101" fmla="*/ 6399298 h 6858000"/>
              <a:gd name="connsiteX102" fmla="*/ 3302440 w 4145135"/>
              <a:gd name="connsiteY102" fmla="*/ 6354060 h 6858000"/>
              <a:gd name="connsiteX103" fmla="*/ 3276003 w 4145135"/>
              <a:gd name="connsiteY103" fmla="*/ 6377879 h 6858000"/>
              <a:gd name="connsiteX104" fmla="*/ 3276003 w 4145135"/>
              <a:gd name="connsiteY104" fmla="*/ 6389074 h 6858000"/>
              <a:gd name="connsiteX105" fmla="*/ 3302440 w 4145135"/>
              <a:gd name="connsiteY105" fmla="*/ 6412878 h 6858000"/>
              <a:gd name="connsiteX106" fmla="*/ 3367676 w 4145135"/>
              <a:gd name="connsiteY106" fmla="*/ 6412878 h 6858000"/>
              <a:gd name="connsiteX107" fmla="*/ 3367676 w 4145135"/>
              <a:gd name="connsiteY107" fmla="*/ 6435983 h 6858000"/>
              <a:gd name="connsiteX108" fmla="*/ 3293615 w 4145135"/>
              <a:gd name="connsiteY108" fmla="*/ 6435983 h 6858000"/>
              <a:gd name="connsiteX109" fmla="*/ 3293615 w 4145135"/>
              <a:gd name="connsiteY109" fmla="*/ 6425375 h 6858000"/>
              <a:gd name="connsiteX110" fmla="*/ 3271722 w 4145135"/>
              <a:gd name="connsiteY110" fmla="*/ 6429430 h 6858000"/>
              <a:gd name="connsiteX111" fmla="*/ 3271722 w 4145135"/>
              <a:gd name="connsiteY111" fmla="*/ 6430980 h 6858000"/>
              <a:gd name="connsiteX112" fmla="*/ 3298144 w 4145135"/>
              <a:gd name="connsiteY112" fmla="*/ 6454784 h 6858000"/>
              <a:gd name="connsiteX113" fmla="*/ 3363636 w 4145135"/>
              <a:gd name="connsiteY113" fmla="*/ 6454784 h 6858000"/>
              <a:gd name="connsiteX114" fmla="*/ 3389825 w 4145135"/>
              <a:gd name="connsiteY114" fmla="*/ 6430980 h 6858000"/>
              <a:gd name="connsiteX115" fmla="*/ 3389825 w 4145135"/>
              <a:gd name="connsiteY115" fmla="*/ 6417166 h 6858000"/>
              <a:gd name="connsiteX116" fmla="*/ 3363636 w 4145135"/>
              <a:gd name="connsiteY116" fmla="*/ 6393362 h 6858000"/>
              <a:gd name="connsiteX117" fmla="*/ 3298144 w 4145135"/>
              <a:gd name="connsiteY117" fmla="*/ 6393362 h 6858000"/>
              <a:gd name="connsiteX118" fmla="*/ 3298144 w 4145135"/>
              <a:gd name="connsiteY118" fmla="*/ 6372154 h 6858000"/>
              <a:gd name="connsiteX119" fmla="*/ 3367435 w 4145135"/>
              <a:gd name="connsiteY119" fmla="*/ 6372154 h 6858000"/>
              <a:gd name="connsiteX120" fmla="*/ 3367435 w 4145135"/>
              <a:gd name="connsiteY120" fmla="*/ 6381565 h 6858000"/>
              <a:gd name="connsiteX121" fmla="*/ 3388621 w 4145135"/>
              <a:gd name="connsiteY121" fmla="*/ 6377051 h 6858000"/>
              <a:gd name="connsiteX122" fmla="*/ 3388621 w 4145135"/>
              <a:gd name="connsiteY122" fmla="*/ 6375968 h 6858000"/>
              <a:gd name="connsiteX123" fmla="*/ 3362199 w 4145135"/>
              <a:gd name="connsiteY123" fmla="*/ 6354060 h 6858000"/>
              <a:gd name="connsiteX124" fmla="*/ 3138106 w 4145135"/>
              <a:gd name="connsiteY124" fmla="*/ 6354060 h 6858000"/>
              <a:gd name="connsiteX125" fmla="*/ 3138106 w 4145135"/>
              <a:gd name="connsiteY125" fmla="*/ 6454776 h 6858000"/>
              <a:gd name="connsiteX126" fmla="*/ 3247399 w 4145135"/>
              <a:gd name="connsiteY126" fmla="*/ 6454776 h 6858000"/>
              <a:gd name="connsiteX127" fmla="*/ 3247399 w 4145135"/>
              <a:gd name="connsiteY127" fmla="*/ 6435967 h 6858000"/>
              <a:gd name="connsiteX128" fmla="*/ 3162873 w 4145135"/>
              <a:gd name="connsiteY128" fmla="*/ 6435967 h 6858000"/>
              <a:gd name="connsiteX129" fmla="*/ 3162873 w 4145135"/>
              <a:gd name="connsiteY129" fmla="*/ 6411200 h 6858000"/>
              <a:gd name="connsiteX130" fmla="*/ 3211445 w 4145135"/>
              <a:gd name="connsiteY130" fmla="*/ 6411200 h 6858000"/>
              <a:gd name="connsiteX131" fmla="*/ 3211445 w 4145135"/>
              <a:gd name="connsiteY131" fmla="*/ 6393821 h 6858000"/>
              <a:gd name="connsiteX132" fmla="*/ 3162873 w 4145135"/>
              <a:gd name="connsiteY132" fmla="*/ 6393821 h 6858000"/>
              <a:gd name="connsiteX133" fmla="*/ 3162873 w 4145135"/>
              <a:gd name="connsiteY133" fmla="*/ 6371913 h 6858000"/>
              <a:gd name="connsiteX134" fmla="*/ 3246218 w 4145135"/>
              <a:gd name="connsiteY134" fmla="*/ 6371913 h 6858000"/>
              <a:gd name="connsiteX135" fmla="*/ 3246218 w 4145135"/>
              <a:gd name="connsiteY135" fmla="*/ 6354060 h 6858000"/>
              <a:gd name="connsiteX136" fmla="*/ 3000397 w 4145135"/>
              <a:gd name="connsiteY136" fmla="*/ 6354060 h 6858000"/>
              <a:gd name="connsiteX137" fmla="*/ 3000397 w 4145135"/>
              <a:gd name="connsiteY137" fmla="*/ 6454776 h 6858000"/>
              <a:gd name="connsiteX138" fmla="*/ 3109690 w 4145135"/>
              <a:gd name="connsiteY138" fmla="*/ 6454776 h 6858000"/>
              <a:gd name="connsiteX139" fmla="*/ 3109690 w 4145135"/>
              <a:gd name="connsiteY139" fmla="*/ 6435967 h 6858000"/>
              <a:gd name="connsiteX140" fmla="*/ 3025164 w 4145135"/>
              <a:gd name="connsiteY140" fmla="*/ 6435967 h 6858000"/>
              <a:gd name="connsiteX141" fmla="*/ 3025164 w 4145135"/>
              <a:gd name="connsiteY141" fmla="*/ 6411200 h 6858000"/>
              <a:gd name="connsiteX142" fmla="*/ 3073736 w 4145135"/>
              <a:gd name="connsiteY142" fmla="*/ 6411200 h 6858000"/>
              <a:gd name="connsiteX143" fmla="*/ 3073736 w 4145135"/>
              <a:gd name="connsiteY143" fmla="*/ 6393821 h 6858000"/>
              <a:gd name="connsiteX144" fmla="*/ 3025164 w 4145135"/>
              <a:gd name="connsiteY144" fmla="*/ 6393821 h 6858000"/>
              <a:gd name="connsiteX145" fmla="*/ 3025164 w 4145135"/>
              <a:gd name="connsiteY145" fmla="*/ 6371913 h 6858000"/>
              <a:gd name="connsiteX146" fmla="*/ 3108509 w 4145135"/>
              <a:gd name="connsiteY146" fmla="*/ 6371913 h 6858000"/>
              <a:gd name="connsiteX147" fmla="*/ 3108509 w 4145135"/>
              <a:gd name="connsiteY147" fmla="*/ 6354060 h 6858000"/>
              <a:gd name="connsiteX148" fmla="*/ 2852381 w 4145135"/>
              <a:gd name="connsiteY148" fmla="*/ 6354060 h 6858000"/>
              <a:gd name="connsiteX149" fmla="*/ 2852381 w 4145135"/>
              <a:gd name="connsiteY149" fmla="*/ 6454776 h 6858000"/>
              <a:gd name="connsiteX150" fmla="*/ 2876674 w 4145135"/>
              <a:gd name="connsiteY150" fmla="*/ 6454776 h 6858000"/>
              <a:gd name="connsiteX151" fmla="*/ 2876674 w 4145135"/>
              <a:gd name="connsiteY151" fmla="*/ 6416670 h 6858000"/>
              <a:gd name="connsiteX152" fmla="*/ 2899771 w 4145135"/>
              <a:gd name="connsiteY152" fmla="*/ 6416670 h 6858000"/>
              <a:gd name="connsiteX153" fmla="*/ 2941917 w 4145135"/>
              <a:gd name="connsiteY153" fmla="*/ 6454776 h 6858000"/>
              <a:gd name="connsiteX154" fmla="*/ 2977164 w 4145135"/>
              <a:gd name="connsiteY154" fmla="*/ 6454776 h 6858000"/>
              <a:gd name="connsiteX155" fmla="*/ 2929293 w 4145135"/>
              <a:gd name="connsiteY155" fmla="*/ 6416670 h 6858000"/>
              <a:gd name="connsiteX156" fmla="*/ 2943106 w 4145135"/>
              <a:gd name="connsiteY156" fmla="*/ 6416670 h 6858000"/>
              <a:gd name="connsiteX157" fmla="*/ 2966684 w 4145135"/>
              <a:gd name="connsiteY157" fmla="*/ 6397395 h 6858000"/>
              <a:gd name="connsiteX158" fmla="*/ 2966684 w 4145135"/>
              <a:gd name="connsiteY158" fmla="*/ 6373583 h 6858000"/>
              <a:gd name="connsiteX159" fmla="*/ 2943106 w 4145135"/>
              <a:gd name="connsiteY159" fmla="*/ 6354060 h 6858000"/>
              <a:gd name="connsiteX160" fmla="*/ 2702560 w 4145135"/>
              <a:gd name="connsiteY160" fmla="*/ 6353819 h 6858000"/>
              <a:gd name="connsiteX161" fmla="*/ 2753275 w 4145135"/>
              <a:gd name="connsiteY161" fmla="*/ 6353819 h 6858000"/>
              <a:gd name="connsiteX162" fmla="*/ 2793759 w 4145135"/>
              <a:gd name="connsiteY162" fmla="*/ 6392158 h 6858000"/>
              <a:gd name="connsiteX163" fmla="*/ 2739462 w 4145135"/>
              <a:gd name="connsiteY163" fmla="*/ 6431686 h 6858000"/>
              <a:gd name="connsiteX164" fmla="*/ 2702560 w 4145135"/>
              <a:gd name="connsiteY164" fmla="*/ 6431686 h 6858000"/>
              <a:gd name="connsiteX165" fmla="*/ 3512125 w 4145135"/>
              <a:gd name="connsiteY165" fmla="*/ 6331911 h 6858000"/>
              <a:gd name="connsiteX166" fmla="*/ 3481648 w 4145135"/>
              <a:gd name="connsiteY166" fmla="*/ 6354293 h 6858000"/>
              <a:gd name="connsiteX167" fmla="*/ 3481648 w 4145135"/>
              <a:gd name="connsiteY167" fmla="*/ 6361192 h 6858000"/>
              <a:gd name="connsiteX168" fmla="*/ 3492128 w 4145135"/>
              <a:gd name="connsiteY168" fmla="*/ 6379767 h 6858000"/>
              <a:gd name="connsiteX169" fmla="*/ 3467113 w 4145135"/>
              <a:gd name="connsiteY169" fmla="*/ 6394776 h 6858000"/>
              <a:gd name="connsiteX170" fmla="*/ 3451878 w 4145135"/>
              <a:gd name="connsiteY170" fmla="*/ 6417633 h 6858000"/>
              <a:gd name="connsiteX171" fmla="*/ 3451878 w 4145135"/>
              <a:gd name="connsiteY171" fmla="*/ 6425728 h 6858000"/>
              <a:gd name="connsiteX172" fmla="*/ 3482589 w 4145135"/>
              <a:gd name="connsiteY172" fmla="*/ 6454776 h 6858000"/>
              <a:gd name="connsiteX173" fmla="*/ 3526405 w 4145135"/>
              <a:gd name="connsiteY173" fmla="*/ 6454776 h 6858000"/>
              <a:gd name="connsiteX174" fmla="*/ 3549502 w 4145135"/>
              <a:gd name="connsiteY174" fmla="*/ 6447388 h 6858000"/>
              <a:gd name="connsiteX175" fmla="*/ 3560456 w 4145135"/>
              <a:gd name="connsiteY175" fmla="*/ 6437630 h 6858000"/>
              <a:gd name="connsiteX176" fmla="*/ 3580694 w 4145135"/>
              <a:gd name="connsiteY176" fmla="*/ 6454776 h 6858000"/>
              <a:gd name="connsiteX177" fmla="*/ 3618085 w 4145135"/>
              <a:gd name="connsiteY177" fmla="*/ 6454776 h 6858000"/>
              <a:gd name="connsiteX178" fmla="*/ 3579272 w 4145135"/>
              <a:gd name="connsiteY178" fmla="*/ 6422147 h 6858000"/>
              <a:gd name="connsiteX179" fmla="*/ 3607605 w 4145135"/>
              <a:gd name="connsiteY179" fmla="*/ 6398583 h 6858000"/>
              <a:gd name="connsiteX180" fmla="*/ 3591407 w 4145135"/>
              <a:gd name="connsiteY180" fmla="*/ 6384537 h 6858000"/>
              <a:gd name="connsiteX181" fmla="*/ 3562833 w 4145135"/>
              <a:gd name="connsiteY181" fmla="*/ 6408341 h 6858000"/>
              <a:gd name="connsiteX182" fmla="*/ 3504971 w 4145135"/>
              <a:gd name="connsiteY182" fmla="*/ 6360244 h 6858000"/>
              <a:gd name="connsiteX183" fmla="*/ 3504971 w 4145135"/>
              <a:gd name="connsiteY183" fmla="*/ 6351434 h 6858000"/>
              <a:gd name="connsiteX184" fmla="*/ 3545221 w 4145135"/>
              <a:gd name="connsiteY184" fmla="*/ 6351434 h 6858000"/>
              <a:gd name="connsiteX185" fmla="*/ 3545221 w 4145135"/>
              <a:gd name="connsiteY185" fmla="*/ 6367873 h 6858000"/>
              <a:gd name="connsiteX186" fmla="*/ 3567355 w 4145135"/>
              <a:gd name="connsiteY186" fmla="*/ 6364066 h 6858000"/>
              <a:gd name="connsiteX187" fmla="*/ 3567355 w 4145135"/>
              <a:gd name="connsiteY187" fmla="*/ 6356678 h 6858000"/>
              <a:gd name="connsiteX188" fmla="*/ 3536877 w 4145135"/>
              <a:gd name="connsiteY188" fmla="*/ 6331911 h 6858000"/>
              <a:gd name="connsiteX189" fmla="*/ 2673986 w 4145135"/>
              <a:gd name="connsiteY189" fmla="*/ 6331911 h 6858000"/>
              <a:gd name="connsiteX190" fmla="*/ 2673986 w 4145135"/>
              <a:gd name="connsiteY190" fmla="*/ 6454776 h 6858000"/>
              <a:gd name="connsiteX191" fmla="*/ 2745662 w 4145135"/>
              <a:gd name="connsiteY191" fmla="*/ 6454776 h 6858000"/>
              <a:gd name="connsiteX192" fmla="*/ 2796144 w 4145135"/>
              <a:gd name="connsiteY192" fmla="*/ 6445259 h 6858000"/>
              <a:gd name="connsiteX193" fmla="*/ 2823281 w 4145135"/>
              <a:gd name="connsiteY193" fmla="*/ 6392632 h 6858000"/>
              <a:gd name="connsiteX194" fmla="*/ 2753035 w 4145135"/>
              <a:gd name="connsiteY194" fmla="*/ 6331911 h 6858000"/>
              <a:gd name="connsiteX195" fmla="*/ 0 w 4145135"/>
              <a:gd name="connsiteY195" fmla="*/ 0 h 6858000"/>
              <a:gd name="connsiteX196" fmla="*/ 4145135 w 4145135"/>
              <a:gd name="connsiteY196" fmla="*/ 0 h 6858000"/>
              <a:gd name="connsiteX197" fmla="*/ 4145135 w 4145135"/>
              <a:gd name="connsiteY197" fmla="*/ 6858000 h 6858000"/>
              <a:gd name="connsiteX198" fmla="*/ 0 w 4145135"/>
              <a:gd name="connsiteY19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4145135" h="6858000">
                <a:moveTo>
                  <a:pt x="2862478" y="6535879"/>
                </a:moveTo>
                <a:lnTo>
                  <a:pt x="2945303" y="6535879"/>
                </a:lnTo>
                <a:lnTo>
                  <a:pt x="2945303" y="6598745"/>
                </a:lnTo>
                <a:lnTo>
                  <a:pt x="2862478" y="6598745"/>
                </a:lnTo>
                <a:close/>
                <a:moveTo>
                  <a:pt x="3516391" y="6534690"/>
                </a:moveTo>
                <a:lnTo>
                  <a:pt x="3572350" y="6534690"/>
                </a:lnTo>
                <a:cubicBezTo>
                  <a:pt x="3579722" y="6534690"/>
                  <a:pt x="3583544" y="6536127"/>
                  <a:pt x="3583544" y="6542786"/>
                </a:cubicBezTo>
                <a:lnTo>
                  <a:pt x="3583544" y="6554455"/>
                </a:lnTo>
                <a:cubicBezTo>
                  <a:pt x="3583544" y="6561128"/>
                  <a:pt x="3579722" y="6562550"/>
                  <a:pt x="3572350" y="6562550"/>
                </a:cubicBezTo>
                <a:lnTo>
                  <a:pt x="3516391" y="6562550"/>
                </a:lnTo>
                <a:close/>
                <a:moveTo>
                  <a:pt x="2863441" y="6517318"/>
                </a:moveTo>
                <a:cubicBezTo>
                  <a:pt x="2843293" y="6517318"/>
                  <a:pt x="2836725" y="6521832"/>
                  <a:pt x="2836725" y="6541122"/>
                </a:cubicBezTo>
                <a:lnTo>
                  <a:pt x="2836725" y="6594223"/>
                </a:lnTo>
                <a:cubicBezTo>
                  <a:pt x="2836725" y="6613272"/>
                  <a:pt x="2843037" y="6618042"/>
                  <a:pt x="2863441" y="6618042"/>
                </a:cubicBezTo>
                <a:lnTo>
                  <a:pt x="2942865" y="6618042"/>
                </a:lnTo>
                <a:cubicBezTo>
                  <a:pt x="2963021" y="6618042"/>
                  <a:pt x="2969581" y="6613272"/>
                  <a:pt x="2969581" y="6594223"/>
                </a:cubicBezTo>
                <a:lnTo>
                  <a:pt x="2969581" y="6541122"/>
                </a:lnTo>
                <a:cubicBezTo>
                  <a:pt x="2969581" y="6521832"/>
                  <a:pt x="2963013" y="6517318"/>
                  <a:pt x="2942865" y="6517318"/>
                </a:cubicBezTo>
                <a:close/>
                <a:moveTo>
                  <a:pt x="3492120" y="6517311"/>
                </a:moveTo>
                <a:lnTo>
                  <a:pt x="3492120" y="6618035"/>
                </a:lnTo>
                <a:lnTo>
                  <a:pt x="3516398" y="6618035"/>
                </a:lnTo>
                <a:lnTo>
                  <a:pt x="3516398" y="6579929"/>
                </a:lnTo>
                <a:lnTo>
                  <a:pt x="3539495" y="6579929"/>
                </a:lnTo>
                <a:lnTo>
                  <a:pt x="3581641" y="6618035"/>
                </a:lnTo>
                <a:lnTo>
                  <a:pt x="3616888" y="6618035"/>
                </a:lnTo>
                <a:lnTo>
                  <a:pt x="3569032" y="6579929"/>
                </a:lnTo>
                <a:lnTo>
                  <a:pt x="3582845" y="6579929"/>
                </a:lnTo>
                <a:cubicBezTo>
                  <a:pt x="3599027" y="6579929"/>
                  <a:pt x="3606415" y="6574452"/>
                  <a:pt x="3606415" y="6560639"/>
                </a:cubicBezTo>
                <a:lnTo>
                  <a:pt x="3606415" y="6536835"/>
                </a:lnTo>
                <a:cubicBezTo>
                  <a:pt x="3606415" y="6522788"/>
                  <a:pt x="3599027" y="6517311"/>
                  <a:pt x="3582845" y="6517311"/>
                </a:cubicBezTo>
                <a:close/>
                <a:moveTo>
                  <a:pt x="3354780" y="6517311"/>
                </a:moveTo>
                <a:lnTo>
                  <a:pt x="3354780" y="6618035"/>
                </a:lnTo>
                <a:lnTo>
                  <a:pt x="3466254" y="6618035"/>
                </a:lnTo>
                <a:lnTo>
                  <a:pt x="3466254" y="6599219"/>
                </a:lnTo>
                <a:lnTo>
                  <a:pt x="3380044" y="6599219"/>
                </a:lnTo>
                <a:lnTo>
                  <a:pt x="3380044" y="6574452"/>
                </a:lnTo>
                <a:lnTo>
                  <a:pt x="3429593" y="6574452"/>
                </a:lnTo>
                <a:lnTo>
                  <a:pt x="3429593" y="6557073"/>
                </a:lnTo>
                <a:lnTo>
                  <a:pt x="3380044" y="6557073"/>
                </a:lnTo>
                <a:lnTo>
                  <a:pt x="3380044" y="6535179"/>
                </a:lnTo>
                <a:lnTo>
                  <a:pt x="3465043" y="6535179"/>
                </a:lnTo>
                <a:lnTo>
                  <a:pt x="3465043" y="6517311"/>
                </a:lnTo>
                <a:close/>
                <a:moveTo>
                  <a:pt x="3178589" y="6517311"/>
                </a:moveTo>
                <a:lnTo>
                  <a:pt x="3178589" y="6618035"/>
                </a:lnTo>
                <a:lnTo>
                  <a:pt x="3201558" y="6618035"/>
                </a:lnTo>
                <a:lnTo>
                  <a:pt x="3201558" y="6550414"/>
                </a:lnTo>
                <a:lnTo>
                  <a:pt x="3247940" y="6605892"/>
                </a:lnTo>
                <a:lnTo>
                  <a:pt x="3252800" y="6605892"/>
                </a:lnTo>
                <a:lnTo>
                  <a:pt x="3298693" y="6548737"/>
                </a:lnTo>
                <a:lnTo>
                  <a:pt x="3298693" y="6618035"/>
                </a:lnTo>
                <a:lnTo>
                  <a:pt x="3322008" y="6618035"/>
                </a:lnTo>
                <a:lnTo>
                  <a:pt x="3322008" y="6517311"/>
                </a:lnTo>
                <a:lnTo>
                  <a:pt x="3301860" y="6517311"/>
                </a:lnTo>
                <a:lnTo>
                  <a:pt x="3251822" y="6577070"/>
                </a:lnTo>
                <a:lnTo>
                  <a:pt x="3201558" y="6517311"/>
                </a:lnTo>
                <a:close/>
                <a:moveTo>
                  <a:pt x="3001270" y="6517311"/>
                </a:moveTo>
                <a:lnTo>
                  <a:pt x="3001270" y="6618035"/>
                </a:lnTo>
                <a:lnTo>
                  <a:pt x="3024231" y="6618035"/>
                </a:lnTo>
                <a:lnTo>
                  <a:pt x="3024231" y="6550414"/>
                </a:lnTo>
                <a:lnTo>
                  <a:pt x="3070613" y="6605892"/>
                </a:lnTo>
                <a:lnTo>
                  <a:pt x="3075466" y="6605892"/>
                </a:lnTo>
                <a:lnTo>
                  <a:pt x="3121374" y="6548737"/>
                </a:lnTo>
                <a:lnTo>
                  <a:pt x="3121374" y="6618035"/>
                </a:lnTo>
                <a:lnTo>
                  <a:pt x="3144689" y="6618035"/>
                </a:lnTo>
                <a:lnTo>
                  <a:pt x="3144689" y="6517311"/>
                </a:lnTo>
                <a:lnTo>
                  <a:pt x="3124534" y="6517311"/>
                </a:lnTo>
                <a:lnTo>
                  <a:pt x="3074503" y="6577070"/>
                </a:lnTo>
                <a:lnTo>
                  <a:pt x="3024231" y="6517311"/>
                </a:lnTo>
                <a:close/>
                <a:moveTo>
                  <a:pt x="2705412" y="6495162"/>
                </a:moveTo>
                <a:cubicBezTo>
                  <a:pt x="2682315" y="6495162"/>
                  <a:pt x="2674934" y="6501113"/>
                  <a:pt x="2674934" y="6524218"/>
                </a:cubicBezTo>
                <a:lnTo>
                  <a:pt x="2674934" y="6537775"/>
                </a:lnTo>
                <a:cubicBezTo>
                  <a:pt x="2674934" y="6560879"/>
                  <a:pt x="2682322" y="6566830"/>
                  <a:pt x="2705412" y="6566830"/>
                </a:cubicBezTo>
                <a:lnTo>
                  <a:pt x="2782090" y="6566830"/>
                </a:lnTo>
                <a:lnTo>
                  <a:pt x="2782090" y="6594930"/>
                </a:lnTo>
                <a:lnTo>
                  <a:pt x="2695187" y="6594930"/>
                </a:lnTo>
                <a:lnTo>
                  <a:pt x="2695187" y="6581704"/>
                </a:lnTo>
                <a:lnTo>
                  <a:pt x="2669931" y="6586948"/>
                </a:lnTo>
                <a:lnTo>
                  <a:pt x="2669931" y="6588979"/>
                </a:lnTo>
                <a:cubicBezTo>
                  <a:pt x="2669931" y="6612076"/>
                  <a:pt x="2677552" y="6618027"/>
                  <a:pt x="2700649" y="6618027"/>
                </a:cubicBezTo>
                <a:lnTo>
                  <a:pt x="2776621" y="6618027"/>
                </a:lnTo>
                <a:cubicBezTo>
                  <a:pt x="2799718" y="6618027"/>
                  <a:pt x="2807339" y="6612076"/>
                  <a:pt x="2807339" y="6588979"/>
                </a:cubicBezTo>
                <a:lnTo>
                  <a:pt x="2807339" y="6572074"/>
                </a:lnTo>
                <a:cubicBezTo>
                  <a:pt x="2807339" y="6548970"/>
                  <a:pt x="2799718" y="6543019"/>
                  <a:pt x="2776621" y="6543019"/>
                </a:cubicBezTo>
                <a:lnTo>
                  <a:pt x="2699934" y="6543019"/>
                </a:lnTo>
                <a:lnTo>
                  <a:pt x="2699934" y="6516596"/>
                </a:lnTo>
                <a:lnTo>
                  <a:pt x="2780420" y="6516596"/>
                </a:lnTo>
                <a:lnTo>
                  <a:pt x="2780420" y="6529905"/>
                </a:lnTo>
                <a:lnTo>
                  <a:pt x="2805661" y="6523954"/>
                </a:lnTo>
                <a:lnTo>
                  <a:pt x="2805661" y="6522074"/>
                </a:lnTo>
                <a:cubicBezTo>
                  <a:pt x="2805661" y="6500872"/>
                  <a:pt x="2797092" y="6495162"/>
                  <a:pt x="2775184" y="6495162"/>
                </a:cubicBezTo>
                <a:close/>
                <a:moveTo>
                  <a:pt x="3507356" y="6392873"/>
                </a:moveTo>
                <a:lnTo>
                  <a:pt x="3544258" y="6423591"/>
                </a:lnTo>
                <a:lnTo>
                  <a:pt x="3532830" y="6433349"/>
                </a:lnTo>
                <a:lnTo>
                  <a:pt x="3475930" y="6433349"/>
                </a:lnTo>
                <a:lnTo>
                  <a:pt x="3475930" y="6433342"/>
                </a:lnTo>
                <a:lnTo>
                  <a:pt x="3475930" y="6412396"/>
                </a:lnTo>
                <a:close/>
                <a:moveTo>
                  <a:pt x="2876667" y="6371439"/>
                </a:moveTo>
                <a:lnTo>
                  <a:pt x="2932626" y="6371439"/>
                </a:lnTo>
                <a:cubicBezTo>
                  <a:pt x="2939999" y="6371439"/>
                  <a:pt x="2943820" y="6372876"/>
                  <a:pt x="2943820" y="6379534"/>
                </a:cubicBezTo>
                <a:lnTo>
                  <a:pt x="2943820" y="6391203"/>
                </a:lnTo>
                <a:cubicBezTo>
                  <a:pt x="2943820" y="6397876"/>
                  <a:pt x="2939999" y="6399298"/>
                  <a:pt x="2932626" y="6399298"/>
                </a:cubicBezTo>
                <a:lnTo>
                  <a:pt x="2876667" y="6399298"/>
                </a:lnTo>
                <a:close/>
                <a:moveTo>
                  <a:pt x="3302440" y="6354060"/>
                </a:moveTo>
                <a:cubicBezTo>
                  <a:pt x="3282676" y="6354060"/>
                  <a:pt x="3276003" y="6358830"/>
                  <a:pt x="3276003" y="6377879"/>
                </a:cubicBezTo>
                <a:lnTo>
                  <a:pt x="3276003" y="6389074"/>
                </a:lnTo>
                <a:cubicBezTo>
                  <a:pt x="3276003" y="6408123"/>
                  <a:pt x="3282676" y="6412878"/>
                  <a:pt x="3302440" y="6412878"/>
                </a:cubicBezTo>
                <a:lnTo>
                  <a:pt x="3367676" y="6412878"/>
                </a:lnTo>
                <a:lnTo>
                  <a:pt x="3367676" y="6435983"/>
                </a:lnTo>
                <a:lnTo>
                  <a:pt x="3293615" y="6435983"/>
                </a:lnTo>
                <a:lnTo>
                  <a:pt x="3293615" y="6425375"/>
                </a:lnTo>
                <a:lnTo>
                  <a:pt x="3271722" y="6429430"/>
                </a:lnTo>
                <a:lnTo>
                  <a:pt x="3271722" y="6430980"/>
                </a:lnTo>
                <a:cubicBezTo>
                  <a:pt x="3271722" y="6449796"/>
                  <a:pt x="3278147" y="6454784"/>
                  <a:pt x="3298144" y="6454784"/>
                </a:cubicBezTo>
                <a:lnTo>
                  <a:pt x="3363636" y="6454784"/>
                </a:lnTo>
                <a:cubicBezTo>
                  <a:pt x="3383633" y="6454784"/>
                  <a:pt x="3389825" y="6449796"/>
                  <a:pt x="3389825" y="6430980"/>
                </a:cubicBezTo>
                <a:lnTo>
                  <a:pt x="3389825" y="6417166"/>
                </a:lnTo>
                <a:cubicBezTo>
                  <a:pt x="3389825" y="6398117"/>
                  <a:pt x="3383641" y="6393362"/>
                  <a:pt x="3363636" y="6393362"/>
                </a:cubicBezTo>
                <a:lnTo>
                  <a:pt x="3298144" y="6393362"/>
                </a:lnTo>
                <a:lnTo>
                  <a:pt x="3298144" y="6372154"/>
                </a:lnTo>
                <a:lnTo>
                  <a:pt x="3367435" y="6372154"/>
                </a:lnTo>
                <a:lnTo>
                  <a:pt x="3367435" y="6381565"/>
                </a:lnTo>
                <a:lnTo>
                  <a:pt x="3388621" y="6377051"/>
                </a:lnTo>
                <a:lnTo>
                  <a:pt x="3388621" y="6375968"/>
                </a:lnTo>
                <a:cubicBezTo>
                  <a:pt x="3388621" y="6358356"/>
                  <a:pt x="3380774" y="6354060"/>
                  <a:pt x="3362199" y="6354060"/>
                </a:cubicBezTo>
                <a:close/>
                <a:moveTo>
                  <a:pt x="3138106" y="6354060"/>
                </a:moveTo>
                <a:lnTo>
                  <a:pt x="3138106" y="6454776"/>
                </a:lnTo>
                <a:lnTo>
                  <a:pt x="3247399" y="6454776"/>
                </a:lnTo>
                <a:lnTo>
                  <a:pt x="3247399" y="6435967"/>
                </a:lnTo>
                <a:lnTo>
                  <a:pt x="3162873" y="6435967"/>
                </a:lnTo>
                <a:lnTo>
                  <a:pt x="3162873" y="6411200"/>
                </a:lnTo>
                <a:lnTo>
                  <a:pt x="3211445" y="6411200"/>
                </a:lnTo>
                <a:lnTo>
                  <a:pt x="3211445" y="6393821"/>
                </a:lnTo>
                <a:lnTo>
                  <a:pt x="3162873" y="6393821"/>
                </a:lnTo>
                <a:lnTo>
                  <a:pt x="3162873" y="6371913"/>
                </a:lnTo>
                <a:lnTo>
                  <a:pt x="3246218" y="6371913"/>
                </a:lnTo>
                <a:lnTo>
                  <a:pt x="3246218" y="6354060"/>
                </a:lnTo>
                <a:close/>
                <a:moveTo>
                  <a:pt x="3000397" y="6354060"/>
                </a:moveTo>
                <a:lnTo>
                  <a:pt x="3000397" y="6454776"/>
                </a:lnTo>
                <a:lnTo>
                  <a:pt x="3109690" y="6454776"/>
                </a:lnTo>
                <a:lnTo>
                  <a:pt x="3109690" y="6435967"/>
                </a:lnTo>
                <a:lnTo>
                  <a:pt x="3025164" y="6435967"/>
                </a:lnTo>
                <a:lnTo>
                  <a:pt x="3025164" y="6411200"/>
                </a:lnTo>
                <a:lnTo>
                  <a:pt x="3073736" y="6411200"/>
                </a:lnTo>
                <a:lnTo>
                  <a:pt x="3073736" y="6393821"/>
                </a:lnTo>
                <a:lnTo>
                  <a:pt x="3025164" y="6393821"/>
                </a:lnTo>
                <a:lnTo>
                  <a:pt x="3025164" y="6371913"/>
                </a:lnTo>
                <a:lnTo>
                  <a:pt x="3108509" y="6371913"/>
                </a:lnTo>
                <a:lnTo>
                  <a:pt x="3108509" y="6354060"/>
                </a:lnTo>
                <a:close/>
                <a:moveTo>
                  <a:pt x="2852381" y="6354060"/>
                </a:moveTo>
                <a:lnTo>
                  <a:pt x="2852381" y="6454776"/>
                </a:lnTo>
                <a:lnTo>
                  <a:pt x="2876674" y="6454776"/>
                </a:lnTo>
                <a:lnTo>
                  <a:pt x="2876674" y="6416670"/>
                </a:lnTo>
                <a:lnTo>
                  <a:pt x="2899771" y="6416670"/>
                </a:lnTo>
                <a:lnTo>
                  <a:pt x="2941917" y="6454776"/>
                </a:lnTo>
                <a:lnTo>
                  <a:pt x="2977164" y="6454776"/>
                </a:lnTo>
                <a:lnTo>
                  <a:pt x="2929293" y="6416670"/>
                </a:lnTo>
                <a:lnTo>
                  <a:pt x="2943106" y="6416670"/>
                </a:lnTo>
                <a:cubicBezTo>
                  <a:pt x="2959304" y="6416670"/>
                  <a:pt x="2966684" y="6411193"/>
                  <a:pt x="2966684" y="6397395"/>
                </a:cubicBezTo>
                <a:lnTo>
                  <a:pt x="2966684" y="6373583"/>
                </a:lnTo>
                <a:cubicBezTo>
                  <a:pt x="2966684" y="6359537"/>
                  <a:pt x="2959296" y="6354060"/>
                  <a:pt x="2943106" y="6354060"/>
                </a:cubicBezTo>
                <a:close/>
                <a:moveTo>
                  <a:pt x="2702560" y="6353819"/>
                </a:moveTo>
                <a:lnTo>
                  <a:pt x="2753275" y="6353819"/>
                </a:lnTo>
                <a:cubicBezTo>
                  <a:pt x="2780187" y="6353819"/>
                  <a:pt x="2793759" y="6367158"/>
                  <a:pt x="2793759" y="6392158"/>
                </a:cubicBezTo>
                <a:cubicBezTo>
                  <a:pt x="2793759" y="6422636"/>
                  <a:pt x="2775658" y="6431686"/>
                  <a:pt x="2739462" y="6431686"/>
                </a:cubicBezTo>
                <a:lnTo>
                  <a:pt x="2702560" y="6431686"/>
                </a:lnTo>
                <a:close/>
                <a:moveTo>
                  <a:pt x="3512125" y="6331911"/>
                </a:moveTo>
                <a:cubicBezTo>
                  <a:pt x="3491165" y="6331911"/>
                  <a:pt x="3481648" y="6336681"/>
                  <a:pt x="3481648" y="6354293"/>
                </a:cubicBezTo>
                <a:lnTo>
                  <a:pt x="3481648" y="6361192"/>
                </a:lnTo>
                <a:cubicBezTo>
                  <a:pt x="3481648" y="6368339"/>
                  <a:pt x="3484981" y="6373816"/>
                  <a:pt x="3492128" y="6379767"/>
                </a:cubicBezTo>
                <a:lnTo>
                  <a:pt x="3467113" y="6394776"/>
                </a:lnTo>
                <a:cubicBezTo>
                  <a:pt x="3456407" y="6401202"/>
                  <a:pt x="3451878" y="6405008"/>
                  <a:pt x="3451878" y="6417633"/>
                </a:cubicBezTo>
                <a:lnTo>
                  <a:pt x="3451878" y="6425728"/>
                </a:lnTo>
                <a:cubicBezTo>
                  <a:pt x="3451878" y="6448825"/>
                  <a:pt x="3459499" y="6454776"/>
                  <a:pt x="3482589" y="6454776"/>
                </a:cubicBezTo>
                <a:lnTo>
                  <a:pt x="3526405" y="6454776"/>
                </a:lnTo>
                <a:cubicBezTo>
                  <a:pt x="3536637" y="6454776"/>
                  <a:pt x="3541640" y="6454302"/>
                  <a:pt x="3549502" y="6447388"/>
                </a:cubicBezTo>
                <a:lnTo>
                  <a:pt x="3560456" y="6437630"/>
                </a:lnTo>
                <a:lnTo>
                  <a:pt x="3580694" y="6454776"/>
                </a:lnTo>
                <a:lnTo>
                  <a:pt x="3618085" y="6454776"/>
                </a:lnTo>
                <a:lnTo>
                  <a:pt x="3579272" y="6422147"/>
                </a:lnTo>
                <a:lnTo>
                  <a:pt x="3607605" y="6398583"/>
                </a:lnTo>
                <a:lnTo>
                  <a:pt x="3591407" y="6384537"/>
                </a:lnTo>
                <a:lnTo>
                  <a:pt x="3562833" y="6408341"/>
                </a:lnTo>
                <a:lnTo>
                  <a:pt x="3504971" y="6360244"/>
                </a:lnTo>
                <a:lnTo>
                  <a:pt x="3504971" y="6351434"/>
                </a:lnTo>
                <a:lnTo>
                  <a:pt x="3545221" y="6351434"/>
                </a:lnTo>
                <a:lnTo>
                  <a:pt x="3545221" y="6367873"/>
                </a:lnTo>
                <a:lnTo>
                  <a:pt x="3567355" y="6364066"/>
                </a:lnTo>
                <a:lnTo>
                  <a:pt x="3567355" y="6356678"/>
                </a:lnTo>
                <a:cubicBezTo>
                  <a:pt x="3567355" y="6336681"/>
                  <a:pt x="3559019" y="6331911"/>
                  <a:pt x="3536877" y="6331911"/>
                </a:cubicBezTo>
                <a:close/>
                <a:moveTo>
                  <a:pt x="2673986" y="6331911"/>
                </a:moveTo>
                <a:lnTo>
                  <a:pt x="2673986" y="6454776"/>
                </a:lnTo>
                <a:lnTo>
                  <a:pt x="2745662" y="6454776"/>
                </a:lnTo>
                <a:cubicBezTo>
                  <a:pt x="2767555" y="6454776"/>
                  <a:pt x="2784227" y="6452632"/>
                  <a:pt x="2796144" y="6445259"/>
                </a:cubicBezTo>
                <a:cubicBezTo>
                  <a:pt x="2813290" y="6434779"/>
                  <a:pt x="2823281" y="6415729"/>
                  <a:pt x="2823281" y="6392632"/>
                </a:cubicBezTo>
                <a:cubicBezTo>
                  <a:pt x="2823281" y="6354534"/>
                  <a:pt x="2799003" y="6331911"/>
                  <a:pt x="2753035" y="6331911"/>
                </a:cubicBezTo>
                <a:close/>
                <a:moveTo>
                  <a:pt x="0" y="0"/>
                </a:moveTo>
                <a:lnTo>
                  <a:pt x="4145135" y="0"/>
                </a:lnTo>
                <a:lnTo>
                  <a:pt x="4145135" y="6858000"/>
                </a:lnTo>
                <a:lnTo>
                  <a:pt x="0" y="6858000"/>
                </a:lnTo>
                <a:close/>
              </a:path>
            </a:pathLst>
          </a:custGeom>
          <a:pattFill prst="ltUpDiag">
            <a:fgClr>
              <a:schemeClr val="bg1">
                <a:lumMod val="95000"/>
              </a:schemeClr>
            </a:fgClr>
            <a:bgClr>
              <a:schemeClr val="bg1"/>
            </a:bgClr>
          </a:pattFill>
        </p:spPr>
        <p:txBody>
          <a:bodyPr wrap="square">
            <a:noAutofit/>
          </a:bodyPr>
          <a:lstStyle/>
          <a:p>
            <a:r>
              <a:rPr lang="de-DE"/>
              <a:t>Bild durch Klicken auf Symbol hinzufügen</a:t>
            </a:r>
            <a:endParaRPr lang="en-US"/>
          </a:p>
        </p:txBody>
      </p:sp>
      <p:sp>
        <p:nvSpPr>
          <p:cNvPr id="5" name="copyright right">
            <a:extLst>
              <a:ext uri="{FF2B5EF4-FFF2-40B4-BE49-F238E27FC236}">
                <a16:creationId xmlns:a16="http://schemas.microsoft.com/office/drawing/2014/main" id="{B52D808D-D59B-F2DA-2210-F0A4C7543A70}"/>
              </a:ext>
              <a:ext uri="{C183D7F6-B498-43B3-948B-1728B52AA6E4}">
                <adec:decorative xmlns:adec="http://schemas.microsoft.com/office/drawing/2017/decorative" val="1"/>
              </a:ext>
            </a:extLst>
          </p:cNvPr>
          <p:cNvSpPr>
            <a:spLocks noGrp="1"/>
          </p:cNvSpPr>
          <p:nvPr>
            <p:ph type="body" sz="quarter" idx="19" hasCustomPrompt="1"/>
          </p:nvPr>
        </p:nvSpPr>
        <p:spPr>
          <a:xfrm rot="16200000">
            <a:off x="11672798" y="5759643"/>
            <a:ext cx="580379" cy="92333"/>
          </a:xfrm>
          <a:solidFill>
            <a:schemeClr val="bg1">
              <a:alpha val="0"/>
            </a:schemeClr>
          </a:solidFill>
        </p:spPr>
        <p:txBody>
          <a:bodyPr wrap="none" anchor="t"/>
          <a:lstStyle>
            <a:lvl1pPr>
              <a:spcBef>
                <a:spcPts val="0"/>
              </a:spcBef>
              <a:spcAft>
                <a:spcPts val="0"/>
              </a:spcAft>
              <a:defRPr sz="600">
                <a:solidFill>
                  <a:srgbClr val="B2B2B2"/>
                </a:solidFill>
              </a:defRPr>
            </a:lvl1pPr>
          </a:lstStyle>
          <a:p>
            <a:pPr lvl="0"/>
            <a:r>
              <a:rPr lang="de-DE" noProof="0"/>
              <a:t>© Copyright</a:t>
            </a:r>
          </a:p>
        </p:txBody>
      </p:sp>
      <p:sp>
        <p:nvSpPr>
          <p:cNvPr id="11" name="slide number">
            <a:extLst>
              <a:ext uri="{FF2B5EF4-FFF2-40B4-BE49-F238E27FC236}">
                <a16:creationId xmlns:a16="http://schemas.microsoft.com/office/drawing/2014/main" id="{FF9EE1B6-9C33-ADC4-275E-E8ED4605550A}"/>
              </a:ext>
            </a:extLst>
          </p:cNvPr>
          <p:cNvSpPr>
            <a:spLocks noGrp="1"/>
          </p:cNvSpPr>
          <p:nvPr>
            <p:ph type="sldNum" sz="quarter" idx="22"/>
          </p:nvPr>
        </p:nvSpPr>
        <p:spPr/>
        <p:txBody>
          <a:bodyPr/>
          <a:lstStyle/>
          <a:p>
            <a:fld id="{9829449A-3FF3-45CE-9F4F-09BADC0910C6}" type="slidenum">
              <a:rPr lang="de-DE"/>
              <a:pPr/>
              <a:t>‹Nr.›</a:t>
            </a:fld>
            <a:endParaRPr lang="de-DE"/>
          </a:p>
        </p:txBody>
      </p:sp>
      <p:sp>
        <p:nvSpPr>
          <p:cNvPr id="10" name="footer">
            <a:extLst>
              <a:ext uri="{FF2B5EF4-FFF2-40B4-BE49-F238E27FC236}">
                <a16:creationId xmlns:a16="http://schemas.microsoft.com/office/drawing/2014/main" id="{635EB24C-4D4A-FC28-03C9-89A521FEF61D}"/>
              </a:ext>
            </a:extLst>
          </p:cNvPr>
          <p:cNvSpPr>
            <a:spLocks noGrp="1"/>
          </p:cNvSpPr>
          <p:nvPr>
            <p:ph type="ftr" sz="quarter" idx="21"/>
          </p:nvPr>
        </p:nvSpPr>
        <p:spPr>
          <a:xfrm>
            <a:off x="763200" y="6386400"/>
            <a:ext cx="6999675" cy="180000"/>
          </a:xfrm>
        </p:spPr>
        <p:txBody>
          <a:bodyPr/>
          <a:lstStyle/>
          <a:p>
            <a:r>
              <a:rPr lang="de-DE"/>
              <a:t>SNB - TGA - 28.08.2026</a:t>
            </a:r>
          </a:p>
        </p:txBody>
      </p:sp>
      <p:sp>
        <p:nvSpPr>
          <p:cNvPr id="15" name="logo drees&amp;sommer white">
            <a:extLst>
              <a:ext uri="{FF2B5EF4-FFF2-40B4-BE49-F238E27FC236}">
                <a16:creationId xmlns:a16="http://schemas.microsoft.com/office/drawing/2014/main" id="{F3E5A22C-5837-40C0-8E09-40DEB6AA2A9D}"/>
              </a:ext>
              <a:ext uri="{C183D7F6-B498-43B3-948B-1728B52AA6E4}">
                <adec:decorative xmlns:adec="http://schemas.microsoft.com/office/drawing/2017/decorative" val="1"/>
              </a:ext>
            </a:extLst>
          </p:cNvPr>
          <p:cNvSpPr>
            <a:spLocks noGrp="1"/>
          </p:cNvSpPr>
          <p:nvPr>
            <p:ph type="media" sz="quarter" idx="20"/>
          </p:nvPr>
        </p:nvSpPr>
        <p:spPr bwMode="gray">
          <a:xfrm>
            <a:off x="10716797" y="6330042"/>
            <a:ext cx="946800" cy="288000"/>
          </a:xfrm>
          <a:blipFill>
            <a:blip r:embed="rId3" cstate="print">
              <a:extLst>
                <a:ext uri="{28A0092B-C50C-407E-A947-70E740481C1C}">
                  <a14:useLocalDpi xmlns:a14="http://schemas.microsoft.com/office/drawing/2010/main"/>
                </a:ext>
              </a:extLst>
            </a:blip>
            <a:stretch>
              <a:fillRect/>
            </a:stretch>
          </a:blipFill>
          <a:ln w="15875" cap="flat">
            <a:noFill/>
            <a:prstDash val="lgDash"/>
          </a:ln>
        </p:spPr>
        <p:txBody>
          <a:bodyPr/>
          <a:lstStyle>
            <a:lvl1pPr>
              <a:defRPr sz="100">
                <a:solidFill>
                  <a:schemeClr val="bg1"/>
                </a:solidFill>
              </a:defRPr>
            </a:lvl1pPr>
          </a:lstStyle>
          <a:p>
            <a:r>
              <a:rPr lang="de-DE"/>
              <a:t>Mediaclip durch Klicken auf Symbol hinzufügen</a:t>
            </a:r>
          </a:p>
        </p:txBody>
      </p:sp>
      <p:grpSp>
        <p:nvGrpSpPr>
          <p:cNvPr id="8" name="info">
            <a:extLst>
              <a:ext uri="{FF2B5EF4-FFF2-40B4-BE49-F238E27FC236}">
                <a16:creationId xmlns:a16="http://schemas.microsoft.com/office/drawing/2014/main" id="{D49497BB-F34F-AD5F-5ADA-C50C7D2DDCEE}"/>
              </a:ext>
              <a:ext uri="{C183D7F6-B498-43B3-948B-1728B52AA6E4}">
                <adec:decorative xmlns:adec="http://schemas.microsoft.com/office/drawing/2017/decorative" val="1"/>
              </a:ext>
            </a:extLst>
          </p:cNvPr>
          <p:cNvGrpSpPr/>
          <p:nvPr userDrawn="1"/>
        </p:nvGrpSpPr>
        <p:grpSpPr>
          <a:xfrm flipH="1">
            <a:off x="11233150" y="6990442"/>
            <a:ext cx="1501080" cy="886759"/>
            <a:chOff x="11406324" y="7739173"/>
            <a:chExt cx="1501080" cy="886759"/>
          </a:xfrm>
          <a:effectLst>
            <a:outerShdw blurRad="50800" dist="38100" dir="13500000" algn="br" rotWithShape="0">
              <a:prstClr val="black">
                <a:alpha val="40000"/>
              </a:prstClr>
            </a:outerShdw>
          </a:effectLst>
        </p:grpSpPr>
        <p:sp>
          <p:nvSpPr>
            <p:cNvPr id="9" name="info">
              <a:extLst>
                <a:ext uri="{FF2B5EF4-FFF2-40B4-BE49-F238E27FC236}">
                  <a16:creationId xmlns:a16="http://schemas.microsoft.com/office/drawing/2014/main" id="{272E30DA-56F1-81EB-12C4-34723EFD9ACB}"/>
                </a:ext>
              </a:extLst>
            </p:cNvPr>
            <p:cNvSpPr/>
            <p:nvPr userDrawn="1"/>
          </p:nvSpPr>
          <p:spPr bwMode="gray">
            <a:xfrm rot="5400000" flipH="1" flipV="1">
              <a:off x="12275350" y="7831227"/>
              <a:ext cx="724107"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tx2"/>
                </a:solidFill>
              </a:endParaRPr>
            </a:p>
            <a:p>
              <a:pPr indent="0" algn="l">
                <a:lnSpc>
                  <a:spcPct val="100000"/>
                </a:lnSpc>
                <a:spcBef>
                  <a:spcPts val="400"/>
                </a:spcBef>
                <a:spcAft>
                  <a:spcPts val="400"/>
                </a:spcAft>
              </a:pPr>
              <a:endParaRPr lang="en-US" sz="1050">
                <a:solidFill>
                  <a:schemeClr val="tx2"/>
                </a:solidFill>
              </a:endParaRPr>
            </a:p>
          </p:txBody>
        </p:sp>
        <p:sp>
          <p:nvSpPr>
            <p:cNvPr id="12" name="info">
              <a:extLst>
                <a:ext uri="{FF2B5EF4-FFF2-40B4-BE49-F238E27FC236}">
                  <a16:creationId xmlns:a16="http://schemas.microsoft.com/office/drawing/2014/main" id="{6614858D-AECE-74D6-0B21-58DA093CBDE4}"/>
                </a:ext>
              </a:extLst>
            </p:cNvPr>
            <p:cNvSpPr/>
            <p:nvPr userDrawn="1"/>
          </p:nvSpPr>
          <p:spPr bwMode="gray">
            <a:xfrm flipH="1">
              <a:off x="11406324" y="8011954"/>
              <a:ext cx="1501080" cy="61397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spAutoFit/>
            </a:bodyPr>
            <a:lstStyle/>
            <a:p>
              <a:pPr indent="0" algn="r">
                <a:lnSpc>
                  <a:spcPct val="100000"/>
                </a:lnSpc>
                <a:spcBef>
                  <a:spcPts val="400"/>
                </a:spcBef>
                <a:spcAft>
                  <a:spcPts val="400"/>
                </a:spcAft>
              </a:pPr>
              <a:r>
                <a:rPr lang="en-US" sz="1050" b="0" kern="1200" cap="none">
                  <a:solidFill>
                    <a:schemeClr val="bg1"/>
                  </a:solidFill>
                  <a:latin typeface="+mn-lt"/>
                  <a:ea typeface="+mn-ea"/>
                  <a:cs typeface="+mn-cs"/>
                </a:rPr>
                <a:t>Delete the white logo </a:t>
              </a:r>
              <a:br>
                <a:rPr lang="en-US" sz="1050" b="0" kern="1200" cap="none">
                  <a:solidFill>
                    <a:schemeClr val="bg1"/>
                  </a:solidFill>
                  <a:latin typeface="+mn-lt"/>
                  <a:ea typeface="+mn-ea"/>
                  <a:cs typeface="+mn-cs"/>
                </a:rPr>
              </a:br>
              <a:r>
                <a:rPr lang="en-US" sz="1050" b="0" kern="1200" cap="none">
                  <a:solidFill>
                    <a:schemeClr val="bg1"/>
                  </a:solidFill>
                  <a:latin typeface="+mn-lt"/>
                  <a:ea typeface="+mn-ea"/>
                  <a:cs typeface="+mn-cs"/>
                </a:rPr>
                <a:t>to get the </a:t>
              </a:r>
              <a:r>
                <a:rPr lang="en-US" sz="1050" b="1" kern="1200" cap="all">
                  <a:solidFill>
                    <a:schemeClr val="bg1"/>
                  </a:solidFill>
                  <a:latin typeface="+mn-lt"/>
                  <a:ea typeface="+mn-ea"/>
                  <a:cs typeface="+mn-cs"/>
                </a:rPr>
                <a:t>BLUE LOGO</a:t>
              </a:r>
            </a:p>
          </p:txBody>
        </p:sp>
      </p:grpSp>
      <p:grpSp>
        <p:nvGrpSpPr>
          <p:cNvPr id="6" name="info">
            <a:extLst>
              <a:ext uri="{FF2B5EF4-FFF2-40B4-BE49-F238E27FC236}">
                <a16:creationId xmlns:a16="http://schemas.microsoft.com/office/drawing/2014/main" id="{423A4947-3DDD-3E01-BD03-804EA4019DE4}"/>
              </a:ext>
            </a:extLst>
          </p:cNvPr>
          <p:cNvGrpSpPr/>
          <p:nvPr userDrawn="1"/>
        </p:nvGrpSpPr>
        <p:grpSpPr>
          <a:xfrm>
            <a:off x="12327529" y="2455567"/>
            <a:ext cx="2500337" cy="3640432"/>
            <a:chOff x="12327529" y="2995784"/>
            <a:chExt cx="2500337" cy="3640432"/>
          </a:xfrm>
          <a:effectLst>
            <a:outerShdw blurRad="50800" dist="38100" dir="8100000" algn="tr" rotWithShape="0">
              <a:prstClr val="black">
                <a:alpha val="40000"/>
              </a:prstClr>
            </a:outerShdw>
          </a:effectLst>
        </p:grpSpPr>
        <p:grpSp>
          <p:nvGrpSpPr>
            <p:cNvPr id="16" name="info">
              <a:extLst>
                <a:ext uri="{FF2B5EF4-FFF2-40B4-BE49-F238E27FC236}">
                  <a16:creationId xmlns:a16="http://schemas.microsoft.com/office/drawing/2014/main" id="{F7501E1E-513F-285D-89E1-0501965D5DAA}"/>
                </a:ext>
              </a:extLst>
            </p:cNvPr>
            <p:cNvGrpSpPr/>
            <p:nvPr userDrawn="1"/>
          </p:nvGrpSpPr>
          <p:grpSpPr>
            <a:xfrm>
              <a:off x="12596337" y="2995784"/>
              <a:ext cx="2231529" cy="1408806"/>
              <a:chOff x="12565380" y="2356671"/>
              <a:chExt cx="2231529" cy="1408806"/>
            </a:xfrm>
          </p:grpSpPr>
          <p:sp>
            <p:nvSpPr>
              <p:cNvPr id="20" name="info">
                <a:extLst>
                  <a:ext uri="{FF2B5EF4-FFF2-40B4-BE49-F238E27FC236}">
                    <a16:creationId xmlns:a16="http://schemas.microsoft.com/office/drawing/2014/main" id="{4E9A3B4B-2FC2-A895-046E-ACA58421BF77}"/>
                  </a:ext>
                </a:extLst>
              </p:cNvPr>
              <p:cNvSpPr/>
              <p:nvPr userDrawn="1"/>
            </p:nvSpPr>
            <p:spPr bwMode="gray">
              <a:xfrm rot="16200000" flipH="1">
                <a:off x="12153929" y="2814026"/>
                <a:ext cx="1362902"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21" name="info">
                <a:extLst>
                  <a:ext uri="{FF2B5EF4-FFF2-40B4-BE49-F238E27FC236}">
                    <a16:creationId xmlns:a16="http://schemas.microsoft.com/office/drawing/2014/main" id="{41B03156-AC25-ACCB-AB91-43F5EFF62B20}"/>
                  </a:ext>
                </a:extLst>
              </p:cNvPr>
              <p:cNvSpPr/>
              <p:nvPr userDrawn="1"/>
            </p:nvSpPr>
            <p:spPr bwMode="gray">
              <a:xfrm flipH="1">
                <a:off x="12565380" y="2356671"/>
                <a:ext cx="2231529" cy="114232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kern="1200" cap="all">
                    <a:solidFill>
                      <a:schemeClr val="bg1"/>
                    </a:solidFill>
                    <a:latin typeface="+mn-lt"/>
                    <a:ea typeface="+mn-ea"/>
                    <a:cs typeface="+mn-cs"/>
                  </a:rPr>
                  <a:t>IMAGE Credit Formatting</a:t>
                </a:r>
              </a:p>
              <a:p>
                <a:pPr indent="0" algn="l">
                  <a:lnSpc>
                    <a:spcPct val="100000"/>
                  </a:lnSpc>
                  <a:spcBef>
                    <a:spcPts val="400"/>
                  </a:spcBef>
                  <a:spcAft>
                    <a:spcPts val="400"/>
                  </a:spcAft>
                </a:pPr>
                <a:r>
                  <a:rPr lang="en-US" sz="1050" b="0" kern="1200" cap="none">
                    <a:solidFill>
                      <a:schemeClr val="bg1"/>
                    </a:solidFill>
                    <a:latin typeface="+mn-lt"/>
                    <a:ea typeface="+mn-ea"/>
                    <a:cs typeface="+mn-cs"/>
                  </a:rPr>
                  <a:t>Examples!</a:t>
                </a:r>
              </a:p>
              <a:p>
                <a:pPr indent="0" algn="l">
                  <a:lnSpc>
                    <a:spcPct val="100000"/>
                  </a:lnSpc>
                  <a:spcBef>
                    <a:spcPts val="400"/>
                  </a:spcBef>
                  <a:spcAft>
                    <a:spcPts val="400"/>
                  </a:spcAft>
                </a:pPr>
                <a:r>
                  <a:rPr lang="en-US" sz="1050" b="0" kern="1200" cap="none">
                    <a:solidFill>
                      <a:schemeClr val="bg1"/>
                    </a:solidFill>
                    <a:latin typeface="+mn-lt"/>
                    <a:ea typeface="+mn-ea"/>
                    <a:cs typeface="+mn-cs"/>
                  </a:rPr>
                  <a:t>© Westend66 – gettyimages.com</a:t>
                </a:r>
                <a:br>
                  <a:rPr lang="en-US" sz="1050" b="0" kern="1200" cap="none">
                    <a:solidFill>
                      <a:schemeClr val="bg1"/>
                    </a:solidFill>
                    <a:latin typeface="+mn-lt"/>
                    <a:ea typeface="+mn-ea"/>
                    <a:cs typeface="+mn-cs"/>
                  </a:rPr>
                </a:br>
                <a:r>
                  <a:rPr lang="en-US" sz="1050" b="0" kern="1200" cap="none">
                    <a:solidFill>
                      <a:schemeClr val="bg1"/>
                    </a:solidFill>
                    <a:latin typeface="+mn-lt"/>
                    <a:ea typeface="+mn-ea"/>
                    <a:cs typeface="+mn-cs"/>
                  </a:rPr>
                  <a:t>© AI generated – Drees &amp; Sommer</a:t>
                </a:r>
              </a:p>
            </p:txBody>
          </p:sp>
        </p:grpSp>
        <p:grpSp>
          <p:nvGrpSpPr>
            <p:cNvPr id="17" name="info">
              <a:extLst>
                <a:ext uri="{FF2B5EF4-FFF2-40B4-BE49-F238E27FC236}">
                  <a16:creationId xmlns:a16="http://schemas.microsoft.com/office/drawing/2014/main" id="{7B1BAAD4-367D-55A5-2EE3-FB361C6DA65B}"/>
                </a:ext>
              </a:extLst>
            </p:cNvPr>
            <p:cNvGrpSpPr>
              <a:grpSpLocks/>
            </p:cNvGrpSpPr>
            <p:nvPr userDrawn="1"/>
          </p:nvGrpSpPr>
          <p:grpSpPr>
            <a:xfrm>
              <a:off x="12327529" y="4480790"/>
              <a:ext cx="2500335" cy="2155426"/>
              <a:chOff x="12327530" y="4187428"/>
              <a:chExt cx="2500335" cy="2155426"/>
            </a:xfrm>
          </p:grpSpPr>
          <p:sp>
            <p:nvSpPr>
              <p:cNvPr id="18" name="info">
                <a:extLst>
                  <a:ext uri="{FF2B5EF4-FFF2-40B4-BE49-F238E27FC236}">
                    <a16:creationId xmlns:a16="http://schemas.microsoft.com/office/drawing/2014/main" id="{037BE1A2-16C1-1C95-F3AF-867C071B143B}"/>
                  </a:ext>
                </a:extLst>
              </p:cNvPr>
              <p:cNvSpPr/>
              <p:nvPr userDrawn="1"/>
            </p:nvSpPr>
            <p:spPr bwMode="gray">
              <a:xfrm flipH="1">
                <a:off x="12327530" y="5802854"/>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19" name="info">
                <a:extLst>
                  <a:ext uri="{FF2B5EF4-FFF2-40B4-BE49-F238E27FC236}">
                    <a16:creationId xmlns:a16="http://schemas.microsoft.com/office/drawing/2014/main" id="{BFB6006F-A486-CA34-F5F6-807D17AC7286}"/>
                  </a:ext>
                </a:extLst>
              </p:cNvPr>
              <p:cNvSpPr/>
              <p:nvPr userDrawn="1"/>
            </p:nvSpPr>
            <p:spPr bwMode="gray">
              <a:xfrm flipH="1">
                <a:off x="12596336" y="4187428"/>
                <a:ext cx="2231529" cy="215542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cap="all">
                    <a:solidFill>
                      <a:schemeClr val="bg1"/>
                    </a:solidFill>
                  </a:rPr>
                  <a:t>image credit</a:t>
                </a:r>
              </a:p>
              <a:p>
                <a:pPr indent="0" algn="l">
                  <a:lnSpc>
                    <a:spcPct val="100000"/>
                  </a:lnSpc>
                  <a:spcBef>
                    <a:spcPts val="400"/>
                  </a:spcBef>
                  <a:spcAft>
                    <a:spcPts val="400"/>
                  </a:spcAft>
                </a:pPr>
                <a:r>
                  <a:rPr lang="en-US" sz="1050" b="1">
                    <a:solidFill>
                      <a:schemeClr val="bg1"/>
                    </a:solidFill>
                  </a:rPr>
                  <a:t>Always include </a:t>
                </a:r>
                <a:r>
                  <a:rPr lang="en-US" sz="1050">
                    <a:solidFill>
                      <a:schemeClr val="bg1"/>
                    </a:solidFill>
                  </a:rPr>
                  <a:t>the image credit!</a:t>
                </a:r>
              </a:p>
              <a:p>
                <a:pPr indent="0" algn="l">
                  <a:lnSpc>
                    <a:spcPct val="100000"/>
                  </a:lnSpc>
                  <a:spcBef>
                    <a:spcPts val="400"/>
                  </a:spcBef>
                  <a:spcAft>
                    <a:spcPts val="400"/>
                  </a:spcAft>
                </a:pPr>
                <a:r>
                  <a:rPr lang="en-US" sz="1050">
                    <a:solidFill>
                      <a:schemeClr val="bg1"/>
                    </a:solidFill>
                  </a:rPr>
                  <a:t>How to get the image credit </a:t>
                </a:r>
                <a:r>
                  <a:rPr lang="en-US" sz="1050" b="1">
                    <a:solidFill>
                      <a:schemeClr val="bg1"/>
                    </a:solidFill>
                  </a:rPr>
                  <a:t>placeholder</a:t>
                </a:r>
                <a:r>
                  <a:rPr lang="en-US" sz="1050">
                    <a:solidFill>
                      <a:schemeClr val="bg1"/>
                    </a:solidFill>
                  </a:rPr>
                  <a:t> if it is no longer available on your slide by default: </a:t>
                </a:r>
              </a:p>
              <a:p>
                <a:pPr indent="0" algn="l">
                  <a:lnSpc>
                    <a:spcPct val="100000"/>
                  </a:lnSpc>
                  <a:spcBef>
                    <a:spcPts val="400"/>
                  </a:spcBef>
                  <a:spcAft>
                    <a:spcPts val="400"/>
                  </a:spcAft>
                </a:pPr>
                <a:r>
                  <a:rPr lang="en-US" sz="1050">
                    <a:solidFill>
                      <a:schemeClr val="bg1"/>
                    </a:solidFill>
                  </a:rPr>
                  <a:t>&gt; </a:t>
                </a:r>
                <a:r>
                  <a:rPr lang="en-US" sz="1050" b="0">
                    <a:solidFill>
                      <a:schemeClr val="bg1"/>
                    </a:solidFill>
                  </a:rPr>
                  <a:t>right-click on a free area</a:t>
                </a:r>
                <a:br>
                  <a:rPr lang="en-US" sz="1050" b="0">
                    <a:solidFill>
                      <a:schemeClr val="bg1"/>
                    </a:solidFill>
                  </a:rPr>
                </a:br>
                <a:r>
                  <a:rPr lang="en-US" sz="1050" b="0">
                    <a:solidFill>
                      <a:schemeClr val="bg1"/>
                    </a:solidFill>
                  </a:rPr>
                  <a:t>   on the slide</a:t>
                </a:r>
                <a:br>
                  <a:rPr lang="en-US" sz="1050" b="0">
                    <a:solidFill>
                      <a:schemeClr val="bg1"/>
                    </a:solidFill>
                  </a:rPr>
                </a:br>
                <a:r>
                  <a:rPr lang="en-US" sz="1050" b="0">
                    <a:solidFill>
                      <a:schemeClr val="bg1"/>
                    </a:solidFill>
                  </a:rPr>
                  <a:t>&gt; insert text element</a:t>
                </a:r>
                <a:endParaRPr lang="en-US" sz="1050">
                  <a:solidFill>
                    <a:schemeClr val="bg1"/>
                  </a:solidFill>
                </a:endParaRPr>
              </a:p>
              <a:p>
                <a:pPr indent="0" algn="l">
                  <a:lnSpc>
                    <a:spcPct val="100000"/>
                  </a:lnSpc>
                  <a:spcBef>
                    <a:spcPts val="400"/>
                  </a:spcBef>
                  <a:spcAft>
                    <a:spcPts val="400"/>
                  </a:spcAft>
                </a:pPr>
                <a:r>
                  <a:rPr lang="en-US" sz="1050">
                    <a:solidFill>
                      <a:schemeClr val="bg1"/>
                    </a:solidFill>
                  </a:rPr>
                  <a:t>“</a:t>
                </a:r>
                <a:r>
                  <a:rPr lang="en-US" sz="1050" b="1">
                    <a:solidFill>
                      <a:schemeClr val="bg1"/>
                    </a:solidFill>
                  </a:rPr>
                  <a:t>Copyright right</a:t>
                </a:r>
                <a:r>
                  <a:rPr lang="en-US" sz="1050">
                    <a:solidFill>
                      <a:schemeClr val="bg1"/>
                    </a:solidFill>
                  </a:rPr>
                  <a:t>”</a:t>
                </a:r>
              </a:p>
            </p:txBody>
          </p:sp>
        </p:grpSp>
      </p:grpSp>
      <p:sp>
        <p:nvSpPr>
          <p:cNvPr id="3" name="MIO_Placeholder_Mapping" hidden="1">
            <a:extLst>
              <a:ext uri="{FF2B5EF4-FFF2-40B4-BE49-F238E27FC236}">
                <a16:creationId xmlns:a16="http://schemas.microsoft.com/office/drawing/2014/main" id="{0B2DB4DF-EE94-6670-87C9-092B8CF21D3D}"/>
              </a:ext>
            </a:extLst>
          </p:cNvPr>
          <p:cNvSpPr/>
          <p:nvPr userDrawn="1">
            <p:custDataLst>
              <p:tags r:id="rId1"/>
            </p:custDataLst>
          </p:nvPr>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1782351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890">
          <p15:clr>
            <a:srgbClr val="FBAE40"/>
          </p15:clr>
        </p15:guide>
        <p15:guide id="2" pos="5069">
          <p15:clr>
            <a:srgbClr val="FBAE40"/>
          </p15:clr>
        </p15:guide>
        <p15:guide id="3" orient="horz" pos="64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 DARK Content &amp; Full Picture 2/1">
    <p:bg>
      <p:bgRef idx="1001">
        <a:schemeClr val="bg1"/>
      </p:bgRef>
    </p:bg>
    <p:spTree>
      <p:nvGrpSpPr>
        <p:cNvPr id="1" name=""/>
        <p:cNvGrpSpPr/>
        <p:nvPr/>
      </p:nvGrpSpPr>
      <p:grpSpPr>
        <a:xfrm>
          <a:off x="0" y="0"/>
          <a:ext cx="0" cy="0"/>
          <a:chOff x="0" y="0"/>
          <a:chExt cx="0" cy="0"/>
        </a:xfrm>
      </p:grpSpPr>
      <p:pic>
        <p:nvPicPr>
          <p:cNvPr id="3" name="background dreso">
            <a:extLst>
              <a:ext uri="{FF2B5EF4-FFF2-40B4-BE49-F238E27FC236}">
                <a16:creationId xmlns:a16="http://schemas.microsoft.com/office/drawing/2014/main" id="{1F2BD81D-75B3-388C-C80F-A87F1787F592}"/>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white">
          <a:xfrm>
            <a:off x="0" y="0"/>
            <a:ext cx="12191999" cy="6858000"/>
          </a:xfrm>
          <a:prstGeom prst="rect">
            <a:avLst/>
          </a:prstGeom>
        </p:spPr>
      </p:pic>
      <p:sp>
        <p:nvSpPr>
          <p:cNvPr id="14" name="logo drees&amp;sommer blue mask">
            <a:extLst>
              <a:ext uri="{FF2B5EF4-FFF2-40B4-BE49-F238E27FC236}">
                <a16:creationId xmlns:a16="http://schemas.microsoft.com/office/drawing/2014/main" id="{30573451-C3D8-4D01-84C3-D375C7D33197}"/>
              </a:ext>
              <a:ext uri="{C183D7F6-B498-43B3-948B-1728B52AA6E4}">
                <adec:decorative xmlns:adec="http://schemas.microsoft.com/office/drawing/2017/decorative" val="1"/>
              </a:ext>
            </a:extLst>
          </p:cNvPr>
          <p:cNvSpPr/>
          <p:nvPr/>
        </p:nvSpPr>
        <p:spPr bwMode="black">
          <a:xfrm>
            <a:off x="10579100" y="6197600"/>
            <a:ext cx="1270000" cy="584200"/>
          </a:xfrm>
          <a:prstGeom prst="rect">
            <a:avLst/>
          </a:prstGeom>
          <a:solidFill>
            <a:srgbClr val="00296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a:p>
        </p:txBody>
      </p:sp>
      <p:sp>
        <p:nvSpPr>
          <p:cNvPr id="2" name="title">
            <a:extLst>
              <a:ext uri="{FF2B5EF4-FFF2-40B4-BE49-F238E27FC236}">
                <a16:creationId xmlns:a16="http://schemas.microsoft.com/office/drawing/2014/main" id="{8FFCB50B-5503-4467-8A0F-9FBB8B48B97D}"/>
              </a:ext>
            </a:extLst>
          </p:cNvPr>
          <p:cNvSpPr>
            <a:spLocks noGrp="1"/>
          </p:cNvSpPr>
          <p:nvPr>
            <p:ph type="title"/>
          </p:nvPr>
        </p:nvSpPr>
        <p:spPr bwMode="black">
          <a:xfrm>
            <a:off x="525600" y="673200"/>
            <a:ext cx="7236000" cy="288000"/>
          </a:xfrm>
        </p:spPr>
        <p:txBody>
          <a:bodyPr lIns="0" tIns="0" rIns="0" bIns="0"/>
          <a:lstStyle>
            <a:lvl1pPr>
              <a:defRPr>
                <a:solidFill>
                  <a:schemeClr val="tx1"/>
                </a:solidFill>
              </a:defRPr>
            </a:lvl1pPr>
          </a:lstStyle>
          <a:p>
            <a:r>
              <a:rPr lang="de-DE"/>
              <a:t>Mastertitelformat bearbeiten</a:t>
            </a:r>
            <a:endParaRPr lang="en-US"/>
          </a:p>
        </p:txBody>
      </p:sp>
      <p:sp>
        <p:nvSpPr>
          <p:cNvPr id="4" name="MIO_CONVERT_SLIDES_SUBTITLE">
            <a:extLst>
              <a:ext uri="{FF2B5EF4-FFF2-40B4-BE49-F238E27FC236}">
                <a16:creationId xmlns:a16="http://schemas.microsoft.com/office/drawing/2014/main" id="{7086919D-8D03-4875-B9F0-05F0C8564079}"/>
              </a:ext>
            </a:extLst>
          </p:cNvPr>
          <p:cNvSpPr>
            <a:spLocks noGrp="1"/>
          </p:cNvSpPr>
          <p:nvPr>
            <p:ph type="body" sz="quarter" idx="14" hasCustomPrompt="1"/>
          </p:nvPr>
        </p:nvSpPr>
        <p:spPr bwMode="black">
          <a:xfrm>
            <a:off x="525600" y="1022400"/>
            <a:ext cx="7236000" cy="504000"/>
          </a:xfrm>
        </p:spPr>
        <p:txBody>
          <a:bodyPr/>
          <a:lstStyle>
            <a:lvl1pPr>
              <a:lnSpc>
                <a:spcPct val="85000"/>
              </a:lnSpc>
              <a:spcBef>
                <a:spcPts val="0"/>
              </a:spcBef>
              <a:spcAft>
                <a:spcPts val="0"/>
              </a:spcAft>
              <a:defRPr sz="2000">
                <a:solidFill>
                  <a:schemeClr val="tx1"/>
                </a:solidFill>
              </a:defRPr>
            </a:lvl1pPr>
          </a:lstStyle>
          <a:p>
            <a:pPr lvl="0"/>
            <a:r>
              <a:rPr lang="de-DE" err="1"/>
              <a:t>Subtitle</a:t>
            </a:r>
            <a:endParaRPr lang="en-US"/>
          </a:p>
        </p:txBody>
      </p:sp>
      <p:sp>
        <p:nvSpPr>
          <p:cNvPr id="9" name="content">
            <a:extLst>
              <a:ext uri="{FF2B5EF4-FFF2-40B4-BE49-F238E27FC236}">
                <a16:creationId xmlns:a16="http://schemas.microsoft.com/office/drawing/2014/main" id="{E1D333BD-2F45-F190-75B8-8C7DB285EACB}"/>
              </a:ext>
            </a:extLst>
          </p:cNvPr>
          <p:cNvSpPr>
            <a:spLocks noGrp="1"/>
          </p:cNvSpPr>
          <p:nvPr>
            <p:ph sz="quarter" idx="23"/>
          </p:nvPr>
        </p:nvSpPr>
        <p:spPr>
          <a:xfrm>
            <a:off x="525598" y="1602000"/>
            <a:ext cx="7236000" cy="4496401"/>
          </a:xfrm>
        </p:spPr>
        <p:txBody>
          <a:bodyPr/>
          <a:lstStyle>
            <a:lvl7pPr>
              <a:defRPr>
                <a:solidFill>
                  <a:schemeClr val="tx1"/>
                </a:solidFill>
              </a:defRPr>
            </a:lvl7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3" name="picture">
            <a:extLst>
              <a:ext uri="{FF2B5EF4-FFF2-40B4-BE49-F238E27FC236}">
                <a16:creationId xmlns:a16="http://schemas.microsoft.com/office/drawing/2014/main" id="{8E094460-BD2F-463B-A397-6EBBC121720C}"/>
              </a:ext>
            </a:extLst>
          </p:cNvPr>
          <p:cNvSpPr>
            <a:spLocks noGrp="1"/>
          </p:cNvSpPr>
          <p:nvPr>
            <p:ph type="pic" sz="quarter" idx="16"/>
          </p:nvPr>
        </p:nvSpPr>
        <p:spPr bwMode="gray">
          <a:xfrm>
            <a:off x="8046865" y="0"/>
            <a:ext cx="4145135" cy="6858000"/>
          </a:xfrm>
          <a:custGeom>
            <a:avLst/>
            <a:gdLst>
              <a:gd name="connsiteX0" fmla="*/ 2862478 w 4145135"/>
              <a:gd name="connsiteY0" fmla="*/ 6535879 h 6858000"/>
              <a:gd name="connsiteX1" fmla="*/ 2945303 w 4145135"/>
              <a:gd name="connsiteY1" fmla="*/ 6535879 h 6858000"/>
              <a:gd name="connsiteX2" fmla="*/ 2945303 w 4145135"/>
              <a:gd name="connsiteY2" fmla="*/ 6598745 h 6858000"/>
              <a:gd name="connsiteX3" fmla="*/ 2862478 w 4145135"/>
              <a:gd name="connsiteY3" fmla="*/ 6598745 h 6858000"/>
              <a:gd name="connsiteX4" fmla="*/ 3516391 w 4145135"/>
              <a:gd name="connsiteY4" fmla="*/ 6534690 h 6858000"/>
              <a:gd name="connsiteX5" fmla="*/ 3572350 w 4145135"/>
              <a:gd name="connsiteY5" fmla="*/ 6534690 h 6858000"/>
              <a:gd name="connsiteX6" fmla="*/ 3583544 w 4145135"/>
              <a:gd name="connsiteY6" fmla="*/ 6542786 h 6858000"/>
              <a:gd name="connsiteX7" fmla="*/ 3583544 w 4145135"/>
              <a:gd name="connsiteY7" fmla="*/ 6554455 h 6858000"/>
              <a:gd name="connsiteX8" fmla="*/ 3572350 w 4145135"/>
              <a:gd name="connsiteY8" fmla="*/ 6562550 h 6858000"/>
              <a:gd name="connsiteX9" fmla="*/ 3516391 w 4145135"/>
              <a:gd name="connsiteY9" fmla="*/ 6562550 h 6858000"/>
              <a:gd name="connsiteX10" fmla="*/ 2863441 w 4145135"/>
              <a:gd name="connsiteY10" fmla="*/ 6517318 h 6858000"/>
              <a:gd name="connsiteX11" fmla="*/ 2836725 w 4145135"/>
              <a:gd name="connsiteY11" fmla="*/ 6541122 h 6858000"/>
              <a:gd name="connsiteX12" fmla="*/ 2836725 w 4145135"/>
              <a:gd name="connsiteY12" fmla="*/ 6594223 h 6858000"/>
              <a:gd name="connsiteX13" fmla="*/ 2863441 w 4145135"/>
              <a:gd name="connsiteY13" fmla="*/ 6618042 h 6858000"/>
              <a:gd name="connsiteX14" fmla="*/ 2942865 w 4145135"/>
              <a:gd name="connsiteY14" fmla="*/ 6618042 h 6858000"/>
              <a:gd name="connsiteX15" fmla="*/ 2969581 w 4145135"/>
              <a:gd name="connsiteY15" fmla="*/ 6594223 h 6858000"/>
              <a:gd name="connsiteX16" fmla="*/ 2969581 w 4145135"/>
              <a:gd name="connsiteY16" fmla="*/ 6541122 h 6858000"/>
              <a:gd name="connsiteX17" fmla="*/ 2942865 w 4145135"/>
              <a:gd name="connsiteY17" fmla="*/ 6517318 h 6858000"/>
              <a:gd name="connsiteX18" fmla="*/ 3492120 w 4145135"/>
              <a:gd name="connsiteY18" fmla="*/ 6517311 h 6858000"/>
              <a:gd name="connsiteX19" fmla="*/ 3492120 w 4145135"/>
              <a:gd name="connsiteY19" fmla="*/ 6618035 h 6858000"/>
              <a:gd name="connsiteX20" fmla="*/ 3516398 w 4145135"/>
              <a:gd name="connsiteY20" fmla="*/ 6618035 h 6858000"/>
              <a:gd name="connsiteX21" fmla="*/ 3516398 w 4145135"/>
              <a:gd name="connsiteY21" fmla="*/ 6579929 h 6858000"/>
              <a:gd name="connsiteX22" fmla="*/ 3539495 w 4145135"/>
              <a:gd name="connsiteY22" fmla="*/ 6579929 h 6858000"/>
              <a:gd name="connsiteX23" fmla="*/ 3581641 w 4145135"/>
              <a:gd name="connsiteY23" fmla="*/ 6618035 h 6858000"/>
              <a:gd name="connsiteX24" fmla="*/ 3616888 w 4145135"/>
              <a:gd name="connsiteY24" fmla="*/ 6618035 h 6858000"/>
              <a:gd name="connsiteX25" fmla="*/ 3569032 w 4145135"/>
              <a:gd name="connsiteY25" fmla="*/ 6579929 h 6858000"/>
              <a:gd name="connsiteX26" fmla="*/ 3582845 w 4145135"/>
              <a:gd name="connsiteY26" fmla="*/ 6579929 h 6858000"/>
              <a:gd name="connsiteX27" fmla="*/ 3606415 w 4145135"/>
              <a:gd name="connsiteY27" fmla="*/ 6560639 h 6858000"/>
              <a:gd name="connsiteX28" fmla="*/ 3606415 w 4145135"/>
              <a:gd name="connsiteY28" fmla="*/ 6536835 h 6858000"/>
              <a:gd name="connsiteX29" fmla="*/ 3582845 w 4145135"/>
              <a:gd name="connsiteY29" fmla="*/ 6517311 h 6858000"/>
              <a:gd name="connsiteX30" fmla="*/ 3354780 w 4145135"/>
              <a:gd name="connsiteY30" fmla="*/ 6517311 h 6858000"/>
              <a:gd name="connsiteX31" fmla="*/ 3354780 w 4145135"/>
              <a:gd name="connsiteY31" fmla="*/ 6618035 h 6858000"/>
              <a:gd name="connsiteX32" fmla="*/ 3466254 w 4145135"/>
              <a:gd name="connsiteY32" fmla="*/ 6618035 h 6858000"/>
              <a:gd name="connsiteX33" fmla="*/ 3466254 w 4145135"/>
              <a:gd name="connsiteY33" fmla="*/ 6599219 h 6858000"/>
              <a:gd name="connsiteX34" fmla="*/ 3380044 w 4145135"/>
              <a:gd name="connsiteY34" fmla="*/ 6599219 h 6858000"/>
              <a:gd name="connsiteX35" fmla="*/ 3380044 w 4145135"/>
              <a:gd name="connsiteY35" fmla="*/ 6574452 h 6858000"/>
              <a:gd name="connsiteX36" fmla="*/ 3429593 w 4145135"/>
              <a:gd name="connsiteY36" fmla="*/ 6574452 h 6858000"/>
              <a:gd name="connsiteX37" fmla="*/ 3429593 w 4145135"/>
              <a:gd name="connsiteY37" fmla="*/ 6557073 h 6858000"/>
              <a:gd name="connsiteX38" fmla="*/ 3380044 w 4145135"/>
              <a:gd name="connsiteY38" fmla="*/ 6557073 h 6858000"/>
              <a:gd name="connsiteX39" fmla="*/ 3380044 w 4145135"/>
              <a:gd name="connsiteY39" fmla="*/ 6535179 h 6858000"/>
              <a:gd name="connsiteX40" fmla="*/ 3465043 w 4145135"/>
              <a:gd name="connsiteY40" fmla="*/ 6535179 h 6858000"/>
              <a:gd name="connsiteX41" fmla="*/ 3465043 w 4145135"/>
              <a:gd name="connsiteY41" fmla="*/ 6517311 h 6858000"/>
              <a:gd name="connsiteX42" fmla="*/ 3178589 w 4145135"/>
              <a:gd name="connsiteY42" fmla="*/ 6517311 h 6858000"/>
              <a:gd name="connsiteX43" fmla="*/ 3178589 w 4145135"/>
              <a:gd name="connsiteY43" fmla="*/ 6618035 h 6858000"/>
              <a:gd name="connsiteX44" fmla="*/ 3201558 w 4145135"/>
              <a:gd name="connsiteY44" fmla="*/ 6618035 h 6858000"/>
              <a:gd name="connsiteX45" fmla="*/ 3201558 w 4145135"/>
              <a:gd name="connsiteY45" fmla="*/ 6550414 h 6858000"/>
              <a:gd name="connsiteX46" fmla="*/ 3247940 w 4145135"/>
              <a:gd name="connsiteY46" fmla="*/ 6605892 h 6858000"/>
              <a:gd name="connsiteX47" fmla="*/ 3252800 w 4145135"/>
              <a:gd name="connsiteY47" fmla="*/ 6605892 h 6858000"/>
              <a:gd name="connsiteX48" fmla="*/ 3298693 w 4145135"/>
              <a:gd name="connsiteY48" fmla="*/ 6548737 h 6858000"/>
              <a:gd name="connsiteX49" fmla="*/ 3298693 w 4145135"/>
              <a:gd name="connsiteY49" fmla="*/ 6618035 h 6858000"/>
              <a:gd name="connsiteX50" fmla="*/ 3322008 w 4145135"/>
              <a:gd name="connsiteY50" fmla="*/ 6618035 h 6858000"/>
              <a:gd name="connsiteX51" fmla="*/ 3322008 w 4145135"/>
              <a:gd name="connsiteY51" fmla="*/ 6517311 h 6858000"/>
              <a:gd name="connsiteX52" fmla="*/ 3301860 w 4145135"/>
              <a:gd name="connsiteY52" fmla="*/ 6517311 h 6858000"/>
              <a:gd name="connsiteX53" fmla="*/ 3251822 w 4145135"/>
              <a:gd name="connsiteY53" fmla="*/ 6577070 h 6858000"/>
              <a:gd name="connsiteX54" fmla="*/ 3201558 w 4145135"/>
              <a:gd name="connsiteY54" fmla="*/ 6517311 h 6858000"/>
              <a:gd name="connsiteX55" fmla="*/ 3001270 w 4145135"/>
              <a:gd name="connsiteY55" fmla="*/ 6517311 h 6858000"/>
              <a:gd name="connsiteX56" fmla="*/ 3001270 w 4145135"/>
              <a:gd name="connsiteY56" fmla="*/ 6618035 h 6858000"/>
              <a:gd name="connsiteX57" fmla="*/ 3024231 w 4145135"/>
              <a:gd name="connsiteY57" fmla="*/ 6618035 h 6858000"/>
              <a:gd name="connsiteX58" fmla="*/ 3024231 w 4145135"/>
              <a:gd name="connsiteY58" fmla="*/ 6550414 h 6858000"/>
              <a:gd name="connsiteX59" fmla="*/ 3070613 w 4145135"/>
              <a:gd name="connsiteY59" fmla="*/ 6605892 h 6858000"/>
              <a:gd name="connsiteX60" fmla="*/ 3075466 w 4145135"/>
              <a:gd name="connsiteY60" fmla="*/ 6605892 h 6858000"/>
              <a:gd name="connsiteX61" fmla="*/ 3121374 w 4145135"/>
              <a:gd name="connsiteY61" fmla="*/ 6548737 h 6858000"/>
              <a:gd name="connsiteX62" fmla="*/ 3121374 w 4145135"/>
              <a:gd name="connsiteY62" fmla="*/ 6618035 h 6858000"/>
              <a:gd name="connsiteX63" fmla="*/ 3144689 w 4145135"/>
              <a:gd name="connsiteY63" fmla="*/ 6618035 h 6858000"/>
              <a:gd name="connsiteX64" fmla="*/ 3144689 w 4145135"/>
              <a:gd name="connsiteY64" fmla="*/ 6517311 h 6858000"/>
              <a:gd name="connsiteX65" fmla="*/ 3124534 w 4145135"/>
              <a:gd name="connsiteY65" fmla="*/ 6517311 h 6858000"/>
              <a:gd name="connsiteX66" fmla="*/ 3074503 w 4145135"/>
              <a:gd name="connsiteY66" fmla="*/ 6577070 h 6858000"/>
              <a:gd name="connsiteX67" fmla="*/ 3024231 w 4145135"/>
              <a:gd name="connsiteY67" fmla="*/ 6517311 h 6858000"/>
              <a:gd name="connsiteX68" fmla="*/ 2705412 w 4145135"/>
              <a:gd name="connsiteY68" fmla="*/ 6495162 h 6858000"/>
              <a:gd name="connsiteX69" fmla="*/ 2674934 w 4145135"/>
              <a:gd name="connsiteY69" fmla="*/ 6524218 h 6858000"/>
              <a:gd name="connsiteX70" fmla="*/ 2674934 w 4145135"/>
              <a:gd name="connsiteY70" fmla="*/ 6537775 h 6858000"/>
              <a:gd name="connsiteX71" fmla="*/ 2705412 w 4145135"/>
              <a:gd name="connsiteY71" fmla="*/ 6566830 h 6858000"/>
              <a:gd name="connsiteX72" fmla="*/ 2782090 w 4145135"/>
              <a:gd name="connsiteY72" fmla="*/ 6566830 h 6858000"/>
              <a:gd name="connsiteX73" fmla="*/ 2782090 w 4145135"/>
              <a:gd name="connsiteY73" fmla="*/ 6594930 h 6858000"/>
              <a:gd name="connsiteX74" fmla="*/ 2695187 w 4145135"/>
              <a:gd name="connsiteY74" fmla="*/ 6594930 h 6858000"/>
              <a:gd name="connsiteX75" fmla="*/ 2695187 w 4145135"/>
              <a:gd name="connsiteY75" fmla="*/ 6581704 h 6858000"/>
              <a:gd name="connsiteX76" fmla="*/ 2669931 w 4145135"/>
              <a:gd name="connsiteY76" fmla="*/ 6586948 h 6858000"/>
              <a:gd name="connsiteX77" fmla="*/ 2669931 w 4145135"/>
              <a:gd name="connsiteY77" fmla="*/ 6588979 h 6858000"/>
              <a:gd name="connsiteX78" fmla="*/ 2700649 w 4145135"/>
              <a:gd name="connsiteY78" fmla="*/ 6618027 h 6858000"/>
              <a:gd name="connsiteX79" fmla="*/ 2776621 w 4145135"/>
              <a:gd name="connsiteY79" fmla="*/ 6618027 h 6858000"/>
              <a:gd name="connsiteX80" fmla="*/ 2807339 w 4145135"/>
              <a:gd name="connsiteY80" fmla="*/ 6588979 h 6858000"/>
              <a:gd name="connsiteX81" fmla="*/ 2807339 w 4145135"/>
              <a:gd name="connsiteY81" fmla="*/ 6572074 h 6858000"/>
              <a:gd name="connsiteX82" fmla="*/ 2776621 w 4145135"/>
              <a:gd name="connsiteY82" fmla="*/ 6543019 h 6858000"/>
              <a:gd name="connsiteX83" fmla="*/ 2699934 w 4145135"/>
              <a:gd name="connsiteY83" fmla="*/ 6543019 h 6858000"/>
              <a:gd name="connsiteX84" fmla="*/ 2699934 w 4145135"/>
              <a:gd name="connsiteY84" fmla="*/ 6516596 h 6858000"/>
              <a:gd name="connsiteX85" fmla="*/ 2780420 w 4145135"/>
              <a:gd name="connsiteY85" fmla="*/ 6516596 h 6858000"/>
              <a:gd name="connsiteX86" fmla="*/ 2780420 w 4145135"/>
              <a:gd name="connsiteY86" fmla="*/ 6529905 h 6858000"/>
              <a:gd name="connsiteX87" fmla="*/ 2805661 w 4145135"/>
              <a:gd name="connsiteY87" fmla="*/ 6523954 h 6858000"/>
              <a:gd name="connsiteX88" fmla="*/ 2805661 w 4145135"/>
              <a:gd name="connsiteY88" fmla="*/ 6522074 h 6858000"/>
              <a:gd name="connsiteX89" fmla="*/ 2775184 w 4145135"/>
              <a:gd name="connsiteY89" fmla="*/ 6495162 h 6858000"/>
              <a:gd name="connsiteX90" fmla="*/ 3507356 w 4145135"/>
              <a:gd name="connsiteY90" fmla="*/ 6392873 h 6858000"/>
              <a:gd name="connsiteX91" fmla="*/ 3544258 w 4145135"/>
              <a:gd name="connsiteY91" fmla="*/ 6423591 h 6858000"/>
              <a:gd name="connsiteX92" fmla="*/ 3532830 w 4145135"/>
              <a:gd name="connsiteY92" fmla="*/ 6433349 h 6858000"/>
              <a:gd name="connsiteX93" fmla="*/ 3475930 w 4145135"/>
              <a:gd name="connsiteY93" fmla="*/ 6433349 h 6858000"/>
              <a:gd name="connsiteX94" fmla="*/ 3475930 w 4145135"/>
              <a:gd name="connsiteY94" fmla="*/ 6433342 h 6858000"/>
              <a:gd name="connsiteX95" fmla="*/ 3475930 w 4145135"/>
              <a:gd name="connsiteY95" fmla="*/ 6412396 h 6858000"/>
              <a:gd name="connsiteX96" fmla="*/ 2876667 w 4145135"/>
              <a:gd name="connsiteY96" fmla="*/ 6371439 h 6858000"/>
              <a:gd name="connsiteX97" fmla="*/ 2932626 w 4145135"/>
              <a:gd name="connsiteY97" fmla="*/ 6371439 h 6858000"/>
              <a:gd name="connsiteX98" fmla="*/ 2943820 w 4145135"/>
              <a:gd name="connsiteY98" fmla="*/ 6379534 h 6858000"/>
              <a:gd name="connsiteX99" fmla="*/ 2943820 w 4145135"/>
              <a:gd name="connsiteY99" fmla="*/ 6391203 h 6858000"/>
              <a:gd name="connsiteX100" fmla="*/ 2932626 w 4145135"/>
              <a:gd name="connsiteY100" fmla="*/ 6399298 h 6858000"/>
              <a:gd name="connsiteX101" fmla="*/ 2876667 w 4145135"/>
              <a:gd name="connsiteY101" fmla="*/ 6399298 h 6858000"/>
              <a:gd name="connsiteX102" fmla="*/ 3302440 w 4145135"/>
              <a:gd name="connsiteY102" fmla="*/ 6354060 h 6858000"/>
              <a:gd name="connsiteX103" fmla="*/ 3276003 w 4145135"/>
              <a:gd name="connsiteY103" fmla="*/ 6377879 h 6858000"/>
              <a:gd name="connsiteX104" fmla="*/ 3276003 w 4145135"/>
              <a:gd name="connsiteY104" fmla="*/ 6389074 h 6858000"/>
              <a:gd name="connsiteX105" fmla="*/ 3302440 w 4145135"/>
              <a:gd name="connsiteY105" fmla="*/ 6412878 h 6858000"/>
              <a:gd name="connsiteX106" fmla="*/ 3367676 w 4145135"/>
              <a:gd name="connsiteY106" fmla="*/ 6412878 h 6858000"/>
              <a:gd name="connsiteX107" fmla="*/ 3367676 w 4145135"/>
              <a:gd name="connsiteY107" fmla="*/ 6435983 h 6858000"/>
              <a:gd name="connsiteX108" fmla="*/ 3293615 w 4145135"/>
              <a:gd name="connsiteY108" fmla="*/ 6435983 h 6858000"/>
              <a:gd name="connsiteX109" fmla="*/ 3293615 w 4145135"/>
              <a:gd name="connsiteY109" fmla="*/ 6425375 h 6858000"/>
              <a:gd name="connsiteX110" fmla="*/ 3271722 w 4145135"/>
              <a:gd name="connsiteY110" fmla="*/ 6429430 h 6858000"/>
              <a:gd name="connsiteX111" fmla="*/ 3271722 w 4145135"/>
              <a:gd name="connsiteY111" fmla="*/ 6430980 h 6858000"/>
              <a:gd name="connsiteX112" fmla="*/ 3298144 w 4145135"/>
              <a:gd name="connsiteY112" fmla="*/ 6454784 h 6858000"/>
              <a:gd name="connsiteX113" fmla="*/ 3363636 w 4145135"/>
              <a:gd name="connsiteY113" fmla="*/ 6454784 h 6858000"/>
              <a:gd name="connsiteX114" fmla="*/ 3389825 w 4145135"/>
              <a:gd name="connsiteY114" fmla="*/ 6430980 h 6858000"/>
              <a:gd name="connsiteX115" fmla="*/ 3389825 w 4145135"/>
              <a:gd name="connsiteY115" fmla="*/ 6417166 h 6858000"/>
              <a:gd name="connsiteX116" fmla="*/ 3363636 w 4145135"/>
              <a:gd name="connsiteY116" fmla="*/ 6393362 h 6858000"/>
              <a:gd name="connsiteX117" fmla="*/ 3298144 w 4145135"/>
              <a:gd name="connsiteY117" fmla="*/ 6393362 h 6858000"/>
              <a:gd name="connsiteX118" fmla="*/ 3298144 w 4145135"/>
              <a:gd name="connsiteY118" fmla="*/ 6372154 h 6858000"/>
              <a:gd name="connsiteX119" fmla="*/ 3367435 w 4145135"/>
              <a:gd name="connsiteY119" fmla="*/ 6372154 h 6858000"/>
              <a:gd name="connsiteX120" fmla="*/ 3367435 w 4145135"/>
              <a:gd name="connsiteY120" fmla="*/ 6381565 h 6858000"/>
              <a:gd name="connsiteX121" fmla="*/ 3388621 w 4145135"/>
              <a:gd name="connsiteY121" fmla="*/ 6377051 h 6858000"/>
              <a:gd name="connsiteX122" fmla="*/ 3388621 w 4145135"/>
              <a:gd name="connsiteY122" fmla="*/ 6375968 h 6858000"/>
              <a:gd name="connsiteX123" fmla="*/ 3362199 w 4145135"/>
              <a:gd name="connsiteY123" fmla="*/ 6354060 h 6858000"/>
              <a:gd name="connsiteX124" fmla="*/ 3138106 w 4145135"/>
              <a:gd name="connsiteY124" fmla="*/ 6354060 h 6858000"/>
              <a:gd name="connsiteX125" fmla="*/ 3138106 w 4145135"/>
              <a:gd name="connsiteY125" fmla="*/ 6454776 h 6858000"/>
              <a:gd name="connsiteX126" fmla="*/ 3247399 w 4145135"/>
              <a:gd name="connsiteY126" fmla="*/ 6454776 h 6858000"/>
              <a:gd name="connsiteX127" fmla="*/ 3247399 w 4145135"/>
              <a:gd name="connsiteY127" fmla="*/ 6435967 h 6858000"/>
              <a:gd name="connsiteX128" fmla="*/ 3162873 w 4145135"/>
              <a:gd name="connsiteY128" fmla="*/ 6435967 h 6858000"/>
              <a:gd name="connsiteX129" fmla="*/ 3162873 w 4145135"/>
              <a:gd name="connsiteY129" fmla="*/ 6411200 h 6858000"/>
              <a:gd name="connsiteX130" fmla="*/ 3211445 w 4145135"/>
              <a:gd name="connsiteY130" fmla="*/ 6411200 h 6858000"/>
              <a:gd name="connsiteX131" fmla="*/ 3211445 w 4145135"/>
              <a:gd name="connsiteY131" fmla="*/ 6393821 h 6858000"/>
              <a:gd name="connsiteX132" fmla="*/ 3162873 w 4145135"/>
              <a:gd name="connsiteY132" fmla="*/ 6393821 h 6858000"/>
              <a:gd name="connsiteX133" fmla="*/ 3162873 w 4145135"/>
              <a:gd name="connsiteY133" fmla="*/ 6371913 h 6858000"/>
              <a:gd name="connsiteX134" fmla="*/ 3246218 w 4145135"/>
              <a:gd name="connsiteY134" fmla="*/ 6371913 h 6858000"/>
              <a:gd name="connsiteX135" fmla="*/ 3246218 w 4145135"/>
              <a:gd name="connsiteY135" fmla="*/ 6354060 h 6858000"/>
              <a:gd name="connsiteX136" fmla="*/ 3000397 w 4145135"/>
              <a:gd name="connsiteY136" fmla="*/ 6354060 h 6858000"/>
              <a:gd name="connsiteX137" fmla="*/ 3000397 w 4145135"/>
              <a:gd name="connsiteY137" fmla="*/ 6454776 h 6858000"/>
              <a:gd name="connsiteX138" fmla="*/ 3109690 w 4145135"/>
              <a:gd name="connsiteY138" fmla="*/ 6454776 h 6858000"/>
              <a:gd name="connsiteX139" fmla="*/ 3109690 w 4145135"/>
              <a:gd name="connsiteY139" fmla="*/ 6435967 h 6858000"/>
              <a:gd name="connsiteX140" fmla="*/ 3025164 w 4145135"/>
              <a:gd name="connsiteY140" fmla="*/ 6435967 h 6858000"/>
              <a:gd name="connsiteX141" fmla="*/ 3025164 w 4145135"/>
              <a:gd name="connsiteY141" fmla="*/ 6411200 h 6858000"/>
              <a:gd name="connsiteX142" fmla="*/ 3073736 w 4145135"/>
              <a:gd name="connsiteY142" fmla="*/ 6411200 h 6858000"/>
              <a:gd name="connsiteX143" fmla="*/ 3073736 w 4145135"/>
              <a:gd name="connsiteY143" fmla="*/ 6393821 h 6858000"/>
              <a:gd name="connsiteX144" fmla="*/ 3025164 w 4145135"/>
              <a:gd name="connsiteY144" fmla="*/ 6393821 h 6858000"/>
              <a:gd name="connsiteX145" fmla="*/ 3025164 w 4145135"/>
              <a:gd name="connsiteY145" fmla="*/ 6371913 h 6858000"/>
              <a:gd name="connsiteX146" fmla="*/ 3108509 w 4145135"/>
              <a:gd name="connsiteY146" fmla="*/ 6371913 h 6858000"/>
              <a:gd name="connsiteX147" fmla="*/ 3108509 w 4145135"/>
              <a:gd name="connsiteY147" fmla="*/ 6354060 h 6858000"/>
              <a:gd name="connsiteX148" fmla="*/ 2852381 w 4145135"/>
              <a:gd name="connsiteY148" fmla="*/ 6354060 h 6858000"/>
              <a:gd name="connsiteX149" fmla="*/ 2852381 w 4145135"/>
              <a:gd name="connsiteY149" fmla="*/ 6454776 h 6858000"/>
              <a:gd name="connsiteX150" fmla="*/ 2876674 w 4145135"/>
              <a:gd name="connsiteY150" fmla="*/ 6454776 h 6858000"/>
              <a:gd name="connsiteX151" fmla="*/ 2876674 w 4145135"/>
              <a:gd name="connsiteY151" fmla="*/ 6416670 h 6858000"/>
              <a:gd name="connsiteX152" fmla="*/ 2899771 w 4145135"/>
              <a:gd name="connsiteY152" fmla="*/ 6416670 h 6858000"/>
              <a:gd name="connsiteX153" fmla="*/ 2941917 w 4145135"/>
              <a:gd name="connsiteY153" fmla="*/ 6454776 h 6858000"/>
              <a:gd name="connsiteX154" fmla="*/ 2977164 w 4145135"/>
              <a:gd name="connsiteY154" fmla="*/ 6454776 h 6858000"/>
              <a:gd name="connsiteX155" fmla="*/ 2929293 w 4145135"/>
              <a:gd name="connsiteY155" fmla="*/ 6416670 h 6858000"/>
              <a:gd name="connsiteX156" fmla="*/ 2943106 w 4145135"/>
              <a:gd name="connsiteY156" fmla="*/ 6416670 h 6858000"/>
              <a:gd name="connsiteX157" fmla="*/ 2966684 w 4145135"/>
              <a:gd name="connsiteY157" fmla="*/ 6397395 h 6858000"/>
              <a:gd name="connsiteX158" fmla="*/ 2966684 w 4145135"/>
              <a:gd name="connsiteY158" fmla="*/ 6373583 h 6858000"/>
              <a:gd name="connsiteX159" fmla="*/ 2943106 w 4145135"/>
              <a:gd name="connsiteY159" fmla="*/ 6354060 h 6858000"/>
              <a:gd name="connsiteX160" fmla="*/ 2702560 w 4145135"/>
              <a:gd name="connsiteY160" fmla="*/ 6353819 h 6858000"/>
              <a:gd name="connsiteX161" fmla="*/ 2753275 w 4145135"/>
              <a:gd name="connsiteY161" fmla="*/ 6353819 h 6858000"/>
              <a:gd name="connsiteX162" fmla="*/ 2793759 w 4145135"/>
              <a:gd name="connsiteY162" fmla="*/ 6392158 h 6858000"/>
              <a:gd name="connsiteX163" fmla="*/ 2739462 w 4145135"/>
              <a:gd name="connsiteY163" fmla="*/ 6431686 h 6858000"/>
              <a:gd name="connsiteX164" fmla="*/ 2702560 w 4145135"/>
              <a:gd name="connsiteY164" fmla="*/ 6431686 h 6858000"/>
              <a:gd name="connsiteX165" fmla="*/ 3512125 w 4145135"/>
              <a:gd name="connsiteY165" fmla="*/ 6331911 h 6858000"/>
              <a:gd name="connsiteX166" fmla="*/ 3481648 w 4145135"/>
              <a:gd name="connsiteY166" fmla="*/ 6354293 h 6858000"/>
              <a:gd name="connsiteX167" fmla="*/ 3481648 w 4145135"/>
              <a:gd name="connsiteY167" fmla="*/ 6361192 h 6858000"/>
              <a:gd name="connsiteX168" fmla="*/ 3492128 w 4145135"/>
              <a:gd name="connsiteY168" fmla="*/ 6379767 h 6858000"/>
              <a:gd name="connsiteX169" fmla="*/ 3467113 w 4145135"/>
              <a:gd name="connsiteY169" fmla="*/ 6394776 h 6858000"/>
              <a:gd name="connsiteX170" fmla="*/ 3451878 w 4145135"/>
              <a:gd name="connsiteY170" fmla="*/ 6417633 h 6858000"/>
              <a:gd name="connsiteX171" fmla="*/ 3451878 w 4145135"/>
              <a:gd name="connsiteY171" fmla="*/ 6425728 h 6858000"/>
              <a:gd name="connsiteX172" fmla="*/ 3482589 w 4145135"/>
              <a:gd name="connsiteY172" fmla="*/ 6454776 h 6858000"/>
              <a:gd name="connsiteX173" fmla="*/ 3526405 w 4145135"/>
              <a:gd name="connsiteY173" fmla="*/ 6454776 h 6858000"/>
              <a:gd name="connsiteX174" fmla="*/ 3549502 w 4145135"/>
              <a:gd name="connsiteY174" fmla="*/ 6447388 h 6858000"/>
              <a:gd name="connsiteX175" fmla="*/ 3560456 w 4145135"/>
              <a:gd name="connsiteY175" fmla="*/ 6437630 h 6858000"/>
              <a:gd name="connsiteX176" fmla="*/ 3580694 w 4145135"/>
              <a:gd name="connsiteY176" fmla="*/ 6454776 h 6858000"/>
              <a:gd name="connsiteX177" fmla="*/ 3618085 w 4145135"/>
              <a:gd name="connsiteY177" fmla="*/ 6454776 h 6858000"/>
              <a:gd name="connsiteX178" fmla="*/ 3579272 w 4145135"/>
              <a:gd name="connsiteY178" fmla="*/ 6422147 h 6858000"/>
              <a:gd name="connsiteX179" fmla="*/ 3607605 w 4145135"/>
              <a:gd name="connsiteY179" fmla="*/ 6398583 h 6858000"/>
              <a:gd name="connsiteX180" fmla="*/ 3591407 w 4145135"/>
              <a:gd name="connsiteY180" fmla="*/ 6384537 h 6858000"/>
              <a:gd name="connsiteX181" fmla="*/ 3562833 w 4145135"/>
              <a:gd name="connsiteY181" fmla="*/ 6408341 h 6858000"/>
              <a:gd name="connsiteX182" fmla="*/ 3504971 w 4145135"/>
              <a:gd name="connsiteY182" fmla="*/ 6360244 h 6858000"/>
              <a:gd name="connsiteX183" fmla="*/ 3504971 w 4145135"/>
              <a:gd name="connsiteY183" fmla="*/ 6351434 h 6858000"/>
              <a:gd name="connsiteX184" fmla="*/ 3545221 w 4145135"/>
              <a:gd name="connsiteY184" fmla="*/ 6351434 h 6858000"/>
              <a:gd name="connsiteX185" fmla="*/ 3545221 w 4145135"/>
              <a:gd name="connsiteY185" fmla="*/ 6367873 h 6858000"/>
              <a:gd name="connsiteX186" fmla="*/ 3567355 w 4145135"/>
              <a:gd name="connsiteY186" fmla="*/ 6364066 h 6858000"/>
              <a:gd name="connsiteX187" fmla="*/ 3567355 w 4145135"/>
              <a:gd name="connsiteY187" fmla="*/ 6356678 h 6858000"/>
              <a:gd name="connsiteX188" fmla="*/ 3536877 w 4145135"/>
              <a:gd name="connsiteY188" fmla="*/ 6331911 h 6858000"/>
              <a:gd name="connsiteX189" fmla="*/ 2673986 w 4145135"/>
              <a:gd name="connsiteY189" fmla="*/ 6331911 h 6858000"/>
              <a:gd name="connsiteX190" fmla="*/ 2673986 w 4145135"/>
              <a:gd name="connsiteY190" fmla="*/ 6454776 h 6858000"/>
              <a:gd name="connsiteX191" fmla="*/ 2745662 w 4145135"/>
              <a:gd name="connsiteY191" fmla="*/ 6454776 h 6858000"/>
              <a:gd name="connsiteX192" fmla="*/ 2796144 w 4145135"/>
              <a:gd name="connsiteY192" fmla="*/ 6445259 h 6858000"/>
              <a:gd name="connsiteX193" fmla="*/ 2823281 w 4145135"/>
              <a:gd name="connsiteY193" fmla="*/ 6392632 h 6858000"/>
              <a:gd name="connsiteX194" fmla="*/ 2753035 w 4145135"/>
              <a:gd name="connsiteY194" fmla="*/ 6331911 h 6858000"/>
              <a:gd name="connsiteX195" fmla="*/ 0 w 4145135"/>
              <a:gd name="connsiteY195" fmla="*/ 0 h 6858000"/>
              <a:gd name="connsiteX196" fmla="*/ 4145135 w 4145135"/>
              <a:gd name="connsiteY196" fmla="*/ 0 h 6858000"/>
              <a:gd name="connsiteX197" fmla="*/ 4145135 w 4145135"/>
              <a:gd name="connsiteY197" fmla="*/ 6858000 h 6858000"/>
              <a:gd name="connsiteX198" fmla="*/ 0 w 4145135"/>
              <a:gd name="connsiteY19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4145135" h="6858000">
                <a:moveTo>
                  <a:pt x="2862478" y="6535879"/>
                </a:moveTo>
                <a:lnTo>
                  <a:pt x="2945303" y="6535879"/>
                </a:lnTo>
                <a:lnTo>
                  <a:pt x="2945303" y="6598745"/>
                </a:lnTo>
                <a:lnTo>
                  <a:pt x="2862478" y="6598745"/>
                </a:lnTo>
                <a:close/>
                <a:moveTo>
                  <a:pt x="3516391" y="6534690"/>
                </a:moveTo>
                <a:lnTo>
                  <a:pt x="3572350" y="6534690"/>
                </a:lnTo>
                <a:cubicBezTo>
                  <a:pt x="3579722" y="6534690"/>
                  <a:pt x="3583544" y="6536127"/>
                  <a:pt x="3583544" y="6542786"/>
                </a:cubicBezTo>
                <a:lnTo>
                  <a:pt x="3583544" y="6554455"/>
                </a:lnTo>
                <a:cubicBezTo>
                  <a:pt x="3583544" y="6561128"/>
                  <a:pt x="3579722" y="6562550"/>
                  <a:pt x="3572350" y="6562550"/>
                </a:cubicBezTo>
                <a:lnTo>
                  <a:pt x="3516391" y="6562550"/>
                </a:lnTo>
                <a:close/>
                <a:moveTo>
                  <a:pt x="2863441" y="6517318"/>
                </a:moveTo>
                <a:cubicBezTo>
                  <a:pt x="2843293" y="6517318"/>
                  <a:pt x="2836725" y="6521832"/>
                  <a:pt x="2836725" y="6541122"/>
                </a:cubicBezTo>
                <a:lnTo>
                  <a:pt x="2836725" y="6594223"/>
                </a:lnTo>
                <a:cubicBezTo>
                  <a:pt x="2836725" y="6613272"/>
                  <a:pt x="2843037" y="6618042"/>
                  <a:pt x="2863441" y="6618042"/>
                </a:cubicBezTo>
                <a:lnTo>
                  <a:pt x="2942865" y="6618042"/>
                </a:lnTo>
                <a:cubicBezTo>
                  <a:pt x="2963021" y="6618042"/>
                  <a:pt x="2969581" y="6613272"/>
                  <a:pt x="2969581" y="6594223"/>
                </a:cubicBezTo>
                <a:lnTo>
                  <a:pt x="2969581" y="6541122"/>
                </a:lnTo>
                <a:cubicBezTo>
                  <a:pt x="2969581" y="6521832"/>
                  <a:pt x="2963013" y="6517318"/>
                  <a:pt x="2942865" y="6517318"/>
                </a:cubicBezTo>
                <a:close/>
                <a:moveTo>
                  <a:pt x="3492120" y="6517311"/>
                </a:moveTo>
                <a:lnTo>
                  <a:pt x="3492120" y="6618035"/>
                </a:lnTo>
                <a:lnTo>
                  <a:pt x="3516398" y="6618035"/>
                </a:lnTo>
                <a:lnTo>
                  <a:pt x="3516398" y="6579929"/>
                </a:lnTo>
                <a:lnTo>
                  <a:pt x="3539495" y="6579929"/>
                </a:lnTo>
                <a:lnTo>
                  <a:pt x="3581641" y="6618035"/>
                </a:lnTo>
                <a:lnTo>
                  <a:pt x="3616888" y="6618035"/>
                </a:lnTo>
                <a:lnTo>
                  <a:pt x="3569032" y="6579929"/>
                </a:lnTo>
                <a:lnTo>
                  <a:pt x="3582845" y="6579929"/>
                </a:lnTo>
                <a:cubicBezTo>
                  <a:pt x="3599027" y="6579929"/>
                  <a:pt x="3606415" y="6574452"/>
                  <a:pt x="3606415" y="6560639"/>
                </a:cubicBezTo>
                <a:lnTo>
                  <a:pt x="3606415" y="6536835"/>
                </a:lnTo>
                <a:cubicBezTo>
                  <a:pt x="3606415" y="6522788"/>
                  <a:pt x="3599027" y="6517311"/>
                  <a:pt x="3582845" y="6517311"/>
                </a:cubicBezTo>
                <a:close/>
                <a:moveTo>
                  <a:pt x="3354780" y="6517311"/>
                </a:moveTo>
                <a:lnTo>
                  <a:pt x="3354780" y="6618035"/>
                </a:lnTo>
                <a:lnTo>
                  <a:pt x="3466254" y="6618035"/>
                </a:lnTo>
                <a:lnTo>
                  <a:pt x="3466254" y="6599219"/>
                </a:lnTo>
                <a:lnTo>
                  <a:pt x="3380044" y="6599219"/>
                </a:lnTo>
                <a:lnTo>
                  <a:pt x="3380044" y="6574452"/>
                </a:lnTo>
                <a:lnTo>
                  <a:pt x="3429593" y="6574452"/>
                </a:lnTo>
                <a:lnTo>
                  <a:pt x="3429593" y="6557073"/>
                </a:lnTo>
                <a:lnTo>
                  <a:pt x="3380044" y="6557073"/>
                </a:lnTo>
                <a:lnTo>
                  <a:pt x="3380044" y="6535179"/>
                </a:lnTo>
                <a:lnTo>
                  <a:pt x="3465043" y="6535179"/>
                </a:lnTo>
                <a:lnTo>
                  <a:pt x="3465043" y="6517311"/>
                </a:lnTo>
                <a:close/>
                <a:moveTo>
                  <a:pt x="3178589" y="6517311"/>
                </a:moveTo>
                <a:lnTo>
                  <a:pt x="3178589" y="6618035"/>
                </a:lnTo>
                <a:lnTo>
                  <a:pt x="3201558" y="6618035"/>
                </a:lnTo>
                <a:lnTo>
                  <a:pt x="3201558" y="6550414"/>
                </a:lnTo>
                <a:lnTo>
                  <a:pt x="3247940" y="6605892"/>
                </a:lnTo>
                <a:lnTo>
                  <a:pt x="3252800" y="6605892"/>
                </a:lnTo>
                <a:lnTo>
                  <a:pt x="3298693" y="6548737"/>
                </a:lnTo>
                <a:lnTo>
                  <a:pt x="3298693" y="6618035"/>
                </a:lnTo>
                <a:lnTo>
                  <a:pt x="3322008" y="6618035"/>
                </a:lnTo>
                <a:lnTo>
                  <a:pt x="3322008" y="6517311"/>
                </a:lnTo>
                <a:lnTo>
                  <a:pt x="3301860" y="6517311"/>
                </a:lnTo>
                <a:lnTo>
                  <a:pt x="3251822" y="6577070"/>
                </a:lnTo>
                <a:lnTo>
                  <a:pt x="3201558" y="6517311"/>
                </a:lnTo>
                <a:close/>
                <a:moveTo>
                  <a:pt x="3001270" y="6517311"/>
                </a:moveTo>
                <a:lnTo>
                  <a:pt x="3001270" y="6618035"/>
                </a:lnTo>
                <a:lnTo>
                  <a:pt x="3024231" y="6618035"/>
                </a:lnTo>
                <a:lnTo>
                  <a:pt x="3024231" y="6550414"/>
                </a:lnTo>
                <a:lnTo>
                  <a:pt x="3070613" y="6605892"/>
                </a:lnTo>
                <a:lnTo>
                  <a:pt x="3075466" y="6605892"/>
                </a:lnTo>
                <a:lnTo>
                  <a:pt x="3121374" y="6548737"/>
                </a:lnTo>
                <a:lnTo>
                  <a:pt x="3121374" y="6618035"/>
                </a:lnTo>
                <a:lnTo>
                  <a:pt x="3144689" y="6618035"/>
                </a:lnTo>
                <a:lnTo>
                  <a:pt x="3144689" y="6517311"/>
                </a:lnTo>
                <a:lnTo>
                  <a:pt x="3124534" y="6517311"/>
                </a:lnTo>
                <a:lnTo>
                  <a:pt x="3074503" y="6577070"/>
                </a:lnTo>
                <a:lnTo>
                  <a:pt x="3024231" y="6517311"/>
                </a:lnTo>
                <a:close/>
                <a:moveTo>
                  <a:pt x="2705412" y="6495162"/>
                </a:moveTo>
                <a:cubicBezTo>
                  <a:pt x="2682315" y="6495162"/>
                  <a:pt x="2674934" y="6501113"/>
                  <a:pt x="2674934" y="6524218"/>
                </a:cubicBezTo>
                <a:lnTo>
                  <a:pt x="2674934" y="6537775"/>
                </a:lnTo>
                <a:cubicBezTo>
                  <a:pt x="2674934" y="6560879"/>
                  <a:pt x="2682322" y="6566830"/>
                  <a:pt x="2705412" y="6566830"/>
                </a:cubicBezTo>
                <a:lnTo>
                  <a:pt x="2782090" y="6566830"/>
                </a:lnTo>
                <a:lnTo>
                  <a:pt x="2782090" y="6594930"/>
                </a:lnTo>
                <a:lnTo>
                  <a:pt x="2695187" y="6594930"/>
                </a:lnTo>
                <a:lnTo>
                  <a:pt x="2695187" y="6581704"/>
                </a:lnTo>
                <a:lnTo>
                  <a:pt x="2669931" y="6586948"/>
                </a:lnTo>
                <a:lnTo>
                  <a:pt x="2669931" y="6588979"/>
                </a:lnTo>
                <a:cubicBezTo>
                  <a:pt x="2669931" y="6612076"/>
                  <a:pt x="2677552" y="6618027"/>
                  <a:pt x="2700649" y="6618027"/>
                </a:cubicBezTo>
                <a:lnTo>
                  <a:pt x="2776621" y="6618027"/>
                </a:lnTo>
                <a:cubicBezTo>
                  <a:pt x="2799718" y="6618027"/>
                  <a:pt x="2807339" y="6612076"/>
                  <a:pt x="2807339" y="6588979"/>
                </a:cubicBezTo>
                <a:lnTo>
                  <a:pt x="2807339" y="6572074"/>
                </a:lnTo>
                <a:cubicBezTo>
                  <a:pt x="2807339" y="6548970"/>
                  <a:pt x="2799718" y="6543019"/>
                  <a:pt x="2776621" y="6543019"/>
                </a:cubicBezTo>
                <a:lnTo>
                  <a:pt x="2699934" y="6543019"/>
                </a:lnTo>
                <a:lnTo>
                  <a:pt x="2699934" y="6516596"/>
                </a:lnTo>
                <a:lnTo>
                  <a:pt x="2780420" y="6516596"/>
                </a:lnTo>
                <a:lnTo>
                  <a:pt x="2780420" y="6529905"/>
                </a:lnTo>
                <a:lnTo>
                  <a:pt x="2805661" y="6523954"/>
                </a:lnTo>
                <a:lnTo>
                  <a:pt x="2805661" y="6522074"/>
                </a:lnTo>
                <a:cubicBezTo>
                  <a:pt x="2805661" y="6500872"/>
                  <a:pt x="2797092" y="6495162"/>
                  <a:pt x="2775184" y="6495162"/>
                </a:cubicBezTo>
                <a:close/>
                <a:moveTo>
                  <a:pt x="3507356" y="6392873"/>
                </a:moveTo>
                <a:lnTo>
                  <a:pt x="3544258" y="6423591"/>
                </a:lnTo>
                <a:lnTo>
                  <a:pt x="3532830" y="6433349"/>
                </a:lnTo>
                <a:lnTo>
                  <a:pt x="3475930" y="6433349"/>
                </a:lnTo>
                <a:lnTo>
                  <a:pt x="3475930" y="6433342"/>
                </a:lnTo>
                <a:lnTo>
                  <a:pt x="3475930" y="6412396"/>
                </a:lnTo>
                <a:close/>
                <a:moveTo>
                  <a:pt x="2876667" y="6371439"/>
                </a:moveTo>
                <a:lnTo>
                  <a:pt x="2932626" y="6371439"/>
                </a:lnTo>
                <a:cubicBezTo>
                  <a:pt x="2939999" y="6371439"/>
                  <a:pt x="2943820" y="6372876"/>
                  <a:pt x="2943820" y="6379534"/>
                </a:cubicBezTo>
                <a:lnTo>
                  <a:pt x="2943820" y="6391203"/>
                </a:lnTo>
                <a:cubicBezTo>
                  <a:pt x="2943820" y="6397876"/>
                  <a:pt x="2939999" y="6399298"/>
                  <a:pt x="2932626" y="6399298"/>
                </a:cubicBezTo>
                <a:lnTo>
                  <a:pt x="2876667" y="6399298"/>
                </a:lnTo>
                <a:close/>
                <a:moveTo>
                  <a:pt x="3302440" y="6354060"/>
                </a:moveTo>
                <a:cubicBezTo>
                  <a:pt x="3282676" y="6354060"/>
                  <a:pt x="3276003" y="6358830"/>
                  <a:pt x="3276003" y="6377879"/>
                </a:cubicBezTo>
                <a:lnTo>
                  <a:pt x="3276003" y="6389074"/>
                </a:lnTo>
                <a:cubicBezTo>
                  <a:pt x="3276003" y="6408123"/>
                  <a:pt x="3282676" y="6412878"/>
                  <a:pt x="3302440" y="6412878"/>
                </a:cubicBezTo>
                <a:lnTo>
                  <a:pt x="3367676" y="6412878"/>
                </a:lnTo>
                <a:lnTo>
                  <a:pt x="3367676" y="6435983"/>
                </a:lnTo>
                <a:lnTo>
                  <a:pt x="3293615" y="6435983"/>
                </a:lnTo>
                <a:lnTo>
                  <a:pt x="3293615" y="6425375"/>
                </a:lnTo>
                <a:lnTo>
                  <a:pt x="3271722" y="6429430"/>
                </a:lnTo>
                <a:lnTo>
                  <a:pt x="3271722" y="6430980"/>
                </a:lnTo>
                <a:cubicBezTo>
                  <a:pt x="3271722" y="6449796"/>
                  <a:pt x="3278147" y="6454784"/>
                  <a:pt x="3298144" y="6454784"/>
                </a:cubicBezTo>
                <a:lnTo>
                  <a:pt x="3363636" y="6454784"/>
                </a:lnTo>
                <a:cubicBezTo>
                  <a:pt x="3383633" y="6454784"/>
                  <a:pt x="3389825" y="6449796"/>
                  <a:pt x="3389825" y="6430980"/>
                </a:cubicBezTo>
                <a:lnTo>
                  <a:pt x="3389825" y="6417166"/>
                </a:lnTo>
                <a:cubicBezTo>
                  <a:pt x="3389825" y="6398117"/>
                  <a:pt x="3383641" y="6393362"/>
                  <a:pt x="3363636" y="6393362"/>
                </a:cubicBezTo>
                <a:lnTo>
                  <a:pt x="3298144" y="6393362"/>
                </a:lnTo>
                <a:lnTo>
                  <a:pt x="3298144" y="6372154"/>
                </a:lnTo>
                <a:lnTo>
                  <a:pt x="3367435" y="6372154"/>
                </a:lnTo>
                <a:lnTo>
                  <a:pt x="3367435" y="6381565"/>
                </a:lnTo>
                <a:lnTo>
                  <a:pt x="3388621" y="6377051"/>
                </a:lnTo>
                <a:lnTo>
                  <a:pt x="3388621" y="6375968"/>
                </a:lnTo>
                <a:cubicBezTo>
                  <a:pt x="3388621" y="6358356"/>
                  <a:pt x="3380774" y="6354060"/>
                  <a:pt x="3362199" y="6354060"/>
                </a:cubicBezTo>
                <a:close/>
                <a:moveTo>
                  <a:pt x="3138106" y="6354060"/>
                </a:moveTo>
                <a:lnTo>
                  <a:pt x="3138106" y="6454776"/>
                </a:lnTo>
                <a:lnTo>
                  <a:pt x="3247399" y="6454776"/>
                </a:lnTo>
                <a:lnTo>
                  <a:pt x="3247399" y="6435967"/>
                </a:lnTo>
                <a:lnTo>
                  <a:pt x="3162873" y="6435967"/>
                </a:lnTo>
                <a:lnTo>
                  <a:pt x="3162873" y="6411200"/>
                </a:lnTo>
                <a:lnTo>
                  <a:pt x="3211445" y="6411200"/>
                </a:lnTo>
                <a:lnTo>
                  <a:pt x="3211445" y="6393821"/>
                </a:lnTo>
                <a:lnTo>
                  <a:pt x="3162873" y="6393821"/>
                </a:lnTo>
                <a:lnTo>
                  <a:pt x="3162873" y="6371913"/>
                </a:lnTo>
                <a:lnTo>
                  <a:pt x="3246218" y="6371913"/>
                </a:lnTo>
                <a:lnTo>
                  <a:pt x="3246218" y="6354060"/>
                </a:lnTo>
                <a:close/>
                <a:moveTo>
                  <a:pt x="3000397" y="6354060"/>
                </a:moveTo>
                <a:lnTo>
                  <a:pt x="3000397" y="6454776"/>
                </a:lnTo>
                <a:lnTo>
                  <a:pt x="3109690" y="6454776"/>
                </a:lnTo>
                <a:lnTo>
                  <a:pt x="3109690" y="6435967"/>
                </a:lnTo>
                <a:lnTo>
                  <a:pt x="3025164" y="6435967"/>
                </a:lnTo>
                <a:lnTo>
                  <a:pt x="3025164" y="6411200"/>
                </a:lnTo>
                <a:lnTo>
                  <a:pt x="3073736" y="6411200"/>
                </a:lnTo>
                <a:lnTo>
                  <a:pt x="3073736" y="6393821"/>
                </a:lnTo>
                <a:lnTo>
                  <a:pt x="3025164" y="6393821"/>
                </a:lnTo>
                <a:lnTo>
                  <a:pt x="3025164" y="6371913"/>
                </a:lnTo>
                <a:lnTo>
                  <a:pt x="3108509" y="6371913"/>
                </a:lnTo>
                <a:lnTo>
                  <a:pt x="3108509" y="6354060"/>
                </a:lnTo>
                <a:close/>
                <a:moveTo>
                  <a:pt x="2852381" y="6354060"/>
                </a:moveTo>
                <a:lnTo>
                  <a:pt x="2852381" y="6454776"/>
                </a:lnTo>
                <a:lnTo>
                  <a:pt x="2876674" y="6454776"/>
                </a:lnTo>
                <a:lnTo>
                  <a:pt x="2876674" y="6416670"/>
                </a:lnTo>
                <a:lnTo>
                  <a:pt x="2899771" y="6416670"/>
                </a:lnTo>
                <a:lnTo>
                  <a:pt x="2941917" y="6454776"/>
                </a:lnTo>
                <a:lnTo>
                  <a:pt x="2977164" y="6454776"/>
                </a:lnTo>
                <a:lnTo>
                  <a:pt x="2929293" y="6416670"/>
                </a:lnTo>
                <a:lnTo>
                  <a:pt x="2943106" y="6416670"/>
                </a:lnTo>
                <a:cubicBezTo>
                  <a:pt x="2959304" y="6416670"/>
                  <a:pt x="2966684" y="6411193"/>
                  <a:pt x="2966684" y="6397395"/>
                </a:cubicBezTo>
                <a:lnTo>
                  <a:pt x="2966684" y="6373583"/>
                </a:lnTo>
                <a:cubicBezTo>
                  <a:pt x="2966684" y="6359537"/>
                  <a:pt x="2959296" y="6354060"/>
                  <a:pt x="2943106" y="6354060"/>
                </a:cubicBezTo>
                <a:close/>
                <a:moveTo>
                  <a:pt x="2702560" y="6353819"/>
                </a:moveTo>
                <a:lnTo>
                  <a:pt x="2753275" y="6353819"/>
                </a:lnTo>
                <a:cubicBezTo>
                  <a:pt x="2780187" y="6353819"/>
                  <a:pt x="2793759" y="6367158"/>
                  <a:pt x="2793759" y="6392158"/>
                </a:cubicBezTo>
                <a:cubicBezTo>
                  <a:pt x="2793759" y="6422636"/>
                  <a:pt x="2775658" y="6431686"/>
                  <a:pt x="2739462" y="6431686"/>
                </a:cubicBezTo>
                <a:lnTo>
                  <a:pt x="2702560" y="6431686"/>
                </a:lnTo>
                <a:close/>
                <a:moveTo>
                  <a:pt x="3512125" y="6331911"/>
                </a:moveTo>
                <a:cubicBezTo>
                  <a:pt x="3491165" y="6331911"/>
                  <a:pt x="3481648" y="6336681"/>
                  <a:pt x="3481648" y="6354293"/>
                </a:cubicBezTo>
                <a:lnTo>
                  <a:pt x="3481648" y="6361192"/>
                </a:lnTo>
                <a:cubicBezTo>
                  <a:pt x="3481648" y="6368339"/>
                  <a:pt x="3484981" y="6373816"/>
                  <a:pt x="3492128" y="6379767"/>
                </a:cubicBezTo>
                <a:lnTo>
                  <a:pt x="3467113" y="6394776"/>
                </a:lnTo>
                <a:cubicBezTo>
                  <a:pt x="3456407" y="6401202"/>
                  <a:pt x="3451878" y="6405008"/>
                  <a:pt x="3451878" y="6417633"/>
                </a:cubicBezTo>
                <a:lnTo>
                  <a:pt x="3451878" y="6425728"/>
                </a:lnTo>
                <a:cubicBezTo>
                  <a:pt x="3451878" y="6448825"/>
                  <a:pt x="3459499" y="6454776"/>
                  <a:pt x="3482589" y="6454776"/>
                </a:cubicBezTo>
                <a:lnTo>
                  <a:pt x="3526405" y="6454776"/>
                </a:lnTo>
                <a:cubicBezTo>
                  <a:pt x="3536637" y="6454776"/>
                  <a:pt x="3541640" y="6454302"/>
                  <a:pt x="3549502" y="6447388"/>
                </a:cubicBezTo>
                <a:lnTo>
                  <a:pt x="3560456" y="6437630"/>
                </a:lnTo>
                <a:lnTo>
                  <a:pt x="3580694" y="6454776"/>
                </a:lnTo>
                <a:lnTo>
                  <a:pt x="3618085" y="6454776"/>
                </a:lnTo>
                <a:lnTo>
                  <a:pt x="3579272" y="6422147"/>
                </a:lnTo>
                <a:lnTo>
                  <a:pt x="3607605" y="6398583"/>
                </a:lnTo>
                <a:lnTo>
                  <a:pt x="3591407" y="6384537"/>
                </a:lnTo>
                <a:lnTo>
                  <a:pt x="3562833" y="6408341"/>
                </a:lnTo>
                <a:lnTo>
                  <a:pt x="3504971" y="6360244"/>
                </a:lnTo>
                <a:lnTo>
                  <a:pt x="3504971" y="6351434"/>
                </a:lnTo>
                <a:lnTo>
                  <a:pt x="3545221" y="6351434"/>
                </a:lnTo>
                <a:lnTo>
                  <a:pt x="3545221" y="6367873"/>
                </a:lnTo>
                <a:lnTo>
                  <a:pt x="3567355" y="6364066"/>
                </a:lnTo>
                <a:lnTo>
                  <a:pt x="3567355" y="6356678"/>
                </a:lnTo>
                <a:cubicBezTo>
                  <a:pt x="3567355" y="6336681"/>
                  <a:pt x="3559019" y="6331911"/>
                  <a:pt x="3536877" y="6331911"/>
                </a:cubicBezTo>
                <a:close/>
                <a:moveTo>
                  <a:pt x="2673986" y="6331911"/>
                </a:moveTo>
                <a:lnTo>
                  <a:pt x="2673986" y="6454776"/>
                </a:lnTo>
                <a:lnTo>
                  <a:pt x="2745662" y="6454776"/>
                </a:lnTo>
                <a:cubicBezTo>
                  <a:pt x="2767555" y="6454776"/>
                  <a:pt x="2784227" y="6452632"/>
                  <a:pt x="2796144" y="6445259"/>
                </a:cubicBezTo>
                <a:cubicBezTo>
                  <a:pt x="2813290" y="6434779"/>
                  <a:pt x="2823281" y="6415729"/>
                  <a:pt x="2823281" y="6392632"/>
                </a:cubicBezTo>
                <a:cubicBezTo>
                  <a:pt x="2823281" y="6354534"/>
                  <a:pt x="2799003" y="6331911"/>
                  <a:pt x="2753035" y="6331911"/>
                </a:cubicBezTo>
                <a:close/>
                <a:moveTo>
                  <a:pt x="0" y="0"/>
                </a:moveTo>
                <a:lnTo>
                  <a:pt x="4145135" y="0"/>
                </a:lnTo>
                <a:lnTo>
                  <a:pt x="4145135" y="6858000"/>
                </a:lnTo>
                <a:lnTo>
                  <a:pt x="0" y="6858000"/>
                </a:lnTo>
                <a:close/>
              </a:path>
            </a:pathLst>
          </a:custGeom>
          <a:pattFill prst="ltUpDiag">
            <a:fgClr>
              <a:srgbClr val="F2F2F2"/>
            </a:fgClr>
            <a:bgClr>
              <a:schemeClr val="tx1"/>
            </a:bgClr>
          </a:pattFill>
        </p:spPr>
        <p:txBody>
          <a:bodyPr wrap="square">
            <a:noAutofit/>
          </a:bodyPr>
          <a:lstStyle>
            <a:lvl1pPr>
              <a:defRPr>
                <a:solidFill>
                  <a:schemeClr val="bg1"/>
                </a:solidFill>
              </a:defRPr>
            </a:lvl1pPr>
          </a:lstStyle>
          <a:p>
            <a:r>
              <a:rPr lang="de-DE"/>
              <a:t>Bild durch Klicken auf Symbol hinzufügen</a:t>
            </a:r>
            <a:endParaRPr lang="en-US"/>
          </a:p>
        </p:txBody>
      </p:sp>
      <p:sp>
        <p:nvSpPr>
          <p:cNvPr id="5" name="copyright right">
            <a:extLst>
              <a:ext uri="{FF2B5EF4-FFF2-40B4-BE49-F238E27FC236}">
                <a16:creationId xmlns:a16="http://schemas.microsoft.com/office/drawing/2014/main" id="{B52D808D-D59B-F2DA-2210-F0A4C7543A70}"/>
              </a:ext>
              <a:ext uri="{C183D7F6-B498-43B3-948B-1728B52AA6E4}">
                <adec:decorative xmlns:adec="http://schemas.microsoft.com/office/drawing/2017/decorative" val="1"/>
              </a:ext>
            </a:extLst>
          </p:cNvPr>
          <p:cNvSpPr>
            <a:spLocks noGrp="1"/>
          </p:cNvSpPr>
          <p:nvPr>
            <p:ph type="body" sz="quarter" idx="19" hasCustomPrompt="1"/>
          </p:nvPr>
        </p:nvSpPr>
        <p:spPr bwMode="black">
          <a:xfrm rot="16200000">
            <a:off x="11672798" y="5759643"/>
            <a:ext cx="580379" cy="92333"/>
          </a:xfrm>
          <a:solidFill>
            <a:schemeClr val="bg1">
              <a:alpha val="0"/>
            </a:schemeClr>
          </a:solidFill>
        </p:spPr>
        <p:txBody>
          <a:bodyPr wrap="none" anchor="t"/>
          <a:lstStyle>
            <a:lvl1pPr>
              <a:spcBef>
                <a:spcPts val="0"/>
              </a:spcBef>
              <a:spcAft>
                <a:spcPts val="0"/>
              </a:spcAft>
              <a:defRPr sz="600">
                <a:solidFill>
                  <a:srgbClr val="B2B2B2"/>
                </a:solidFill>
              </a:defRPr>
            </a:lvl1pPr>
          </a:lstStyle>
          <a:p>
            <a:pPr lvl="0"/>
            <a:r>
              <a:rPr lang="de-DE" noProof="0"/>
              <a:t>© Copyright</a:t>
            </a:r>
          </a:p>
        </p:txBody>
      </p:sp>
      <p:sp>
        <p:nvSpPr>
          <p:cNvPr id="11" name="slide number">
            <a:extLst>
              <a:ext uri="{FF2B5EF4-FFF2-40B4-BE49-F238E27FC236}">
                <a16:creationId xmlns:a16="http://schemas.microsoft.com/office/drawing/2014/main" id="{FF9EE1B6-9C33-ADC4-275E-E8ED4605550A}"/>
              </a:ext>
            </a:extLst>
          </p:cNvPr>
          <p:cNvSpPr>
            <a:spLocks noGrp="1"/>
          </p:cNvSpPr>
          <p:nvPr>
            <p:ph type="sldNum" sz="quarter" idx="22"/>
          </p:nvPr>
        </p:nvSpPr>
        <p:spPr bwMode="black"/>
        <p:txBody>
          <a:bodyPr/>
          <a:lstStyle>
            <a:lvl1pPr>
              <a:defRPr>
                <a:solidFill>
                  <a:schemeClr val="tx1"/>
                </a:solidFill>
              </a:defRPr>
            </a:lvl1pPr>
          </a:lstStyle>
          <a:p>
            <a:fld id="{9829449A-3FF3-45CE-9F4F-09BADC0910C6}" type="slidenum">
              <a:rPr lang="de-DE"/>
              <a:pPr/>
              <a:t>‹Nr.›</a:t>
            </a:fld>
            <a:endParaRPr lang="de-DE"/>
          </a:p>
        </p:txBody>
      </p:sp>
      <p:sp>
        <p:nvSpPr>
          <p:cNvPr id="10" name="footer">
            <a:extLst>
              <a:ext uri="{FF2B5EF4-FFF2-40B4-BE49-F238E27FC236}">
                <a16:creationId xmlns:a16="http://schemas.microsoft.com/office/drawing/2014/main" id="{635EB24C-4D4A-FC28-03C9-89A521FEF61D}"/>
              </a:ext>
            </a:extLst>
          </p:cNvPr>
          <p:cNvSpPr>
            <a:spLocks noGrp="1"/>
          </p:cNvSpPr>
          <p:nvPr>
            <p:ph type="ftr" sz="quarter" idx="21"/>
          </p:nvPr>
        </p:nvSpPr>
        <p:spPr bwMode="black">
          <a:xfrm>
            <a:off x="763200" y="6386400"/>
            <a:ext cx="6999675" cy="180000"/>
          </a:xfrm>
        </p:spPr>
        <p:txBody>
          <a:bodyPr/>
          <a:lstStyle>
            <a:lvl1pPr>
              <a:defRPr>
                <a:solidFill>
                  <a:schemeClr val="tx1"/>
                </a:solidFill>
              </a:defRPr>
            </a:lvl1pPr>
          </a:lstStyle>
          <a:p>
            <a:r>
              <a:rPr lang="de-DE"/>
              <a:t>SNB - TGA - 28.08.2026</a:t>
            </a:r>
          </a:p>
        </p:txBody>
      </p:sp>
      <p:sp>
        <p:nvSpPr>
          <p:cNvPr id="15" name="logo drees&amp;sommer white">
            <a:extLst>
              <a:ext uri="{FF2B5EF4-FFF2-40B4-BE49-F238E27FC236}">
                <a16:creationId xmlns:a16="http://schemas.microsoft.com/office/drawing/2014/main" id="{F3E5A22C-5837-40C0-8E09-40DEB6AA2A9D}"/>
              </a:ext>
              <a:ext uri="{C183D7F6-B498-43B3-948B-1728B52AA6E4}">
                <adec:decorative xmlns:adec="http://schemas.microsoft.com/office/drawing/2017/decorative" val="1"/>
              </a:ext>
            </a:extLst>
          </p:cNvPr>
          <p:cNvSpPr>
            <a:spLocks noGrp="1"/>
          </p:cNvSpPr>
          <p:nvPr>
            <p:ph type="media" sz="quarter" idx="20"/>
          </p:nvPr>
        </p:nvSpPr>
        <p:spPr bwMode="gray">
          <a:xfrm>
            <a:off x="10716797" y="6330042"/>
            <a:ext cx="946800" cy="288000"/>
          </a:xfrm>
          <a:blipFill>
            <a:blip r:embed="rId3" cstate="print">
              <a:extLst>
                <a:ext uri="{28A0092B-C50C-407E-A947-70E740481C1C}">
                  <a14:useLocalDpi xmlns:a14="http://schemas.microsoft.com/office/drawing/2010/main"/>
                </a:ext>
              </a:extLst>
            </a:blip>
            <a:stretch>
              <a:fillRect/>
            </a:stretch>
          </a:blipFill>
          <a:ln w="15875" cap="flat">
            <a:noFill/>
            <a:prstDash val="lgDash"/>
          </a:ln>
        </p:spPr>
        <p:txBody>
          <a:bodyPr vert="horz" lIns="0" tIns="0" rIns="0" bIns="0" rtlCol="0">
            <a:noAutofit/>
          </a:bodyPr>
          <a:lstStyle>
            <a:lvl1pPr>
              <a:defRPr lang="de-DE" sz="100" dirty="0">
                <a:solidFill>
                  <a:schemeClr val="tx1">
                    <a:alpha val="0"/>
                  </a:schemeClr>
                </a:solidFill>
              </a:defRPr>
            </a:lvl1pPr>
          </a:lstStyle>
          <a:p>
            <a:pPr lvl="0"/>
            <a:r>
              <a:rPr lang="de-DE"/>
              <a:t>Mediaclip durch Klicken auf Symbol hinzufügen</a:t>
            </a:r>
          </a:p>
        </p:txBody>
      </p:sp>
      <p:grpSp>
        <p:nvGrpSpPr>
          <p:cNvPr id="6" name="info">
            <a:extLst>
              <a:ext uri="{FF2B5EF4-FFF2-40B4-BE49-F238E27FC236}">
                <a16:creationId xmlns:a16="http://schemas.microsoft.com/office/drawing/2014/main" id="{F69437A9-3D66-4AC0-DC02-006572440562}"/>
              </a:ext>
              <a:ext uri="{C183D7F6-B498-43B3-948B-1728B52AA6E4}">
                <adec:decorative xmlns:adec="http://schemas.microsoft.com/office/drawing/2017/decorative" val="1"/>
              </a:ext>
            </a:extLst>
          </p:cNvPr>
          <p:cNvGrpSpPr/>
          <p:nvPr userDrawn="1"/>
        </p:nvGrpSpPr>
        <p:grpSpPr>
          <a:xfrm flipH="1">
            <a:off x="11233150" y="6990442"/>
            <a:ext cx="1501080" cy="886759"/>
            <a:chOff x="11406324" y="7739173"/>
            <a:chExt cx="1501080" cy="886759"/>
          </a:xfrm>
          <a:effectLst>
            <a:outerShdw blurRad="50800" dist="38100" dir="13500000" algn="br" rotWithShape="0">
              <a:prstClr val="black">
                <a:alpha val="40000"/>
              </a:prstClr>
            </a:outerShdw>
          </a:effectLst>
        </p:grpSpPr>
        <p:sp>
          <p:nvSpPr>
            <p:cNvPr id="16" name="info">
              <a:extLst>
                <a:ext uri="{FF2B5EF4-FFF2-40B4-BE49-F238E27FC236}">
                  <a16:creationId xmlns:a16="http://schemas.microsoft.com/office/drawing/2014/main" id="{CC62754C-1345-CA22-E16C-677BF4802062}"/>
                </a:ext>
              </a:extLst>
            </p:cNvPr>
            <p:cNvSpPr/>
            <p:nvPr userDrawn="1"/>
          </p:nvSpPr>
          <p:spPr bwMode="gray">
            <a:xfrm rot="5400000" flipH="1" flipV="1">
              <a:off x="12275350" y="7831227"/>
              <a:ext cx="724107"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tx1"/>
                </a:solidFill>
              </a:endParaRPr>
            </a:p>
            <a:p>
              <a:pPr indent="0" algn="l">
                <a:lnSpc>
                  <a:spcPct val="100000"/>
                </a:lnSpc>
                <a:spcBef>
                  <a:spcPts val="400"/>
                </a:spcBef>
                <a:spcAft>
                  <a:spcPts val="400"/>
                </a:spcAft>
              </a:pPr>
              <a:endParaRPr lang="en-US" sz="1050">
                <a:solidFill>
                  <a:schemeClr val="tx1"/>
                </a:solidFill>
              </a:endParaRPr>
            </a:p>
          </p:txBody>
        </p:sp>
        <p:sp>
          <p:nvSpPr>
            <p:cNvPr id="17" name="info">
              <a:extLst>
                <a:ext uri="{FF2B5EF4-FFF2-40B4-BE49-F238E27FC236}">
                  <a16:creationId xmlns:a16="http://schemas.microsoft.com/office/drawing/2014/main" id="{256FE3F3-4F01-7105-251D-2729232BBB15}"/>
                </a:ext>
              </a:extLst>
            </p:cNvPr>
            <p:cNvSpPr/>
            <p:nvPr userDrawn="1"/>
          </p:nvSpPr>
          <p:spPr bwMode="gray">
            <a:xfrm flipH="1">
              <a:off x="11406324" y="8011954"/>
              <a:ext cx="1501080" cy="61397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spAutoFit/>
            </a:bodyPr>
            <a:lstStyle/>
            <a:p>
              <a:pPr indent="0" algn="r">
                <a:lnSpc>
                  <a:spcPct val="100000"/>
                </a:lnSpc>
                <a:spcBef>
                  <a:spcPts val="400"/>
                </a:spcBef>
                <a:spcAft>
                  <a:spcPts val="400"/>
                </a:spcAft>
              </a:pPr>
              <a:r>
                <a:rPr lang="en-US" sz="1050" b="0" kern="1200" cap="none">
                  <a:solidFill>
                    <a:schemeClr val="tx1"/>
                  </a:solidFill>
                  <a:latin typeface="+mn-lt"/>
                  <a:ea typeface="+mn-ea"/>
                  <a:cs typeface="+mn-cs"/>
                </a:rPr>
                <a:t>Delete the white logo </a:t>
              </a:r>
              <a:br>
                <a:rPr lang="en-US" sz="1050" b="0" kern="1200" cap="none">
                  <a:solidFill>
                    <a:schemeClr val="tx1"/>
                  </a:solidFill>
                  <a:latin typeface="+mn-lt"/>
                  <a:ea typeface="+mn-ea"/>
                  <a:cs typeface="+mn-cs"/>
                </a:rPr>
              </a:br>
              <a:r>
                <a:rPr lang="en-US" sz="1050" b="0" kern="1200" cap="none">
                  <a:solidFill>
                    <a:schemeClr val="tx1"/>
                  </a:solidFill>
                  <a:latin typeface="+mn-lt"/>
                  <a:ea typeface="+mn-ea"/>
                  <a:cs typeface="+mn-cs"/>
                </a:rPr>
                <a:t>to get the </a:t>
              </a:r>
              <a:r>
                <a:rPr lang="en-US" sz="1050" b="1" kern="1200" cap="all">
                  <a:solidFill>
                    <a:schemeClr val="tx1"/>
                  </a:solidFill>
                  <a:latin typeface="+mn-lt"/>
                  <a:ea typeface="+mn-ea"/>
                  <a:cs typeface="+mn-cs"/>
                </a:rPr>
                <a:t>BLUE LOGO</a:t>
              </a:r>
            </a:p>
          </p:txBody>
        </p:sp>
      </p:grpSp>
      <p:grpSp>
        <p:nvGrpSpPr>
          <p:cNvPr id="18" name="info">
            <a:extLst>
              <a:ext uri="{FF2B5EF4-FFF2-40B4-BE49-F238E27FC236}">
                <a16:creationId xmlns:a16="http://schemas.microsoft.com/office/drawing/2014/main" id="{DFEAA081-19FD-5552-543F-A421A9BE93D9}"/>
              </a:ext>
            </a:extLst>
          </p:cNvPr>
          <p:cNvGrpSpPr/>
          <p:nvPr userDrawn="1"/>
        </p:nvGrpSpPr>
        <p:grpSpPr>
          <a:xfrm>
            <a:off x="12327529" y="2455567"/>
            <a:ext cx="2500337" cy="3640432"/>
            <a:chOff x="12327529" y="2995784"/>
            <a:chExt cx="2500337" cy="3640432"/>
          </a:xfrm>
          <a:effectLst>
            <a:outerShdw blurRad="50800" dist="38100" dir="8100000" algn="tr" rotWithShape="0">
              <a:prstClr val="black">
                <a:alpha val="40000"/>
              </a:prstClr>
            </a:outerShdw>
          </a:effectLst>
        </p:grpSpPr>
        <p:grpSp>
          <p:nvGrpSpPr>
            <p:cNvPr id="19" name="info">
              <a:extLst>
                <a:ext uri="{FF2B5EF4-FFF2-40B4-BE49-F238E27FC236}">
                  <a16:creationId xmlns:a16="http://schemas.microsoft.com/office/drawing/2014/main" id="{52045329-7EF3-A032-BE8B-A616737D71D3}"/>
                </a:ext>
              </a:extLst>
            </p:cNvPr>
            <p:cNvGrpSpPr/>
            <p:nvPr userDrawn="1"/>
          </p:nvGrpSpPr>
          <p:grpSpPr>
            <a:xfrm>
              <a:off x="12596337" y="2995784"/>
              <a:ext cx="2231529" cy="1408806"/>
              <a:chOff x="12565380" y="2356671"/>
              <a:chExt cx="2231529" cy="1408806"/>
            </a:xfrm>
          </p:grpSpPr>
          <p:sp>
            <p:nvSpPr>
              <p:cNvPr id="23" name="info">
                <a:extLst>
                  <a:ext uri="{FF2B5EF4-FFF2-40B4-BE49-F238E27FC236}">
                    <a16:creationId xmlns:a16="http://schemas.microsoft.com/office/drawing/2014/main" id="{3ED6A3FA-977C-3CD1-EE5B-FDB6A423EB77}"/>
                  </a:ext>
                </a:extLst>
              </p:cNvPr>
              <p:cNvSpPr/>
              <p:nvPr userDrawn="1"/>
            </p:nvSpPr>
            <p:spPr bwMode="gray">
              <a:xfrm rot="16200000" flipH="1">
                <a:off x="12153929" y="2814026"/>
                <a:ext cx="1362902"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tx1"/>
                  </a:solidFill>
                </a:endParaRPr>
              </a:p>
              <a:p>
                <a:pPr indent="0" algn="l">
                  <a:lnSpc>
                    <a:spcPct val="100000"/>
                  </a:lnSpc>
                  <a:spcBef>
                    <a:spcPts val="400"/>
                  </a:spcBef>
                  <a:spcAft>
                    <a:spcPts val="400"/>
                  </a:spcAft>
                </a:pPr>
                <a:endParaRPr lang="en-US" sz="1050">
                  <a:solidFill>
                    <a:schemeClr val="tx1"/>
                  </a:solidFill>
                </a:endParaRPr>
              </a:p>
            </p:txBody>
          </p:sp>
          <p:sp>
            <p:nvSpPr>
              <p:cNvPr id="24" name="info">
                <a:extLst>
                  <a:ext uri="{FF2B5EF4-FFF2-40B4-BE49-F238E27FC236}">
                    <a16:creationId xmlns:a16="http://schemas.microsoft.com/office/drawing/2014/main" id="{9103F00C-8642-A2C1-70A5-74EBF7A51ED0}"/>
                  </a:ext>
                </a:extLst>
              </p:cNvPr>
              <p:cNvSpPr/>
              <p:nvPr userDrawn="1"/>
            </p:nvSpPr>
            <p:spPr bwMode="gray">
              <a:xfrm flipH="1">
                <a:off x="12565380" y="2356671"/>
                <a:ext cx="2231529" cy="114232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kern="1200" cap="all">
                    <a:solidFill>
                      <a:schemeClr val="tx1"/>
                    </a:solidFill>
                    <a:latin typeface="+mn-lt"/>
                    <a:ea typeface="+mn-ea"/>
                    <a:cs typeface="+mn-cs"/>
                  </a:rPr>
                  <a:t>IMAGE Credit Formatting</a:t>
                </a:r>
              </a:p>
              <a:p>
                <a:pPr indent="0" algn="l">
                  <a:lnSpc>
                    <a:spcPct val="100000"/>
                  </a:lnSpc>
                  <a:spcBef>
                    <a:spcPts val="400"/>
                  </a:spcBef>
                  <a:spcAft>
                    <a:spcPts val="400"/>
                  </a:spcAft>
                </a:pPr>
                <a:r>
                  <a:rPr lang="en-US" sz="1050" b="0" kern="1200" cap="none">
                    <a:solidFill>
                      <a:schemeClr val="tx1"/>
                    </a:solidFill>
                    <a:latin typeface="+mn-lt"/>
                    <a:ea typeface="+mn-ea"/>
                    <a:cs typeface="+mn-cs"/>
                  </a:rPr>
                  <a:t>Examples!</a:t>
                </a:r>
              </a:p>
              <a:p>
                <a:pPr indent="0" algn="l">
                  <a:lnSpc>
                    <a:spcPct val="100000"/>
                  </a:lnSpc>
                  <a:spcBef>
                    <a:spcPts val="400"/>
                  </a:spcBef>
                  <a:spcAft>
                    <a:spcPts val="400"/>
                  </a:spcAft>
                </a:pPr>
                <a:r>
                  <a:rPr lang="en-US" sz="1050" b="0" kern="1200" cap="none">
                    <a:solidFill>
                      <a:schemeClr val="tx1"/>
                    </a:solidFill>
                    <a:latin typeface="+mn-lt"/>
                    <a:ea typeface="+mn-ea"/>
                    <a:cs typeface="+mn-cs"/>
                  </a:rPr>
                  <a:t>© Westend66 – gettyimages.com</a:t>
                </a:r>
                <a:br>
                  <a:rPr lang="en-US" sz="1050" b="0" kern="1200" cap="none">
                    <a:solidFill>
                      <a:schemeClr val="tx1"/>
                    </a:solidFill>
                    <a:latin typeface="+mn-lt"/>
                    <a:ea typeface="+mn-ea"/>
                    <a:cs typeface="+mn-cs"/>
                  </a:rPr>
                </a:br>
                <a:r>
                  <a:rPr lang="en-US" sz="1050" b="0" kern="1200" cap="none">
                    <a:solidFill>
                      <a:schemeClr val="tx1"/>
                    </a:solidFill>
                    <a:latin typeface="+mn-lt"/>
                    <a:ea typeface="+mn-ea"/>
                    <a:cs typeface="+mn-cs"/>
                  </a:rPr>
                  <a:t>© AI generated – Drees &amp; Sommer</a:t>
                </a:r>
              </a:p>
            </p:txBody>
          </p:sp>
        </p:grpSp>
        <p:grpSp>
          <p:nvGrpSpPr>
            <p:cNvPr id="20" name="info">
              <a:extLst>
                <a:ext uri="{FF2B5EF4-FFF2-40B4-BE49-F238E27FC236}">
                  <a16:creationId xmlns:a16="http://schemas.microsoft.com/office/drawing/2014/main" id="{31C49B69-1153-109A-C6B2-FAB27774CFEC}"/>
                </a:ext>
              </a:extLst>
            </p:cNvPr>
            <p:cNvGrpSpPr>
              <a:grpSpLocks/>
            </p:cNvGrpSpPr>
            <p:nvPr userDrawn="1"/>
          </p:nvGrpSpPr>
          <p:grpSpPr>
            <a:xfrm>
              <a:off x="12327529" y="4480790"/>
              <a:ext cx="2500335" cy="2155426"/>
              <a:chOff x="12327530" y="4187428"/>
              <a:chExt cx="2500335" cy="2155426"/>
            </a:xfrm>
          </p:grpSpPr>
          <p:sp>
            <p:nvSpPr>
              <p:cNvPr id="21" name="info">
                <a:extLst>
                  <a:ext uri="{FF2B5EF4-FFF2-40B4-BE49-F238E27FC236}">
                    <a16:creationId xmlns:a16="http://schemas.microsoft.com/office/drawing/2014/main" id="{D28E05EC-2B25-CF24-5D4E-4D0359F81B67}"/>
                  </a:ext>
                </a:extLst>
              </p:cNvPr>
              <p:cNvSpPr/>
              <p:nvPr userDrawn="1"/>
            </p:nvSpPr>
            <p:spPr bwMode="gray">
              <a:xfrm flipH="1">
                <a:off x="12327530" y="5802854"/>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indent="0" algn="l">
                  <a:lnSpc>
                    <a:spcPct val="100000"/>
                  </a:lnSpc>
                  <a:spcBef>
                    <a:spcPts val="400"/>
                  </a:spcBef>
                  <a:spcAft>
                    <a:spcPts val="400"/>
                  </a:spcAft>
                </a:pPr>
                <a:endParaRPr lang="en-US" sz="1050">
                  <a:solidFill>
                    <a:schemeClr val="tx1"/>
                  </a:solidFill>
                </a:endParaRPr>
              </a:p>
              <a:p>
                <a:pPr indent="0" algn="l">
                  <a:lnSpc>
                    <a:spcPct val="100000"/>
                  </a:lnSpc>
                  <a:spcBef>
                    <a:spcPts val="400"/>
                  </a:spcBef>
                  <a:spcAft>
                    <a:spcPts val="400"/>
                  </a:spcAft>
                </a:pPr>
                <a:endParaRPr lang="en-US" sz="1050">
                  <a:solidFill>
                    <a:schemeClr val="tx1"/>
                  </a:solidFill>
                </a:endParaRPr>
              </a:p>
            </p:txBody>
          </p:sp>
          <p:sp>
            <p:nvSpPr>
              <p:cNvPr id="22" name="info">
                <a:extLst>
                  <a:ext uri="{FF2B5EF4-FFF2-40B4-BE49-F238E27FC236}">
                    <a16:creationId xmlns:a16="http://schemas.microsoft.com/office/drawing/2014/main" id="{0F0A1BD4-5198-1CBB-3D06-E349185C950B}"/>
                  </a:ext>
                </a:extLst>
              </p:cNvPr>
              <p:cNvSpPr/>
              <p:nvPr userDrawn="1"/>
            </p:nvSpPr>
            <p:spPr bwMode="gray">
              <a:xfrm flipH="1">
                <a:off x="12596336" y="4187428"/>
                <a:ext cx="2231529" cy="215542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cap="all">
                    <a:solidFill>
                      <a:schemeClr val="tx1"/>
                    </a:solidFill>
                  </a:rPr>
                  <a:t>image credit</a:t>
                </a:r>
              </a:p>
              <a:p>
                <a:pPr indent="0" algn="l">
                  <a:lnSpc>
                    <a:spcPct val="100000"/>
                  </a:lnSpc>
                  <a:spcBef>
                    <a:spcPts val="400"/>
                  </a:spcBef>
                  <a:spcAft>
                    <a:spcPts val="400"/>
                  </a:spcAft>
                </a:pPr>
                <a:r>
                  <a:rPr lang="en-US" sz="1050" b="1">
                    <a:solidFill>
                      <a:schemeClr val="tx1"/>
                    </a:solidFill>
                  </a:rPr>
                  <a:t>Always include </a:t>
                </a:r>
                <a:r>
                  <a:rPr lang="en-US" sz="1050">
                    <a:solidFill>
                      <a:schemeClr val="tx1"/>
                    </a:solidFill>
                  </a:rPr>
                  <a:t>the image credit!</a:t>
                </a:r>
              </a:p>
              <a:p>
                <a:pPr indent="0" algn="l">
                  <a:lnSpc>
                    <a:spcPct val="100000"/>
                  </a:lnSpc>
                  <a:spcBef>
                    <a:spcPts val="400"/>
                  </a:spcBef>
                  <a:spcAft>
                    <a:spcPts val="400"/>
                  </a:spcAft>
                </a:pPr>
                <a:r>
                  <a:rPr lang="en-US" sz="1050">
                    <a:solidFill>
                      <a:schemeClr val="tx1"/>
                    </a:solidFill>
                  </a:rPr>
                  <a:t>How to get the image credit </a:t>
                </a:r>
                <a:r>
                  <a:rPr lang="en-US" sz="1050" b="1">
                    <a:solidFill>
                      <a:schemeClr val="tx1"/>
                    </a:solidFill>
                  </a:rPr>
                  <a:t>placeholder</a:t>
                </a:r>
                <a:r>
                  <a:rPr lang="en-US" sz="1050">
                    <a:solidFill>
                      <a:schemeClr val="tx1"/>
                    </a:solidFill>
                  </a:rPr>
                  <a:t> if it is no longer available on your slide by default: </a:t>
                </a:r>
              </a:p>
              <a:p>
                <a:pPr indent="0" algn="l">
                  <a:lnSpc>
                    <a:spcPct val="100000"/>
                  </a:lnSpc>
                  <a:spcBef>
                    <a:spcPts val="400"/>
                  </a:spcBef>
                  <a:spcAft>
                    <a:spcPts val="400"/>
                  </a:spcAft>
                </a:pPr>
                <a:r>
                  <a:rPr lang="en-US" sz="1050">
                    <a:solidFill>
                      <a:schemeClr val="tx1"/>
                    </a:solidFill>
                  </a:rPr>
                  <a:t>&gt; </a:t>
                </a:r>
                <a:r>
                  <a:rPr lang="en-US" sz="1050" b="0">
                    <a:solidFill>
                      <a:schemeClr val="tx1"/>
                    </a:solidFill>
                  </a:rPr>
                  <a:t>right-click on a free area</a:t>
                </a:r>
                <a:br>
                  <a:rPr lang="en-US" sz="1050" b="0">
                    <a:solidFill>
                      <a:schemeClr val="tx1"/>
                    </a:solidFill>
                  </a:rPr>
                </a:br>
                <a:r>
                  <a:rPr lang="en-US" sz="1050" b="0">
                    <a:solidFill>
                      <a:schemeClr val="tx1"/>
                    </a:solidFill>
                  </a:rPr>
                  <a:t>   on the slide</a:t>
                </a:r>
                <a:br>
                  <a:rPr lang="en-US" sz="1050" b="0">
                    <a:solidFill>
                      <a:schemeClr val="tx1"/>
                    </a:solidFill>
                  </a:rPr>
                </a:br>
                <a:r>
                  <a:rPr lang="en-US" sz="1050" b="0">
                    <a:solidFill>
                      <a:schemeClr val="tx1"/>
                    </a:solidFill>
                  </a:rPr>
                  <a:t>&gt; insert text element</a:t>
                </a:r>
                <a:endParaRPr lang="en-US" sz="1050">
                  <a:solidFill>
                    <a:schemeClr val="tx1"/>
                  </a:solidFill>
                </a:endParaRPr>
              </a:p>
              <a:p>
                <a:pPr indent="0" algn="l">
                  <a:lnSpc>
                    <a:spcPct val="100000"/>
                  </a:lnSpc>
                  <a:spcBef>
                    <a:spcPts val="400"/>
                  </a:spcBef>
                  <a:spcAft>
                    <a:spcPts val="400"/>
                  </a:spcAft>
                </a:pPr>
                <a:r>
                  <a:rPr lang="en-US" sz="1050">
                    <a:solidFill>
                      <a:schemeClr val="tx1"/>
                    </a:solidFill>
                  </a:rPr>
                  <a:t>“</a:t>
                </a:r>
                <a:r>
                  <a:rPr lang="en-US" sz="1050" b="1">
                    <a:solidFill>
                      <a:schemeClr val="tx1"/>
                    </a:solidFill>
                  </a:rPr>
                  <a:t>Copyright right</a:t>
                </a:r>
                <a:r>
                  <a:rPr lang="en-US" sz="1050">
                    <a:solidFill>
                      <a:schemeClr val="tx1"/>
                    </a:solidFill>
                  </a:rPr>
                  <a:t>”</a:t>
                </a:r>
              </a:p>
            </p:txBody>
          </p:sp>
        </p:grpSp>
      </p:grpSp>
    </p:spTree>
    <p:extLst>
      <p:ext uri="{BB962C8B-B14F-4D97-AF65-F5344CB8AC3E}">
        <p14:creationId xmlns:p14="http://schemas.microsoft.com/office/powerpoint/2010/main" val="37150349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890">
          <p15:clr>
            <a:srgbClr val="FBAE40"/>
          </p15:clr>
        </p15:guide>
        <p15:guide id="2" pos="5069">
          <p15:clr>
            <a:srgbClr val="FBAE40"/>
          </p15:clr>
        </p15:guide>
        <p15:guide id="3" orient="horz" pos="64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nfoboxes &amp; Picture">
    <p:spTree>
      <p:nvGrpSpPr>
        <p:cNvPr id="1" name=""/>
        <p:cNvGrpSpPr/>
        <p:nvPr/>
      </p:nvGrpSpPr>
      <p:grpSpPr>
        <a:xfrm>
          <a:off x="0" y="0"/>
          <a:ext cx="0" cy="0"/>
          <a:chOff x="0" y="0"/>
          <a:chExt cx="0" cy="0"/>
        </a:xfrm>
      </p:grpSpPr>
      <p:sp>
        <p:nvSpPr>
          <p:cNvPr id="13" name="background grey">
            <a:extLst>
              <a:ext uri="{FF2B5EF4-FFF2-40B4-BE49-F238E27FC236}">
                <a16:creationId xmlns:a16="http://schemas.microsoft.com/office/drawing/2014/main" id="{601226B0-B5A9-49D1-A3DA-8469D6E529BC}"/>
              </a:ext>
              <a:ext uri="{C183D7F6-B498-43B3-948B-1728B52AA6E4}">
                <adec:decorative xmlns:adec="http://schemas.microsoft.com/office/drawing/2017/decorative" val="1"/>
              </a:ext>
            </a:extLst>
          </p:cNvPr>
          <p:cNvSpPr/>
          <p:nvPr/>
        </p:nvSpPr>
        <p:spPr bwMode="white">
          <a:xfrm>
            <a:off x="0" y="1599889"/>
            <a:ext cx="12192000" cy="356833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a:p>
        </p:txBody>
      </p:sp>
      <p:sp>
        <p:nvSpPr>
          <p:cNvPr id="2" name="title">
            <a:extLst>
              <a:ext uri="{FF2B5EF4-FFF2-40B4-BE49-F238E27FC236}">
                <a16:creationId xmlns:a16="http://schemas.microsoft.com/office/drawing/2014/main" id="{8FFCB50B-5503-4467-8A0F-9FBB8B48B97D}"/>
              </a:ext>
            </a:extLst>
          </p:cNvPr>
          <p:cNvSpPr>
            <a:spLocks noGrp="1"/>
          </p:cNvSpPr>
          <p:nvPr>
            <p:ph type="title"/>
          </p:nvPr>
        </p:nvSpPr>
        <p:spPr bwMode="gray">
          <a:xfrm>
            <a:off x="525600" y="673200"/>
            <a:ext cx="11138400" cy="288000"/>
          </a:xfrm>
        </p:spPr>
        <p:txBody>
          <a:bodyPr lIns="0" tIns="0" rIns="0" bIns="0"/>
          <a:lstStyle/>
          <a:p>
            <a:r>
              <a:rPr lang="de-DE"/>
              <a:t>Mastertitelformat bearbeiten</a:t>
            </a:r>
            <a:endParaRPr lang="en-US"/>
          </a:p>
        </p:txBody>
      </p:sp>
      <p:sp>
        <p:nvSpPr>
          <p:cNvPr id="4" name="MIO_CONVERT_SLIDES_SUBTITLE">
            <a:extLst>
              <a:ext uri="{FF2B5EF4-FFF2-40B4-BE49-F238E27FC236}">
                <a16:creationId xmlns:a16="http://schemas.microsoft.com/office/drawing/2014/main" id="{7086919D-8D03-4875-B9F0-05F0C8564079}"/>
              </a:ext>
            </a:extLst>
          </p:cNvPr>
          <p:cNvSpPr>
            <a:spLocks noGrp="1"/>
          </p:cNvSpPr>
          <p:nvPr>
            <p:ph type="body" sz="quarter" idx="14" hasCustomPrompt="1"/>
          </p:nvPr>
        </p:nvSpPr>
        <p:spPr bwMode="gray">
          <a:xfrm>
            <a:off x="525599" y="1022400"/>
            <a:ext cx="8882212" cy="504000"/>
          </a:xfrm>
        </p:spPr>
        <p:txBody>
          <a:bodyPr/>
          <a:lstStyle>
            <a:lvl1pPr>
              <a:lnSpc>
                <a:spcPct val="85000"/>
              </a:lnSpc>
              <a:spcBef>
                <a:spcPts val="0"/>
              </a:spcBef>
              <a:spcAft>
                <a:spcPts val="0"/>
              </a:spcAft>
              <a:defRPr sz="2000"/>
            </a:lvl1pPr>
          </a:lstStyle>
          <a:p>
            <a:pPr lvl="0"/>
            <a:r>
              <a:rPr lang="de-DE" err="1"/>
              <a:t>Subtitle</a:t>
            </a:r>
            <a:endParaRPr lang="en-US"/>
          </a:p>
        </p:txBody>
      </p:sp>
      <p:sp>
        <p:nvSpPr>
          <p:cNvPr id="10" name="picture">
            <a:extLst>
              <a:ext uri="{FF2B5EF4-FFF2-40B4-BE49-F238E27FC236}">
                <a16:creationId xmlns:a16="http://schemas.microsoft.com/office/drawing/2014/main" id="{76533136-822A-4672-82A6-5B4464AD390B}"/>
              </a:ext>
            </a:extLst>
          </p:cNvPr>
          <p:cNvSpPr>
            <a:spLocks noGrp="1"/>
          </p:cNvSpPr>
          <p:nvPr>
            <p:ph type="pic" sz="quarter" idx="18"/>
          </p:nvPr>
        </p:nvSpPr>
        <p:spPr bwMode="gray">
          <a:xfrm>
            <a:off x="0" y="1602000"/>
            <a:ext cx="5647494" cy="5255999"/>
          </a:xfrm>
          <a:pattFill prst="ltUpDiag">
            <a:fgClr>
              <a:schemeClr val="bg1">
                <a:lumMod val="95000"/>
              </a:schemeClr>
            </a:fgClr>
            <a:bgClr>
              <a:schemeClr val="bg1"/>
            </a:bgClr>
          </a:pattFill>
        </p:spPr>
        <p:txBody>
          <a:bodyPr/>
          <a:lstStyle/>
          <a:p>
            <a:r>
              <a:rPr lang="de-DE"/>
              <a:t>Bild durch Klicken auf Symbol hinzufügen</a:t>
            </a:r>
            <a:endParaRPr lang="en-US"/>
          </a:p>
        </p:txBody>
      </p:sp>
      <p:sp>
        <p:nvSpPr>
          <p:cNvPr id="7" name="text white">
            <a:extLst>
              <a:ext uri="{FF2B5EF4-FFF2-40B4-BE49-F238E27FC236}">
                <a16:creationId xmlns:a16="http://schemas.microsoft.com/office/drawing/2014/main" id="{76947769-F1C5-46D2-A578-B46158BB4453}"/>
              </a:ext>
            </a:extLst>
          </p:cNvPr>
          <p:cNvSpPr>
            <a:spLocks noGrp="1"/>
          </p:cNvSpPr>
          <p:nvPr>
            <p:ph type="body" sz="quarter" idx="15"/>
          </p:nvPr>
        </p:nvSpPr>
        <p:spPr bwMode="gray">
          <a:xfrm>
            <a:off x="5791492" y="1886400"/>
            <a:ext cx="3616319" cy="4212002"/>
          </a:xfrm>
          <a:solidFill>
            <a:schemeClr val="bg1"/>
          </a:solidFill>
        </p:spPr>
        <p:txBody>
          <a:bodyPr lIns="216000" tIns="288000" rIns="216000" bIns="216000"/>
          <a:lstStyle>
            <a:lvl1pPr>
              <a:spcBef>
                <a:spcPts val="400"/>
              </a:spcBef>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text blue">
            <a:extLst>
              <a:ext uri="{FF2B5EF4-FFF2-40B4-BE49-F238E27FC236}">
                <a16:creationId xmlns:a16="http://schemas.microsoft.com/office/drawing/2014/main" id="{F221FFD9-8744-4B06-8073-6630F4E6F751}"/>
              </a:ext>
            </a:extLst>
          </p:cNvPr>
          <p:cNvSpPr>
            <a:spLocks noGrp="1"/>
          </p:cNvSpPr>
          <p:nvPr>
            <p:ph type="body" sz="quarter" idx="16"/>
          </p:nvPr>
        </p:nvSpPr>
        <p:spPr bwMode="ltGray">
          <a:xfrm>
            <a:off x="9551810" y="1022400"/>
            <a:ext cx="2115790" cy="1400585"/>
          </a:xfrm>
          <a:solidFill>
            <a:schemeClr val="tx2"/>
          </a:solidFill>
        </p:spPr>
        <p:txBody>
          <a:bodyPr lIns="216000" tIns="216000" rIns="216000" bIns="216000">
            <a:spAutoFit/>
          </a:bodyPr>
          <a:lstStyle>
            <a:lvl1pPr>
              <a:defRPr b="0">
                <a:solidFill>
                  <a:schemeClr val="bg1"/>
                </a:solidFill>
              </a:defRPr>
            </a:lvl1pPr>
            <a:lvl2pPr>
              <a:buClr>
                <a:srgbClr val="FFFFFF"/>
              </a:buClr>
              <a:defRPr>
                <a:solidFill>
                  <a:schemeClr val="bg1"/>
                </a:solidFill>
              </a:defRPr>
            </a:lvl2pPr>
            <a:lvl3pPr>
              <a:buClr>
                <a:schemeClr val="bg1"/>
              </a:buClr>
              <a:defRPr>
                <a:solidFill>
                  <a:schemeClr val="bg1"/>
                </a:solidFill>
              </a:defRPr>
            </a:lvl3pPr>
            <a:lvl4pPr marL="486000" indent="162000">
              <a:buClr>
                <a:schemeClr val="bg1"/>
              </a:buClr>
              <a:buFont typeface="Arial" panose="020B0604020202020204" pitchFamily="34" charset="0"/>
              <a:buChar char="•"/>
              <a:defRPr>
                <a:solidFill>
                  <a:schemeClr val="bg1"/>
                </a:solidFill>
              </a:defRPr>
            </a:lvl4pPr>
            <a:lvl5pPr>
              <a:defRPr>
                <a:solidFill>
                  <a:schemeClr val="bg1"/>
                </a:solidFill>
              </a:defRPr>
            </a:lvl5pPr>
            <a:lvl7pPr>
              <a:defRPr>
                <a:solidFill>
                  <a:schemeClr val="bg1"/>
                </a:solidFill>
              </a:defRPr>
            </a:lvl7pPr>
            <a:lvl8pPr>
              <a:defRPr>
                <a:solidFill>
                  <a:schemeClr val="bg1"/>
                </a:solidFill>
              </a:defRPr>
            </a:lvl8pPr>
          </a:lstStyle>
          <a:p>
            <a:pPr lvl="0"/>
            <a:r>
              <a:rPr lang="de-DE"/>
              <a:t>Mastertextformat bearbeiten</a:t>
            </a:r>
          </a:p>
          <a:p>
            <a:pPr lvl="1"/>
            <a:r>
              <a:rPr lang="de-DE"/>
              <a:t>Zweite Ebene</a:t>
            </a:r>
          </a:p>
          <a:p>
            <a:pPr lvl="2"/>
            <a:r>
              <a:rPr lang="de-DE"/>
              <a:t>Dritte Ebene</a:t>
            </a:r>
          </a:p>
        </p:txBody>
      </p:sp>
      <p:sp>
        <p:nvSpPr>
          <p:cNvPr id="12" name="copyright left">
            <a:extLst>
              <a:ext uri="{FF2B5EF4-FFF2-40B4-BE49-F238E27FC236}">
                <a16:creationId xmlns:a16="http://schemas.microsoft.com/office/drawing/2014/main" id="{E3DBCBE6-499E-83C0-17B7-06D66974B089}"/>
              </a:ext>
              <a:ext uri="{C183D7F6-B498-43B3-948B-1728B52AA6E4}">
                <adec:decorative xmlns:adec="http://schemas.microsoft.com/office/drawing/2017/decorative" val="1"/>
              </a:ext>
            </a:extLst>
          </p:cNvPr>
          <p:cNvSpPr>
            <a:spLocks noGrp="1"/>
          </p:cNvSpPr>
          <p:nvPr>
            <p:ph type="body" sz="quarter" idx="19" hasCustomPrompt="1"/>
          </p:nvPr>
        </p:nvSpPr>
        <p:spPr bwMode="black">
          <a:xfrm rot="16200000">
            <a:off x="-215432" y="5617832"/>
            <a:ext cx="864000" cy="92333"/>
          </a:xfrm>
          <a:solidFill>
            <a:schemeClr val="bg1">
              <a:alpha val="0"/>
            </a:schemeClr>
          </a:solidFill>
        </p:spPr>
        <p:txBody>
          <a:bodyPr wrap="none" anchor="t"/>
          <a:lstStyle>
            <a:lvl1pPr>
              <a:spcBef>
                <a:spcPts val="0"/>
              </a:spcBef>
              <a:spcAft>
                <a:spcPts val="0"/>
              </a:spcAft>
              <a:defRPr sz="600">
                <a:solidFill>
                  <a:srgbClr val="B2B2B2"/>
                </a:solidFill>
              </a:defRPr>
            </a:lvl1pPr>
          </a:lstStyle>
          <a:p>
            <a:pPr lvl="0"/>
            <a:r>
              <a:rPr lang="de-DE" noProof="0"/>
              <a:t>© Copyright</a:t>
            </a:r>
          </a:p>
        </p:txBody>
      </p:sp>
      <p:sp>
        <p:nvSpPr>
          <p:cNvPr id="6" name="slide number">
            <a:extLst>
              <a:ext uri="{FF2B5EF4-FFF2-40B4-BE49-F238E27FC236}">
                <a16:creationId xmlns:a16="http://schemas.microsoft.com/office/drawing/2014/main" id="{90B54C2D-8235-4852-8EB7-5E05529B2499}"/>
              </a:ext>
            </a:extLst>
          </p:cNvPr>
          <p:cNvSpPr>
            <a:spLocks noGrp="1"/>
          </p:cNvSpPr>
          <p:nvPr>
            <p:ph type="sldNum" sz="quarter" idx="12"/>
          </p:nvPr>
        </p:nvSpPr>
        <p:spPr bwMode="black">
          <a:xfrm>
            <a:off x="525600" y="6386400"/>
            <a:ext cx="234000" cy="180000"/>
          </a:xfrm>
        </p:spPr>
        <p:txBody>
          <a:bodyPr lIns="0" tIns="0" rIns="0" bIns="0"/>
          <a:lstStyle>
            <a:lvl1pPr>
              <a:defRPr>
                <a:solidFill>
                  <a:schemeClr val="bg1"/>
                </a:solidFill>
              </a:defRPr>
            </a:lvl1pPr>
          </a:lstStyle>
          <a:p>
            <a:fld id="{9829449A-3FF3-45CE-9F4F-09BADC0910C6}" type="slidenum">
              <a:rPr lang="de-DE" noProof="0"/>
              <a:pPr/>
              <a:t>‹Nr.›</a:t>
            </a:fld>
            <a:endParaRPr lang="de-DE" noProof="0"/>
          </a:p>
        </p:txBody>
      </p:sp>
      <p:sp>
        <p:nvSpPr>
          <p:cNvPr id="5" name="footer">
            <a:extLst>
              <a:ext uri="{FF2B5EF4-FFF2-40B4-BE49-F238E27FC236}">
                <a16:creationId xmlns:a16="http://schemas.microsoft.com/office/drawing/2014/main" id="{A4534FC4-D037-44B0-B266-D9E820FC1DF2}"/>
              </a:ext>
            </a:extLst>
          </p:cNvPr>
          <p:cNvSpPr>
            <a:spLocks noGrp="1"/>
          </p:cNvSpPr>
          <p:nvPr>
            <p:ph type="ftr" sz="quarter" idx="11"/>
          </p:nvPr>
        </p:nvSpPr>
        <p:spPr bwMode="black">
          <a:xfrm>
            <a:off x="763200" y="6386400"/>
            <a:ext cx="4680000" cy="180000"/>
          </a:xfrm>
        </p:spPr>
        <p:txBody>
          <a:bodyPr lIns="0" tIns="0" rIns="0" bIns="0"/>
          <a:lstStyle>
            <a:lvl1pPr>
              <a:defRPr>
                <a:solidFill>
                  <a:schemeClr val="bg1"/>
                </a:solidFill>
              </a:defRPr>
            </a:lvl1pPr>
          </a:lstStyle>
          <a:p>
            <a:r>
              <a:rPr lang="de-DE" noProof="0"/>
              <a:t>SNB - TGA - 28.08.2026</a:t>
            </a:r>
          </a:p>
        </p:txBody>
      </p:sp>
      <p:grpSp>
        <p:nvGrpSpPr>
          <p:cNvPr id="19" name="Info">
            <a:extLst>
              <a:ext uri="{FF2B5EF4-FFF2-40B4-BE49-F238E27FC236}">
                <a16:creationId xmlns:a16="http://schemas.microsoft.com/office/drawing/2014/main" id="{D9BB1CF3-26FB-E434-2029-FE93A242294E}"/>
              </a:ext>
            </a:extLst>
          </p:cNvPr>
          <p:cNvGrpSpPr/>
          <p:nvPr userDrawn="1"/>
        </p:nvGrpSpPr>
        <p:grpSpPr>
          <a:xfrm flipH="1">
            <a:off x="-2613664" y="2453684"/>
            <a:ext cx="2500810" cy="3640431"/>
            <a:chOff x="12327529" y="2352975"/>
            <a:chExt cx="2500810" cy="3640431"/>
          </a:xfrm>
          <a:effectLst>
            <a:outerShdw blurRad="50800" dist="38100" dir="2700000" algn="tl" rotWithShape="0">
              <a:prstClr val="black">
                <a:alpha val="40000"/>
              </a:prstClr>
            </a:outerShdw>
          </a:effectLst>
        </p:grpSpPr>
        <p:grpSp>
          <p:nvGrpSpPr>
            <p:cNvPr id="20" name="info">
              <a:extLst>
                <a:ext uri="{FF2B5EF4-FFF2-40B4-BE49-F238E27FC236}">
                  <a16:creationId xmlns:a16="http://schemas.microsoft.com/office/drawing/2014/main" id="{B65C4529-A698-6FF6-EF5A-CB8A049A47BE}"/>
                </a:ext>
              </a:extLst>
            </p:cNvPr>
            <p:cNvGrpSpPr/>
            <p:nvPr userDrawn="1"/>
          </p:nvGrpSpPr>
          <p:grpSpPr>
            <a:xfrm>
              <a:off x="12596337" y="2352975"/>
              <a:ext cx="2232002" cy="1408806"/>
              <a:chOff x="12565380" y="2356671"/>
              <a:chExt cx="2232002" cy="1408806"/>
            </a:xfrm>
          </p:grpSpPr>
          <p:sp>
            <p:nvSpPr>
              <p:cNvPr id="24" name="info">
                <a:extLst>
                  <a:ext uri="{FF2B5EF4-FFF2-40B4-BE49-F238E27FC236}">
                    <a16:creationId xmlns:a16="http://schemas.microsoft.com/office/drawing/2014/main" id="{A2A5222A-8BAF-E6B0-9FE8-F124A3CF5B96}"/>
                  </a:ext>
                </a:extLst>
              </p:cNvPr>
              <p:cNvSpPr/>
              <p:nvPr userDrawn="1"/>
            </p:nvSpPr>
            <p:spPr bwMode="gray">
              <a:xfrm rot="16200000" flipH="1">
                <a:off x="12153929" y="2814026"/>
                <a:ext cx="1362902"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25" name="info">
                <a:extLst>
                  <a:ext uri="{FF2B5EF4-FFF2-40B4-BE49-F238E27FC236}">
                    <a16:creationId xmlns:a16="http://schemas.microsoft.com/office/drawing/2014/main" id="{7FED69C5-C5FF-B9D7-443D-E783313CFC2A}"/>
                  </a:ext>
                </a:extLst>
              </p:cNvPr>
              <p:cNvSpPr/>
              <p:nvPr userDrawn="1"/>
            </p:nvSpPr>
            <p:spPr bwMode="gray">
              <a:xfrm flipH="1">
                <a:off x="12565381" y="2356671"/>
                <a:ext cx="2232001" cy="114232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kern="1200" cap="all">
                    <a:solidFill>
                      <a:schemeClr val="bg1"/>
                    </a:solidFill>
                    <a:latin typeface="+mn-lt"/>
                    <a:ea typeface="+mn-ea"/>
                    <a:cs typeface="+mn-cs"/>
                  </a:rPr>
                  <a:t>IMAGE Credit Formatting</a:t>
                </a:r>
              </a:p>
              <a:p>
                <a:pPr indent="0" algn="l">
                  <a:lnSpc>
                    <a:spcPct val="100000"/>
                  </a:lnSpc>
                  <a:spcBef>
                    <a:spcPts val="400"/>
                  </a:spcBef>
                  <a:spcAft>
                    <a:spcPts val="400"/>
                  </a:spcAft>
                </a:pPr>
                <a:r>
                  <a:rPr lang="en-US" sz="1050" b="0" kern="1200" cap="none">
                    <a:solidFill>
                      <a:schemeClr val="bg1"/>
                    </a:solidFill>
                    <a:latin typeface="+mn-lt"/>
                    <a:ea typeface="+mn-ea"/>
                    <a:cs typeface="+mn-cs"/>
                  </a:rPr>
                  <a:t>Examples!</a:t>
                </a:r>
              </a:p>
              <a:p>
                <a:pPr indent="0" algn="l">
                  <a:lnSpc>
                    <a:spcPct val="100000"/>
                  </a:lnSpc>
                  <a:spcBef>
                    <a:spcPts val="400"/>
                  </a:spcBef>
                  <a:spcAft>
                    <a:spcPts val="400"/>
                  </a:spcAft>
                </a:pPr>
                <a:r>
                  <a:rPr lang="en-US" sz="1050" b="0" kern="1200" cap="none">
                    <a:solidFill>
                      <a:schemeClr val="bg1"/>
                    </a:solidFill>
                    <a:latin typeface="+mn-lt"/>
                    <a:ea typeface="+mn-ea"/>
                    <a:cs typeface="+mn-cs"/>
                  </a:rPr>
                  <a:t>© Westend66 – gettyimages.com</a:t>
                </a:r>
                <a:br>
                  <a:rPr lang="en-US" sz="1050" b="0" kern="1200" cap="none">
                    <a:solidFill>
                      <a:schemeClr val="bg1"/>
                    </a:solidFill>
                    <a:latin typeface="+mn-lt"/>
                    <a:ea typeface="+mn-ea"/>
                    <a:cs typeface="+mn-cs"/>
                  </a:rPr>
                </a:br>
                <a:r>
                  <a:rPr lang="en-US" sz="1050" b="0" kern="1200" cap="none">
                    <a:solidFill>
                      <a:schemeClr val="bg1"/>
                    </a:solidFill>
                    <a:latin typeface="+mn-lt"/>
                    <a:ea typeface="+mn-ea"/>
                    <a:cs typeface="+mn-cs"/>
                  </a:rPr>
                  <a:t>© AI generated – Drees &amp; Sommer</a:t>
                </a:r>
              </a:p>
            </p:txBody>
          </p:sp>
        </p:grpSp>
        <p:grpSp>
          <p:nvGrpSpPr>
            <p:cNvPr id="21" name="info">
              <a:extLst>
                <a:ext uri="{FF2B5EF4-FFF2-40B4-BE49-F238E27FC236}">
                  <a16:creationId xmlns:a16="http://schemas.microsoft.com/office/drawing/2014/main" id="{4C38CD88-AD5C-9FFF-A623-D2F63AEAFCE8}"/>
                </a:ext>
              </a:extLst>
            </p:cNvPr>
            <p:cNvGrpSpPr>
              <a:grpSpLocks/>
            </p:cNvGrpSpPr>
            <p:nvPr userDrawn="1"/>
          </p:nvGrpSpPr>
          <p:grpSpPr>
            <a:xfrm>
              <a:off x="12327529" y="3837980"/>
              <a:ext cx="2500808" cy="2155426"/>
              <a:chOff x="12327530" y="4187428"/>
              <a:chExt cx="2500808" cy="2155426"/>
            </a:xfrm>
          </p:grpSpPr>
          <p:sp>
            <p:nvSpPr>
              <p:cNvPr id="22" name="info">
                <a:extLst>
                  <a:ext uri="{FF2B5EF4-FFF2-40B4-BE49-F238E27FC236}">
                    <a16:creationId xmlns:a16="http://schemas.microsoft.com/office/drawing/2014/main" id="{69FFC1D4-AE7A-4CD0-5C9E-83BC95013E2A}"/>
                  </a:ext>
                </a:extLst>
              </p:cNvPr>
              <p:cNvSpPr/>
              <p:nvPr userDrawn="1"/>
            </p:nvSpPr>
            <p:spPr bwMode="gray">
              <a:xfrm flipH="1">
                <a:off x="12327530" y="5802854"/>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23" name="info">
                <a:extLst>
                  <a:ext uri="{FF2B5EF4-FFF2-40B4-BE49-F238E27FC236}">
                    <a16:creationId xmlns:a16="http://schemas.microsoft.com/office/drawing/2014/main" id="{789AABB5-6DB8-98C4-5933-5FB16C274ACF}"/>
                  </a:ext>
                </a:extLst>
              </p:cNvPr>
              <p:cNvSpPr/>
              <p:nvPr userDrawn="1"/>
            </p:nvSpPr>
            <p:spPr bwMode="gray">
              <a:xfrm flipH="1">
                <a:off x="12596338" y="4187428"/>
                <a:ext cx="2232000" cy="215542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cap="all">
                    <a:solidFill>
                      <a:schemeClr val="bg1"/>
                    </a:solidFill>
                  </a:rPr>
                  <a:t>image credit</a:t>
                </a:r>
              </a:p>
              <a:p>
                <a:pPr indent="0" algn="l">
                  <a:lnSpc>
                    <a:spcPct val="100000"/>
                  </a:lnSpc>
                  <a:spcBef>
                    <a:spcPts val="400"/>
                  </a:spcBef>
                  <a:spcAft>
                    <a:spcPts val="400"/>
                  </a:spcAft>
                </a:pPr>
                <a:r>
                  <a:rPr lang="en-US" sz="1050" b="1">
                    <a:solidFill>
                      <a:schemeClr val="bg1"/>
                    </a:solidFill>
                  </a:rPr>
                  <a:t>Always include </a:t>
                </a:r>
                <a:r>
                  <a:rPr lang="en-US" sz="1050">
                    <a:solidFill>
                      <a:schemeClr val="bg1"/>
                    </a:solidFill>
                  </a:rPr>
                  <a:t>the image credit!</a:t>
                </a:r>
              </a:p>
              <a:p>
                <a:pPr indent="0" algn="l">
                  <a:lnSpc>
                    <a:spcPct val="100000"/>
                  </a:lnSpc>
                  <a:spcBef>
                    <a:spcPts val="400"/>
                  </a:spcBef>
                  <a:spcAft>
                    <a:spcPts val="400"/>
                  </a:spcAft>
                </a:pPr>
                <a:r>
                  <a:rPr lang="en-US" sz="1050">
                    <a:solidFill>
                      <a:schemeClr val="bg1"/>
                    </a:solidFill>
                  </a:rPr>
                  <a:t>How to get the image credit </a:t>
                </a:r>
                <a:r>
                  <a:rPr lang="en-US" sz="1050" b="1">
                    <a:solidFill>
                      <a:schemeClr val="bg1"/>
                    </a:solidFill>
                  </a:rPr>
                  <a:t>placeholder</a:t>
                </a:r>
                <a:r>
                  <a:rPr lang="en-US" sz="1050">
                    <a:solidFill>
                      <a:schemeClr val="bg1"/>
                    </a:solidFill>
                  </a:rPr>
                  <a:t> if it is no longer available on your slide by default: </a:t>
                </a:r>
              </a:p>
              <a:p>
                <a:pPr indent="0" algn="l">
                  <a:lnSpc>
                    <a:spcPct val="100000"/>
                  </a:lnSpc>
                  <a:spcBef>
                    <a:spcPts val="400"/>
                  </a:spcBef>
                  <a:spcAft>
                    <a:spcPts val="400"/>
                  </a:spcAft>
                </a:pPr>
                <a:r>
                  <a:rPr lang="en-US" sz="1050">
                    <a:solidFill>
                      <a:schemeClr val="bg1"/>
                    </a:solidFill>
                  </a:rPr>
                  <a:t>&gt; </a:t>
                </a:r>
                <a:r>
                  <a:rPr lang="en-US" sz="1050" b="0">
                    <a:solidFill>
                      <a:schemeClr val="bg1"/>
                    </a:solidFill>
                  </a:rPr>
                  <a:t>right-click on a free area</a:t>
                </a:r>
                <a:br>
                  <a:rPr lang="en-US" sz="1050" b="0">
                    <a:solidFill>
                      <a:schemeClr val="bg1"/>
                    </a:solidFill>
                  </a:rPr>
                </a:br>
                <a:r>
                  <a:rPr lang="en-US" sz="1050" b="0">
                    <a:solidFill>
                      <a:schemeClr val="bg1"/>
                    </a:solidFill>
                  </a:rPr>
                  <a:t>   on the slide</a:t>
                </a:r>
                <a:br>
                  <a:rPr lang="en-US" sz="1050" b="0">
                    <a:solidFill>
                      <a:schemeClr val="bg1"/>
                    </a:solidFill>
                  </a:rPr>
                </a:br>
                <a:r>
                  <a:rPr lang="en-US" sz="1050" b="0">
                    <a:solidFill>
                      <a:schemeClr val="bg1"/>
                    </a:solidFill>
                  </a:rPr>
                  <a:t>&gt; insert text element</a:t>
                </a:r>
                <a:endParaRPr lang="en-US" sz="1050">
                  <a:solidFill>
                    <a:schemeClr val="bg1"/>
                  </a:solidFill>
                </a:endParaRPr>
              </a:p>
              <a:p>
                <a:pPr indent="0" algn="l">
                  <a:lnSpc>
                    <a:spcPct val="100000"/>
                  </a:lnSpc>
                  <a:spcBef>
                    <a:spcPts val="400"/>
                  </a:spcBef>
                  <a:spcAft>
                    <a:spcPts val="400"/>
                  </a:spcAft>
                </a:pPr>
                <a:r>
                  <a:rPr lang="en-US" sz="1050">
                    <a:solidFill>
                      <a:schemeClr val="bg1"/>
                    </a:solidFill>
                  </a:rPr>
                  <a:t>“</a:t>
                </a:r>
                <a:r>
                  <a:rPr lang="en-US" sz="1050" b="1">
                    <a:solidFill>
                      <a:schemeClr val="bg1"/>
                    </a:solidFill>
                  </a:rPr>
                  <a:t>Copyright left</a:t>
                </a:r>
                <a:r>
                  <a:rPr lang="en-US" sz="1050">
                    <a:solidFill>
                      <a:schemeClr val="bg1"/>
                    </a:solidFill>
                  </a:rPr>
                  <a:t>”</a:t>
                </a:r>
              </a:p>
            </p:txBody>
          </p:sp>
        </p:grpSp>
      </p:grpSp>
      <p:sp>
        <p:nvSpPr>
          <p:cNvPr id="3" name="MIO_Placeholder_Mapping" hidden="1">
            <a:extLst>
              <a:ext uri="{FF2B5EF4-FFF2-40B4-BE49-F238E27FC236}">
                <a16:creationId xmlns:a16="http://schemas.microsoft.com/office/drawing/2014/main" id="{42D682C7-985A-72F4-4DED-BAADF100FC25}"/>
              </a:ext>
            </a:extLst>
          </p:cNvPr>
          <p:cNvSpPr/>
          <p:nvPr userDrawn="1">
            <p:custDataLst>
              <p:tags r:id="rId1"/>
            </p:custDataLst>
          </p:nvPr>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3544327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644">
          <p15:clr>
            <a:srgbClr val="FBAE40"/>
          </p15:clr>
        </p15:guide>
        <p15:guide id="2" pos="3558">
          <p15:clr>
            <a:srgbClr val="FBAE40"/>
          </p15:clr>
        </p15:guide>
        <p15:guide id="3" pos="3648">
          <p15:clr>
            <a:srgbClr val="FBAE40"/>
          </p15:clr>
        </p15:guide>
        <p15:guide id="4" pos="5927">
          <p15:clr>
            <a:srgbClr val="FBAE40"/>
          </p15:clr>
        </p15:guide>
        <p15:guide id="5" pos="6017">
          <p15:clr>
            <a:srgbClr val="FBAE40"/>
          </p15:clr>
        </p15:guide>
        <p15:guide id="6" orient="horz" pos="118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ARK Infoboxes &amp; Picture">
    <p:bg>
      <p:bgRef idx="1001">
        <a:schemeClr val="bg1"/>
      </p:bgRef>
    </p:bg>
    <p:spTree>
      <p:nvGrpSpPr>
        <p:cNvPr id="1" name=""/>
        <p:cNvGrpSpPr/>
        <p:nvPr/>
      </p:nvGrpSpPr>
      <p:grpSpPr>
        <a:xfrm>
          <a:off x="0" y="0"/>
          <a:ext cx="0" cy="0"/>
          <a:chOff x="0" y="0"/>
          <a:chExt cx="0" cy="0"/>
        </a:xfrm>
      </p:grpSpPr>
      <p:sp>
        <p:nvSpPr>
          <p:cNvPr id="3" name="background white">
            <a:extLst>
              <a:ext uri="{FF2B5EF4-FFF2-40B4-BE49-F238E27FC236}">
                <a16:creationId xmlns:a16="http://schemas.microsoft.com/office/drawing/2014/main" id="{115827D7-D33B-CB97-16EE-3F3BD40156B9}"/>
              </a:ext>
              <a:ext uri="{C183D7F6-B498-43B3-948B-1728B52AA6E4}">
                <adec:decorative xmlns:adec="http://schemas.microsoft.com/office/drawing/2017/decorative" val="1"/>
              </a:ext>
            </a:extLst>
          </p:cNvPr>
          <p:cNvSpPr/>
          <p:nvPr userDrawn="1"/>
        </p:nvSpPr>
        <p:spPr bwMode="white">
          <a:xfrm>
            <a:off x="0" y="-1"/>
            <a:ext cx="12191998"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pic>
        <p:nvPicPr>
          <p:cNvPr id="59" name="background dreso">
            <a:extLst>
              <a:ext uri="{FF2B5EF4-FFF2-40B4-BE49-F238E27FC236}">
                <a16:creationId xmlns:a16="http://schemas.microsoft.com/office/drawing/2014/main" id="{69FFB54D-9071-5C7A-EEC3-6DDB11EBF08B}"/>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b="28303"/>
          <a:stretch>
            <a:fillRect/>
          </a:stretch>
        </p:blipFill>
        <p:spPr bwMode="white">
          <a:xfrm>
            <a:off x="0" y="-1"/>
            <a:ext cx="12191998" cy="4917013"/>
          </a:xfrm>
          <a:prstGeom prst="rect">
            <a:avLst/>
          </a:prstGeom>
        </p:spPr>
      </p:pic>
      <p:sp>
        <p:nvSpPr>
          <p:cNvPr id="2" name="title">
            <a:extLst>
              <a:ext uri="{FF2B5EF4-FFF2-40B4-BE49-F238E27FC236}">
                <a16:creationId xmlns:a16="http://schemas.microsoft.com/office/drawing/2014/main" id="{8FFCB50B-5503-4467-8A0F-9FBB8B48B97D}"/>
              </a:ext>
            </a:extLst>
          </p:cNvPr>
          <p:cNvSpPr>
            <a:spLocks noGrp="1"/>
          </p:cNvSpPr>
          <p:nvPr>
            <p:ph type="title"/>
          </p:nvPr>
        </p:nvSpPr>
        <p:spPr bwMode="black">
          <a:xfrm>
            <a:off x="525600" y="673200"/>
            <a:ext cx="11138400" cy="288000"/>
          </a:xfrm>
        </p:spPr>
        <p:txBody>
          <a:bodyPr lIns="0" tIns="0" rIns="0" bIns="0"/>
          <a:lstStyle>
            <a:lvl1pPr>
              <a:defRPr>
                <a:solidFill>
                  <a:schemeClr val="tx1"/>
                </a:solidFill>
              </a:defRPr>
            </a:lvl1pPr>
          </a:lstStyle>
          <a:p>
            <a:r>
              <a:rPr lang="de-DE"/>
              <a:t>Mastertitelformat bearbeiten</a:t>
            </a:r>
            <a:endParaRPr lang="en-US"/>
          </a:p>
        </p:txBody>
      </p:sp>
      <p:sp>
        <p:nvSpPr>
          <p:cNvPr id="4" name="MIO_CONVERT_SLIDES_SUBTITLE">
            <a:extLst>
              <a:ext uri="{FF2B5EF4-FFF2-40B4-BE49-F238E27FC236}">
                <a16:creationId xmlns:a16="http://schemas.microsoft.com/office/drawing/2014/main" id="{7086919D-8D03-4875-B9F0-05F0C8564079}"/>
              </a:ext>
            </a:extLst>
          </p:cNvPr>
          <p:cNvSpPr>
            <a:spLocks noGrp="1"/>
          </p:cNvSpPr>
          <p:nvPr>
            <p:ph type="body" sz="quarter" idx="14" hasCustomPrompt="1"/>
          </p:nvPr>
        </p:nvSpPr>
        <p:spPr bwMode="black">
          <a:xfrm>
            <a:off x="525599" y="1022400"/>
            <a:ext cx="8882212" cy="504000"/>
          </a:xfrm>
        </p:spPr>
        <p:txBody>
          <a:bodyPr/>
          <a:lstStyle>
            <a:lvl1pPr>
              <a:lnSpc>
                <a:spcPct val="85000"/>
              </a:lnSpc>
              <a:spcBef>
                <a:spcPts val="0"/>
              </a:spcBef>
              <a:spcAft>
                <a:spcPts val="0"/>
              </a:spcAft>
              <a:defRPr sz="2000">
                <a:solidFill>
                  <a:schemeClr val="tx1"/>
                </a:solidFill>
              </a:defRPr>
            </a:lvl1pPr>
          </a:lstStyle>
          <a:p>
            <a:pPr lvl="0"/>
            <a:r>
              <a:rPr lang="de-DE" err="1"/>
              <a:t>Subtitle</a:t>
            </a:r>
            <a:endParaRPr lang="en-US"/>
          </a:p>
        </p:txBody>
      </p:sp>
      <p:sp>
        <p:nvSpPr>
          <p:cNvPr id="10" name="picture">
            <a:extLst>
              <a:ext uri="{FF2B5EF4-FFF2-40B4-BE49-F238E27FC236}">
                <a16:creationId xmlns:a16="http://schemas.microsoft.com/office/drawing/2014/main" id="{76533136-822A-4672-82A6-5B4464AD390B}"/>
              </a:ext>
            </a:extLst>
          </p:cNvPr>
          <p:cNvSpPr>
            <a:spLocks noGrp="1"/>
          </p:cNvSpPr>
          <p:nvPr>
            <p:ph type="pic" sz="quarter" idx="18"/>
          </p:nvPr>
        </p:nvSpPr>
        <p:spPr bwMode="gray">
          <a:xfrm>
            <a:off x="0" y="1602000"/>
            <a:ext cx="5647494" cy="5255999"/>
          </a:xfrm>
          <a:pattFill prst="ltUpDiag">
            <a:fgClr>
              <a:srgbClr val="F2F2F2"/>
            </a:fgClr>
            <a:bgClr>
              <a:schemeClr val="tx1"/>
            </a:bgClr>
          </a:pattFill>
        </p:spPr>
        <p:txBody>
          <a:bodyPr/>
          <a:lstStyle>
            <a:lvl1pPr>
              <a:defRPr>
                <a:solidFill>
                  <a:schemeClr val="bg1"/>
                </a:solidFill>
              </a:defRPr>
            </a:lvl1pPr>
          </a:lstStyle>
          <a:p>
            <a:r>
              <a:rPr lang="de-DE"/>
              <a:t>Bild durch Klicken auf Symbol hinzufügen</a:t>
            </a:r>
            <a:endParaRPr lang="en-US"/>
          </a:p>
        </p:txBody>
      </p:sp>
      <p:sp>
        <p:nvSpPr>
          <p:cNvPr id="7" name="text white">
            <a:extLst>
              <a:ext uri="{FF2B5EF4-FFF2-40B4-BE49-F238E27FC236}">
                <a16:creationId xmlns:a16="http://schemas.microsoft.com/office/drawing/2014/main" id="{76947769-F1C5-46D2-A578-B46158BB4453}"/>
              </a:ext>
            </a:extLst>
          </p:cNvPr>
          <p:cNvSpPr>
            <a:spLocks noGrp="1"/>
          </p:cNvSpPr>
          <p:nvPr>
            <p:ph type="body" sz="quarter" idx="15"/>
          </p:nvPr>
        </p:nvSpPr>
        <p:spPr bwMode="gray">
          <a:xfrm>
            <a:off x="5791492" y="1886400"/>
            <a:ext cx="3616319" cy="4212002"/>
          </a:xfrm>
          <a:solidFill>
            <a:schemeClr val="tx1"/>
          </a:solidFill>
        </p:spPr>
        <p:txBody>
          <a:bodyPr lIns="216000" tIns="288000" rIns="216000" bIns="216000"/>
          <a:lstStyle>
            <a:lvl1pPr>
              <a:spcBef>
                <a:spcPts val="400"/>
              </a:spcBef>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defRPr>
                <a:solidFill>
                  <a:schemeClr val="bg1"/>
                </a:solidFill>
              </a:defRPr>
            </a:lvl5pPr>
            <a:lvl8pPr>
              <a:defRPr>
                <a:solidFill>
                  <a:schemeClr val="bg1"/>
                </a:solidFill>
              </a:defRPr>
            </a:lvl8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text blue">
            <a:extLst>
              <a:ext uri="{FF2B5EF4-FFF2-40B4-BE49-F238E27FC236}">
                <a16:creationId xmlns:a16="http://schemas.microsoft.com/office/drawing/2014/main" id="{F221FFD9-8744-4B06-8073-6630F4E6F751}"/>
              </a:ext>
            </a:extLst>
          </p:cNvPr>
          <p:cNvSpPr>
            <a:spLocks noGrp="1"/>
          </p:cNvSpPr>
          <p:nvPr>
            <p:ph type="body" sz="quarter" idx="16"/>
          </p:nvPr>
        </p:nvSpPr>
        <p:spPr bwMode="black">
          <a:xfrm>
            <a:off x="9551810" y="1022400"/>
            <a:ext cx="2115790" cy="1400585"/>
          </a:xfrm>
          <a:noFill/>
        </p:spPr>
        <p:txBody>
          <a:bodyPr lIns="216000" tIns="216000" rIns="216000" bIns="216000">
            <a:spAutoFit/>
          </a:bodyPr>
          <a:lstStyle>
            <a:lvl1pPr>
              <a:defRPr b="0">
                <a:solidFill>
                  <a:schemeClr val="tx1"/>
                </a:solidFill>
              </a:defRPr>
            </a:lvl1pPr>
            <a:lvl2pPr>
              <a:buClr>
                <a:srgbClr val="FFFFFF"/>
              </a:buClr>
              <a:defRPr>
                <a:solidFill>
                  <a:schemeClr val="tx1"/>
                </a:solidFill>
              </a:defRPr>
            </a:lvl2pPr>
            <a:lvl3pPr>
              <a:buClr>
                <a:schemeClr val="tx1"/>
              </a:buClr>
              <a:defRPr>
                <a:solidFill>
                  <a:schemeClr val="tx1"/>
                </a:solidFill>
              </a:defRPr>
            </a:lvl3pPr>
            <a:lvl4pPr marL="486000" indent="-162000">
              <a:buFont typeface="Arial" panose="020B0604020202020204" pitchFamily="34" charset="0"/>
              <a:buChar char="•"/>
              <a:defRPr>
                <a:solidFill>
                  <a:schemeClr val="tx1"/>
                </a:solidFill>
              </a:defRPr>
            </a:lvl4pPr>
            <a:lvl5pPr>
              <a:defRPr>
                <a:solidFill>
                  <a:schemeClr val="tx1"/>
                </a:solidFill>
              </a:defRPr>
            </a:lvl5pPr>
            <a:lvl7pPr>
              <a:defRPr>
                <a:solidFill>
                  <a:schemeClr val="tx1"/>
                </a:solidFill>
              </a:defRPr>
            </a:lvl7pPr>
          </a:lstStyle>
          <a:p>
            <a:pPr lvl="0"/>
            <a:r>
              <a:rPr lang="de-DE"/>
              <a:t>Mastertextformat bearbeiten</a:t>
            </a:r>
          </a:p>
          <a:p>
            <a:pPr lvl="1"/>
            <a:r>
              <a:rPr lang="de-DE"/>
              <a:t>Zweite Ebene</a:t>
            </a:r>
          </a:p>
          <a:p>
            <a:pPr lvl="2"/>
            <a:r>
              <a:rPr lang="de-DE"/>
              <a:t>Dritte Ebene</a:t>
            </a:r>
          </a:p>
        </p:txBody>
      </p:sp>
      <p:sp>
        <p:nvSpPr>
          <p:cNvPr id="12" name="copyright left">
            <a:extLst>
              <a:ext uri="{FF2B5EF4-FFF2-40B4-BE49-F238E27FC236}">
                <a16:creationId xmlns:a16="http://schemas.microsoft.com/office/drawing/2014/main" id="{E3DBCBE6-499E-83C0-17B7-06D66974B089}"/>
              </a:ext>
              <a:ext uri="{C183D7F6-B498-43B3-948B-1728B52AA6E4}">
                <adec:decorative xmlns:adec="http://schemas.microsoft.com/office/drawing/2017/decorative" val="1"/>
              </a:ext>
            </a:extLst>
          </p:cNvPr>
          <p:cNvSpPr>
            <a:spLocks noGrp="1"/>
          </p:cNvSpPr>
          <p:nvPr>
            <p:ph type="body" sz="quarter" idx="19" hasCustomPrompt="1"/>
          </p:nvPr>
        </p:nvSpPr>
        <p:spPr bwMode="black">
          <a:xfrm rot="16200000">
            <a:off x="-216000" y="5619600"/>
            <a:ext cx="864000" cy="92333"/>
          </a:xfrm>
          <a:solidFill>
            <a:schemeClr val="bg1">
              <a:alpha val="0"/>
            </a:schemeClr>
          </a:solidFill>
        </p:spPr>
        <p:txBody>
          <a:bodyPr wrap="none" anchor="t"/>
          <a:lstStyle>
            <a:lvl1pPr>
              <a:spcBef>
                <a:spcPts val="0"/>
              </a:spcBef>
              <a:spcAft>
                <a:spcPts val="0"/>
              </a:spcAft>
              <a:defRPr sz="600">
                <a:solidFill>
                  <a:srgbClr val="B2B2B2"/>
                </a:solidFill>
              </a:defRPr>
            </a:lvl1pPr>
          </a:lstStyle>
          <a:p>
            <a:pPr lvl="0"/>
            <a:r>
              <a:rPr lang="de-DE" noProof="0"/>
              <a:t>© Copyright</a:t>
            </a:r>
          </a:p>
        </p:txBody>
      </p:sp>
      <p:sp>
        <p:nvSpPr>
          <p:cNvPr id="6" name="slide number">
            <a:extLst>
              <a:ext uri="{FF2B5EF4-FFF2-40B4-BE49-F238E27FC236}">
                <a16:creationId xmlns:a16="http://schemas.microsoft.com/office/drawing/2014/main" id="{90B54C2D-8235-4852-8EB7-5E05529B2499}"/>
              </a:ext>
            </a:extLst>
          </p:cNvPr>
          <p:cNvSpPr>
            <a:spLocks noGrp="1"/>
          </p:cNvSpPr>
          <p:nvPr>
            <p:ph type="sldNum" sz="quarter" idx="12"/>
          </p:nvPr>
        </p:nvSpPr>
        <p:spPr bwMode="black">
          <a:xfrm>
            <a:off x="525600" y="6386400"/>
            <a:ext cx="234000" cy="180000"/>
          </a:xfrm>
        </p:spPr>
        <p:txBody>
          <a:bodyPr lIns="0" tIns="0" rIns="0" bIns="0"/>
          <a:lstStyle>
            <a:lvl1pPr>
              <a:defRPr>
                <a:solidFill>
                  <a:schemeClr val="tx1"/>
                </a:solidFill>
              </a:defRPr>
            </a:lvl1pPr>
          </a:lstStyle>
          <a:p>
            <a:fld id="{9829449A-3FF3-45CE-9F4F-09BADC0910C6}" type="slidenum">
              <a:rPr lang="de-DE"/>
              <a:pPr/>
              <a:t>‹Nr.›</a:t>
            </a:fld>
            <a:endParaRPr lang="de-DE"/>
          </a:p>
        </p:txBody>
      </p:sp>
      <p:sp>
        <p:nvSpPr>
          <p:cNvPr id="5" name="footer">
            <a:extLst>
              <a:ext uri="{FF2B5EF4-FFF2-40B4-BE49-F238E27FC236}">
                <a16:creationId xmlns:a16="http://schemas.microsoft.com/office/drawing/2014/main" id="{A4534FC4-D037-44B0-B266-D9E820FC1DF2}"/>
              </a:ext>
            </a:extLst>
          </p:cNvPr>
          <p:cNvSpPr>
            <a:spLocks noGrp="1"/>
          </p:cNvSpPr>
          <p:nvPr>
            <p:ph type="ftr" sz="quarter" idx="11"/>
          </p:nvPr>
        </p:nvSpPr>
        <p:spPr bwMode="black">
          <a:xfrm>
            <a:off x="763200" y="6386400"/>
            <a:ext cx="4680000" cy="180000"/>
          </a:xfrm>
        </p:spPr>
        <p:txBody>
          <a:bodyPr lIns="0" tIns="0" rIns="0" bIns="0"/>
          <a:lstStyle>
            <a:lvl1pPr>
              <a:defRPr>
                <a:solidFill>
                  <a:schemeClr val="tx1"/>
                </a:solidFill>
              </a:defRPr>
            </a:lvl1pPr>
          </a:lstStyle>
          <a:p>
            <a:r>
              <a:rPr lang="de-DE"/>
              <a:t>SNB - TGA - 28.08.2026</a:t>
            </a:r>
          </a:p>
        </p:txBody>
      </p:sp>
      <p:grpSp>
        <p:nvGrpSpPr>
          <p:cNvPr id="9" name="logo drees&amp;sommer blue">
            <a:extLst>
              <a:ext uri="{FF2B5EF4-FFF2-40B4-BE49-F238E27FC236}">
                <a16:creationId xmlns:a16="http://schemas.microsoft.com/office/drawing/2014/main" id="{EFF0529C-601C-6ED2-C72D-87D63C9FD066}"/>
              </a:ext>
              <a:ext uri="{C183D7F6-B498-43B3-948B-1728B52AA6E4}">
                <adec:decorative xmlns:adec="http://schemas.microsoft.com/office/drawing/2017/decorative" val="1"/>
              </a:ext>
            </a:extLst>
          </p:cNvPr>
          <p:cNvGrpSpPr>
            <a:grpSpLocks noChangeAspect="1"/>
          </p:cNvGrpSpPr>
          <p:nvPr userDrawn="1"/>
        </p:nvGrpSpPr>
        <p:grpSpPr bwMode="gray">
          <a:xfrm>
            <a:off x="10716797" y="6331911"/>
            <a:ext cx="948154" cy="286131"/>
            <a:chOff x="95247" y="1619247"/>
            <a:chExt cx="12004075" cy="3622552"/>
          </a:xfrm>
          <a:solidFill>
            <a:srgbClr val="002965"/>
          </a:solidFill>
        </p:grpSpPr>
        <p:sp>
          <p:nvSpPr>
            <p:cNvPr id="11" name="d">
              <a:extLst>
                <a:ext uri="{FF2B5EF4-FFF2-40B4-BE49-F238E27FC236}">
                  <a16:creationId xmlns:a16="http://schemas.microsoft.com/office/drawing/2014/main" id="{3B9D5491-3785-D63C-4E6C-D3E873970D38}"/>
                </a:ext>
              </a:extLst>
            </p:cNvPr>
            <p:cNvSpPr/>
            <p:nvPr/>
          </p:nvSpPr>
          <p:spPr bwMode="gray">
            <a:xfrm>
              <a:off x="146585" y="1619247"/>
              <a:ext cx="1890145" cy="1555528"/>
            </a:xfrm>
            <a:custGeom>
              <a:avLst/>
              <a:gdLst>
                <a:gd name="connsiteX0" fmla="*/ 361760 w 1890141"/>
                <a:gd name="connsiteY0" fmla="*/ 1263206 h 1555527"/>
                <a:gd name="connsiteX1" fmla="*/ 361760 w 1890141"/>
                <a:gd name="connsiteY1" fmla="*/ 277368 h 1555527"/>
                <a:gd name="connsiteX2" fmla="*/ 1003840 w 1890141"/>
                <a:gd name="connsiteY2" fmla="*/ 277368 h 1555527"/>
                <a:gd name="connsiteX3" fmla="*/ 1516380 w 1890141"/>
                <a:gd name="connsiteY3" fmla="*/ 762762 h 1555527"/>
                <a:gd name="connsiteX4" fmla="*/ 828961 w 1890141"/>
                <a:gd name="connsiteY4" fmla="*/ 1263206 h 1555527"/>
                <a:gd name="connsiteX5" fmla="*/ 361760 w 1890141"/>
                <a:gd name="connsiteY5" fmla="*/ 1263206 h 1555527"/>
                <a:gd name="connsiteX6" fmla="*/ 0 w 1890141"/>
                <a:gd name="connsiteY6" fmla="*/ 1555528 h 1555527"/>
                <a:gd name="connsiteX7" fmla="*/ 907447 w 1890141"/>
                <a:gd name="connsiteY7" fmla="*/ 1555528 h 1555527"/>
                <a:gd name="connsiteX8" fmla="*/ 1546574 w 1890141"/>
                <a:gd name="connsiteY8" fmla="*/ 1435037 h 1555527"/>
                <a:gd name="connsiteX9" fmla="*/ 1890141 w 1890141"/>
                <a:gd name="connsiteY9" fmla="*/ 768763 h 1555527"/>
                <a:gd name="connsiteX10" fmla="*/ 1000792 w 1890141"/>
                <a:gd name="connsiteY10" fmla="*/ 0 h 1555527"/>
                <a:gd name="connsiteX11" fmla="*/ 0 w 1890141"/>
                <a:gd name="connsiteY11" fmla="*/ 0 h 1555527"/>
                <a:gd name="connsiteX12" fmla="*/ 0 w 1890141"/>
                <a:gd name="connsiteY12" fmla="*/ 1555528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0141" h="1555527">
                  <a:moveTo>
                    <a:pt x="361760" y="1263206"/>
                  </a:moveTo>
                  <a:lnTo>
                    <a:pt x="361760" y="277368"/>
                  </a:lnTo>
                  <a:lnTo>
                    <a:pt x="1003840" y="277368"/>
                  </a:lnTo>
                  <a:cubicBezTo>
                    <a:pt x="1344549" y="277368"/>
                    <a:pt x="1516380" y="446246"/>
                    <a:pt x="1516380" y="762762"/>
                  </a:cubicBezTo>
                  <a:cubicBezTo>
                    <a:pt x="1516380" y="1148620"/>
                    <a:pt x="1287209" y="1263206"/>
                    <a:pt x="828961" y="1263206"/>
                  </a:cubicBezTo>
                  <a:lnTo>
                    <a:pt x="361760" y="1263206"/>
                  </a:lnTo>
                  <a:close/>
                  <a:moveTo>
                    <a:pt x="0" y="1555528"/>
                  </a:moveTo>
                  <a:lnTo>
                    <a:pt x="907447" y="1555528"/>
                  </a:lnTo>
                  <a:cubicBezTo>
                    <a:pt x="1184624" y="1555528"/>
                    <a:pt x="1395698" y="1528382"/>
                    <a:pt x="1546574" y="1435037"/>
                  </a:cubicBezTo>
                  <a:cubicBezTo>
                    <a:pt x="1763649" y="1302353"/>
                    <a:pt x="1890141" y="1061180"/>
                    <a:pt x="1890141" y="768763"/>
                  </a:cubicBezTo>
                  <a:cubicBezTo>
                    <a:pt x="1890141" y="286417"/>
                    <a:pt x="1582769" y="0"/>
                    <a:pt x="1000792" y="0"/>
                  </a:cubicBezTo>
                  <a:lnTo>
                    <a:pt x="0" y="0"/>
                  </a:lnTo>
                  <a:lnTo>
                    <a:pt x="0" y="1555528"/>
                  </a:lnTo>
                  <a:close/>
                </a:path>
              </a:pathLst>
            </a:custGeom>
            <a:grpFill/>
            <a:ln w="9525" cap="flat">
              <a:noFill/>
              <a:prstDash val="solid"/>
              <a:miter/>
            </a:ln>
          </p:spPr>
          <p:txBody>
            <a:bodyPr lIns="0" tIns="0" rIns="0" bIns="0" rtlCol="0" anchor="ctr"/>
            <a:lstStyle/>
            <a:p>
              <a:endParaRPr lang="de-DE" sz="100" noProof="0"/>
            </a:p>
          </p:txBody>
        </p:sp>
        <p:sp>
          <p:nvSpPr>
            <p:cNvPr id="13" name="r">
              <a:extLst>
                <a:ext uri="{FF2B5EF4-FFF2-40B4-BE49-F238E27FC236}">
                  <a16:creationId xmlns:a16="http://schemas.microsoft.com/office/drawing/2014/main" id="{0CE8F98B-1B80-F720-F87B-7DC632B82E47}"/>
                </a:ext>
              </a:extLst>
            </p:cNvPr>
            <p:cNvSpPr/>
            <p:nvPr/>
          </p:nvSpPr>
          <p:spPr bwMode="gray">
            <a:xfrm>
              <a:off x="2405150" y="1899664"/>
              <a:ext cx="1579811" cy="1275112"/>
            </a:xfrm>
            <a:custGeom>
              <a:avLst/>
              <a:gdLst>
                <a:gd name="connsiteX0" fmla="*/ 1015937 w 1579816"/>
                <a:gd name="connsiteY0" fmla="*/ 220028 h 1275111"/>
                <a:gd name="connsiteX1" fmla="*/ 1157668 w 1579816"/>
                <a:gd name="connsiteY1" fmla="*/ 322517 h 1275111"/>
                <a:gd name="connsiteX2" fmla="*/ 1157668 w 1579816"/>
                <a:gd name="connsiteY2" fmla="*/ 470249 h 1275111"/>
                <a:gd name="connsiteX3" fmla="*/ 1015937 w 1579816"/>
                <a:gd name="connsiteY3" fmla="*/ 572738 h 1275111"/>
                <a:gd name="connsiteX4" fmla="*/ 307467 w 1579816"/>
                <a:gd name="connsiteY4" fmla="*/ 572738 h 1275111"/>
                <a:gd name="connsiteX5" fmla="*/ 307467 w 1579816"/>
                <a:gd name="connsiteY5" fmla="*/ 220028 h 1275111"/>
                <a:gd name="connsiteX6" fmla="*/ 1015937 w 1579816"/>
                <a:gd name="connsiteY6" fmla="*/ 220028 h 1275111"/>
                <a:gd name="connsiteX7" fmla="*/ 0 w 1579816"/>
                <a:gd name="connsiteY7" fmla="*/ 1275112 h 1275111"/>
                <a:gd name="connsiteX8" fmla="*/ 307562 w 1579816"/>
                <a:gd name="connsiteY8" fmla="*/ 1275112 h 1275111"/>
                <a:gd name="connsiteX9" fmla="*/ 307562 w 1579816"/>
                <a:gd name="connsiteY9" fmla="*/ 792671 h 1275111"/>
                <a:gd name="connsiteX10" fmla="*/ 599980 w 1579816"/>
                <a:gd name="connsiteY10" fmla="*/ 792671 h 1275111"/>
                <a:gd name="connsiteX11" fmla="*/ 1133570 w 1579816"/>
                <a:gd name="connsiteY11" fmla="*/ 1275112 h 1275111"/>
                <a:gd name="connsiteX12" fmla="*/ 1579817 w 1579816"/>
                <a:gd name="connsiteY12" fmla="*/ 1275112 h 1275111"/>
                <a:gd name="connsiteX13" fmla="*/ 973741 w 1579816"/>
                <a:gd name="connsiteY13" fmla="*/ 792671 h 1275111"/>
                <a:gd name="connsiteX14" fmla="*/ 1148620 w 1579816"/>
                <a:gd name="connsiteY14" fmla="*/ 792671 h 1275111"/>
                <a:gd name="connsiteX15" fmla="*/ 1447133 w 1579816"/>
                <a:gd name="connsiteY15" fmla="*/ 548640 h 1275111"/>
                <a:gd name="connsiteX16" fmla="*/ 1447133 w 1579816"/>
                <a:gd name="connsiteY16" fmla="*/ 247174 h 1275111"/>
                <a:gd name="connsiteX17" fmla="*/ 1148620 w 1579816"/>
                <a:gd name="connsiteY17" fmla="*/ 0 h 1275111"/>
                <a:gd name="connsiteX18" fmla="*/ 0 w 1579816"/>
                <a:gd name="connsiteY18" fmla="*/ 0 h 1275111"/>
                <a:gd name="connsiteX19" fmla="*/ 0 w 1579816"/>
                <a:gd name="connsiteY19" fmla="*/ 1275112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79816" h="1275111">
                  <a:moveTo>
                    <a:pt x="1015937" y="220028"/>
                  </a:moveTo>
                  <a:cubicBezTo>
                    <a:pt x="1109282" y="220028"/>
                    <a:pt x="1157668" y="238220"/>
                    <a:pt x="1157668" y="322517"/>
                  </a:cubicBezTo>
                  <a:lnTo>
                    <a:pt x="1157668" y="470249"/>
                  </a:lnTo>
                  <a:cubicBezTo>
                    <a:pt x="1157668" y="554736"/>
                    <a:pt x="1109282" y="572738"/>
                    <a:pt x="1015937" y="572738"/>
                  </a:cubicBezTo>
                  <a:lnTo>
                    <a:pt x="307467" y="572738"/>
                  </a:lnTo>
                  <a:lnTo>
                    <a:pt x="307467" y="220028"/>
                  </a:lnTo>
                  <a:lnTo>
                    <a:pt x="1015937" y="220028"/>
                  </a:lnTo>
                  <a:close/>
                  <a:moveTo>
                    <a:pt x="0" y="1275112"/>
                  </a:moveTo>
                  <a:lnTo>
                    <a:pt x="307562" y="1275112"/>
                  </a:lnTo>
                  <a:lnTo>
                    <a:pt x="307562" y="792671"/>
                  </a:lnTo>
                  <a:lnTo>
                    <a:pt x="599980" y="792671"/>
                  </a:lnTo>
                  <a:lnTo>
                    <a:pt x="1133570" y="1275112"/>
                  </a:lnTo>
                  <a:lnTo>
                    <a:pt x="1579817" y="1275112"/>
                  </a:lnTo>
                  <a:lnTo>
                    <a:pt x="973741" y="792671"/>
                  </a:lnTo>
                  <a:lnTo>
                    <a:pt x="1148620" y="792671"/>
                  </a:lnTo>
                  <a:cubicBezTo>
                    <a:pt x="1353693" y="792671"/>
                    <a:pt x="1447133" y="723329"/>
                    <a:pt x="1447133" y="548640"/>
                  </a:cubicBezTo>
                  <a:lnTo>
                    <a:pt x="1447133" y="247174"/>
                  </a:lnTo>
                  <a:cubicBezTo>
                    <a:pt x="1447133" y="69342"/>
                    <a:pt x="1353598" y="0"/>
                    <a:pt x="1148620" y="0"/>
                  </a:cubicBezTo>
                  <a:lnTo>
                    <a:pt x="0" y="0"/>
                  </a:lnTo>
                  <a:lnTo>
                    <a:pt x="0" y="1275112"/>
                  </a:lnTo>
                  <a:close/>
                </a:path>
              </a:pathLst>
            </a:custGeom>
            <a:grpFill/>
            <a:ln w="9525" cap="flat">
              <a:noFill/>
              <a:prstDash val="solid"/>
              <a:miter/>
            </a:ln>
          </p:spPr>
          <p:txBody>
            <a:bodyPr lIns="0" tIns="0" rIns="0" bIns="0" rtlCol="0" anchor="ctr"/>
            <a:lstStyle/>
            <a:p>
              <a:endParaRPr lang="de-DE" sz="100" noProof="0"/>
            </a:p>
          </p:txBody>
        </p:sp>
        <p:sp>
          <p:nvSpPr>
            <p:cNvPr id="14" name="e">
              <a:extLst>
                <a:ext uri="{FF2B5EF4-FFF2-40B4-BE49-F238E27FC236}">
                  <a16:creationId xmlns:a16="http://schemas.microsoft.com/office/drawing/2014/main" id="{1919438B-5D23-8943-82F9-E0C1FAF4D4C6}"/>
                </a:ext>
              </a:extLst>
            </p:cNvPr>
            <p:cNvSpPr/>
            <p:nvPr/>
          </p:nvSpPr>
          <p:spPr bwMode="gray">
            <a:xfrm>
              <a:off x="4279102" y="1899664"/>
              <a:ext cx="1383701" cy="1275112"/>
            </a:xfrm>
            <a:custGeom>
              <a:avLst/>
              <a:gdLst>
                <a:gd name="connsiteX0" fmla="*/ 0 w 1383696"/>
                <a:gd name="connsiteY0" fmla="*/ 1275112 h 1275111"/>
                <a:gd name="connsiteX1" fmla="*/ 1383697 w 1383696"/>
                <a:gd name="connsiteY1" fmla="*/ 1275112 h 1275111"/>
                <a:gd name="connsiteX2" fmla="*/ 1383697 w 1383696"/>
                <a:gd name="connsiteY2" fmla="*/ 1036987 h 1275111"/>
                <a:gd name="connsiteX3" fmla="*/ 313563 w 1383696"/>
                <a:gd name="connsiteY3" fmla="*/ 1036987 h 1275111"/>
                <a:gd name="connsiteX4" fmla="*/ 313563 w 1383696"/>
                <a:gd name="connsiteY4" fmla="*/ 723424 h 1275111"/>
                <a:gd name="connsiteX5" fmla="*/ 928497 w 1383696"/>
                <a:gd name="connsiteY5" fmla="*/ 723424 h 1275111"/>
                <a:gd name="connsiteX6" fmla="*/ 928497 w 1383696"/>
                <a:gd name="connsiteY6" fmla="*/ 503396 h 1275111"/>
                <a:gd name="connsiteX7" fmla="*/ 313563 w 1383696"/>
                <a:gd name="connsiteY7" fmla="*/ 503396 h 1275111"/>
                <a:gd name="connsiteX8" fmla="*/ 313563 w 1383696"/>
                <a:gd name="connsiteY8" fmla="*/ 226028 h 1275111"/>
                <a:gd name="connsiteX9" fmla="*/ 1368743 w 1383696"/>
                <a:gd name="connsiteY9" fmla="*/ 226028 h 1275111"/>
                <a:gd name="connsiteX10" fmla="*/ 1368743 w 1383696"/>
                <a:gd name="connsiteY10" fmla="*/ 0 h 1275111"/>
                <a:gd name="connsiteX11" fmla="*/ 0 w 1383696"/>
                <a:gd name="connsiteY11" fmla="*/ 0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3696" h="1275111">
                  <a:moveTo>
                    <a:pt x="0" y="1275112"/>
                  </a:moveTo>
                  <a:lnTo>
                    <a:pt x="1383697" y="1275112"/>
                  </a:lnTo>
                  <a:lnTo>
                    <a:pt x="1383697" y="1036987"/>
                  </a:lnTo>
                  <a:lnTo>
                    <a:pt x="313563" y="1036987"/>
                  </a:lnTo>
                  <a:lnTo>
                    <a:pt x="313563" y="723424"/>
                  </a:lnTo>
                  <a:lnTo>
                    <a:pt x="928497" y="723424"/>
                  </a:lnTo>
                  <a:lnTo>
                    <a:pt x="928497" y="503396"/>
                  </a:lnTo>
                  <a:lnTo>
                    <a:pt x="313563" y="503396"/>
                  </a:lnTo>
                  <a:lnTo>
                    <a:pt x="313563" y="226028"/>
                  </a:lnTo>
                  <a:lnTo>
                    <a:pt x="1368743" y="226028"/>
                  </a:lnTo>
                  <a:lnTo>
                    <a:pt x="1368743" y="0"/>
                  </a:lnTo>
                  <a:lnTo>
                    <a:pt x="0" y="0"/>
                  </a:lnTo>
                  <a:close/>
                </a:path>
              </a:pathLst>
            </a:custGeom>
            <a:grpFill/>
            <a:ln w="9525" cap="flat">
              <a:noFill/>
              <a:prstDash val="solid"/>
              <a:miter/>
            </a:ln>
          </p:spPr>
          <p:txBody>
            <a:bodyPr lIns="0" tIns="0" rIns="0" bIns="0" rtlCol="0" anchor="ctr"/>
            <a:lstStyle/>
            <a:p>
              <a:endParaRPr lang="de-DE" sz="100" noProof="0"/>
            </a:p>
          </p:txBody>
        </p:sp>
        <p:sp>
          <p:nvSpPr>
            <p:cNvPr id="15" name="e">
              <a:extLst>
                <a:ext uri="{FF2B5EF4-FFF2-40B4-BE49-F238E27FC236}">
                  <a16:creationId xmlns:a16="http://schemas.microsoft.com/office/drawing/2014/main" id="{42402161-4324-D54E-A858-4816AA051CE0}"/>
                </a:ext>
              </a:extLst>
            </p:cNvPr>
            <p:cNvSpPr/>
            <p:nvPr/>
          </p:nvSpPr>
          <p:spPr bwMode="gray">
            <a:xfrm>
              <a:off x="6022562" y="1899664"/>
              <a:ext cx="1383701" cy="1275112"/>
            </a:xfrm>
            <a:custGeom>
              <a:avLst/>
              <a:gdLst>
                <a:gd name="connsiteX0" fmla="*/ 0 w 1383696"/>
                <a:gd name="connsiteY0" fmla="*/ 1275112 h 1275111"/>
                <a:gd name="connsiteX1" fmla="*/ 1383697 w 1383696"/>
                <a:gd name="connsiteY1" fmla="*/ 1275112 h 1275111"/>
                <a:gd name="connsiteX2" fmla="*/ 1383697 w 1383696"/>
                <a:gd name="connsiteY2" fmla="*/ 1036987 h 1275111"/>
                <a:gd name="connsiteX3" fmla="*/ 313563 w 1383696"/>
                <a:gd name="connsiteY3" fmla="*/ 1036987 h 1275111"/>
                <a:gd name="connsiteX4" fmla="*/ 313563 w 1383696"/>
                <a:gd name="connsiteY4" fmla="*/ 723424 h 1275111"/>
                <a:gd name="connsiteX5" fmla="*/ 928497 w 1383696"/>
                <a:gd name="connsiteY5" fmla="*/ 723424 h 1275111"/>
                <a:gd name="connsiteX6" fmla="*/ 928497 w 1383696"/>
                <a:gd name="connsiteY6" fmla="*/ 503396 h 1275111"/>
                <a:gd name="connsiteX7" fmla="*/ 313563 w 1383696"/>
                <a:gd name="connsiteY7" fmla="*/ 503396 h 1275111"/>
                <a:gd name="connsiteX8" fmla="*/ 313563 w 1383696"/>
                <a:gd name="connsiteY8" fmla="*/ 226028 h 1275111"/>
                <a:gd name="connsiteX9" fmla="*/ 1368743 w 1383696"/>
                <a:gd name="connsiteY9" fmla="*/ 226028 h 1275111"/>
                <a:gd name="connsiteX10" fmla="*/ 1368743 w 1383696"/>
                <a:gd name="connsiteY10" fmla="*/ 0 h 1275111"/>
                <a:gd name="connsiteX11" fmla="*/ 0 w 1383696"/>
                <a:gd name="connsiteY11" fmla="*/ 0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3696" h="1275111">
                  <a:moveTo>
                    <a:pt x="0" y="1275112"/>
                  </a:moveTo>
                  <a:lnTo>
                    <a:pt x="1383697" y="1275112"/>
                  </a:lnTo>
                  <a:lnTo>
                    <a:pt x="1383697" y="1036987"/>
                  </a:lnTo>
                  <a:lnTo>
                    <a:pt x="313563" y="1036987"/>
                  </a:lnTo>
                  <a:lnTo>
                    <a:pt x="313563" y="723424"/>
                  </a:lnTo>
                  <a:lnTo>
                    <a:pt x="928497" y="723424"/>
                  </a:lnTo>
                  <a:lnTo>
                    <a:pt x="928497" y="503396"/>
                  </a:lnTo>
                  <a:lnTo>
                    <a:pt x="313563" y="503396"/>
                  </a:lnTo>
                  <a:lnTo>
                    <a:pt x="313563" y="226028"/>
                  </a:lnTo>
                  <a:lnTo>
                    <a:pt x="1368743" y="226028"/>
                  </a:lnTo>
                  <a:lnTo>
                    <a:pt x="1368743" y="0"/>
                  </a:lnTo>
                  <a:lnTo>
                    <a:pt x="0" y="0"/>
                  </a:lnTo>
                  <a:close/>
                </a:path>
              </a:pathLst>
            </a:custGeom>
            <a:grpFill/>
            <a:ln w="9525" cap="flat">
              <a:noFill/>
              <a:prstDash val="solid"/>
              <a:miter/>
            </a:ln>
          </p:spPr>
          <p:txBody>
            <a:bodyPr lIns="0" tIns="0" rIns="0" bIns="0" rtlCol="0" anchor="ctr"/>
            <a:lstStyle/>
            <a:p>
              <a:endParaRPr lang="de-DE" sz="100" noProof="0"/>
            </a:p>
          </p:txBody>
        </p:sp>
        <p:sp>
          <p:nvSpPr>
            <p:cNvPr id="16" name="s">
              <a:extLst>
                <a:ext uri="{FF2B5EF4-FFF2-40B4-BE49-F238E27FC236}">
                  <a16:creationId xmlns:a16="http://schemas.microsoft.com/office/drawing/2014/main" id="{1DC1AE58-C8B4-5BE2-F9ED-9CF184AF867E}"/>
                </a:ext>
              </a:extLst>
            </p:cNvPr>
            <p:cNvSpPr/>
            <p:nvPr/>
          </p:nvSpPr>
          <p:spPr bwMode="gray">
            <a:xfrm>
              <a:off x="7714204" y="1899664"/>
              <a:ext cx="1495239" cy="1275213"/>
            </a:xfrm>
            <a:custGeom>
              <a:avLst/>
              <a:gdLst>
                <a:gd name="connsiteX0" fmla="*/ 1211770 w 1495234"/>
                <a:gd name="connsiteY0" fmla="*/ 229076 h 1275207"/>
                <a:gd name="connsiteX1" fmla="*/ 1211770 w 1495234"/>
                <a:gd name="connsiteY1" fmla="*/ 348234 h 1275207"/>
                <a:gd name="connsiteX2" fmla="*/ 1479995 w 1495234"/>
                <a:gd name="connsiteY2" fmla="*/ 291084 h 1275207"/>
                <a:gd name="connsiteX3" fmla="*/ 1479995 w 1495234"/>
                <a:gd name="connsiteY3" fmla="*/ 277368 h 1275207"/>
                <a:gd name="connsiteX4" fmla="*/ 1145477 w 1495234"/>
                <a:gd name="connsiteY4" fmla="*/ 0 h 1275207"/>
                <a:gd name="connsiteX5" fmla="*/ 388905 w 1495234"/>
                <a:gd name="connsiteY5" fmla="*/ 0 h 1275207"/>
                <a:gd name="connsiteX6" fmla="*/ 54197 w 1495234"/>
                <a:gd name="connsiteY6" fmla="*/ 301561 h 1275207"/>
                <a:gd name="connsiteX7" fmla="*/ 54197 w 1495234"/>
                <a:gd name="connsiteY7" fmla="*/ 443294 h 1275207"/>
                <a:gd name="connsiteX8" fmla="*/ 388905 w 1495234"/>
                <a:gd name="connsiteY8" fmla="*/ 744665 h 1275207"/>
                <a:gd name="connsiteX9" fmla="*/ 1214818 w 1495234"/>
                <a:gd name="connsiteY9" fmla="*/ 744665 h 1275207"/>
                <a:gd name="connsiteX10" fmla="*/ 1214818 w 1495234"/>
                <a:gd name="connsiteY10" fmla="*/ 1037177 h 1275207"/>
                <a:gd name="connsiteX11" fmla="*/ 277177 w 1495234"/>
                <a:gd name="connsiteY11" fmla="*/ 1037177 h 1275207"/>
                <a:gd name="connsiteX12" fmla="*/ 277177 w 1495234"/>
                <a:gd name="connsiteY12" fmla="*/ 902875 h 1275207"/>
                <a:gd name="connsiteX13" fmla="*/ 0 w 1495234"/>
                <a:gd name="connsiteY13" fmla="*/ 954214 h 1275207"/>
                <a:gd name="connsiteX14" fmla="*/ 0 w 1495234"/>
                <a:gd name="connsiteY14" fmla="*/ 973836 h 1275207"/>
                <a:gd name="connsiteX15" fmla="*/ 334518 w 1495234"/>
                <a:gd name="connsiteY15" fmla="*/ 1275207 h 1275207"/>
                <a:gd name="connsiteX16" fmla="*/ 1163669 w 1495234"/>
                <a:gd name="connsiteY16" fmla="*/ 1275207 h 1275207"/>
                <a:gd name="connsiteX17" fmla="*/ 1495234 w 1495234"/>
                <a:gd name="connsiteY17" fmla="*/ 973836 h 1275207"/>
                <a:gd name="connsiteX18" fmla="*/ 1495234 w 1495234"/>
                <a:gd name="connsiteY18" fmla="*/ 798957 h 1275207"/>
                <a:gd name="connsiteX19" fmla="*/ 1163669 w 1495234"/>
                <a:gd name="connsiteY19" fmla="*/ 497586 h 1275207"/>
                <a:gd name="connsiteX20" fmla="*/ 334518 w 1495234"/>
                <a:gd name="connsiteY20" fmla="*/ 497586 h 1275207"/>
                <a:gd name="connsiteX21" fmla="*/ 334518 w 1495234"/>
                <a:gd name="connsiteY21" fmla="*/ 229076 h 1275207"/>
                <a:gd name="connsiteX22" fmla="*/ 1211770 w 1495234"/>
                <a:gd name="connsiteY22" fmla="*/ 229076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95234" h="1275207">
                  <a:moveTo>
                    <a:pt x="1211770" y="229076"/>
                  </a:moveTo>
                  <a:lnTo>
                    <a:pt x="1211770" y="348234"/>
                  </a:lnTo>
                  <a:lnTo>
                    <a:pt x="1479995" y="291084"/>
                  </a:lnTo>
                  <a:lnTo>
                    <a:pt x="1479995" y="277368"/>
                  </a:lnTo>
                  <a:cubicBezTo>
                    <a:pt x="1479995" y="54388"/>
                    <a:pt x="1380649" y="0"/>
                    <a:pt x="1145477" y="0"/>
                  </a:cubicBezTo>
                  <a:lnTo>
                    <a:pt x="388905" y="0"/>
                  </a:lnTo>
                  <a:cubicBezTo>
                    <a:pt x="138684" y="0"/>
                    <a:pt x="54197" y="60388"/>
                    <a:pt x="54197" y="301561"/>
                  </a:cubicBezTo>
                  <a:lnTo>
                    <a:pt x="54197" y="443294"/>
                  </a:lnTo>
                  <a:cubicBezTo>
                    <a:pt x="54197" y="684467"/>
                    <a:pt x="138684" y="744665"/>
                    <a:pt x="388905" y="744665"/>
                  </a:cubicBezTo>
                  <a:lnTo>
                    <a:pt x="1214818" y="744665"/>
                  </a:lnTo>
                  <a:lnTo>
                    <a:pt x="1214818" y="1037177"/>
                  </a:lnTo>
                  <a:lnTo>
                    <a:pt x="277177" y="1037177"/>
                  </a:lnTo>
                  <a:lnTo>
                    <a:pt x="277177" y="902875"/>
                  </a:lnTo>
                  <a:lnTo>
                    <a:pt x="0" y="954214"/>
                  </a:lnTo>
                  <a:lnTo>
                    <a:pt x="0" y="973836"/>
                  </a:lnTo>
                  <a:cubicBezTo>
                    <a:pt x="0" y="1212056"/>
                    <a:pt x="81343" y="1275207"/>
                    <a:pt x="334518" y="1275207"/>
                  </a:cubicBezTo>
                  <a:lnTo>
                    <a:pt x="1163669" y="1275207"/>
                  </a:lnTo>
                  <a:cubicBezTo>
                    <a:pt x="1416844" y="1275207"/>
                    <a:pt x="1495234" y="1212056"/>
                    <a:pt x="1495234" y="973836"/>
                  </a:cubicBezTo>
                  <a:lnTo>
                    <a:pt x="1495234" y="798957"/>
                  </a:lnTo>
                  <a:cubicBezTo>
                    <a:pt x="1495234" y="557784"/>
                    <a:pt x="1416939" y="497586"/>
                    <a:pt x="1163669" y="497586"/>
                  </a:cubicBezTo>
                  <a:lnTo>
                    <a:pt x="334518" y="497586"/>
                  </a:lnTo>
                  <a:lnTo>
                    <a:pt x="334518" y="229076"/>
                  </a:lnTo>
                  <a:lnTo>
                    <a:pt x="1211770" y="229076"/>
                  </a:lnTo>
                  <a:close/>
                </a:path>
              </a:pathLst>
            </a:custGeom>
            <a:grpFill/>
            <a:ln w="9525" cap="flat">
              <a:noFill/>
              <a:prstDash val="solid"/>
              <a:miter/>
            </a:ln>
          </p:spPr>
          <p:txBody>
            <a:bodyPr lIns="0" tIns="0" rIns="0" bIns="0" rtlCol="0" anchor="ctr"/>
            <a:lstStyle/>
            <a:p>
              <a:endParaRPr lang="de-DE" sz="100" noProof="0"/>
            </a:p>
          </p:txBody>
        </p:sp>
        <p:sp>
          <p:nvSpPr>
            <p:cNvPr id="17" name="&amp;">
              <a:extLst>
                <a:ext uri="{FF2B5EF4-FFF2-40B4-BE49-F238E27FC236}">
                  <a16:creationId xmlns:a16="http://schemas.microsoft.com/office/drawing/2014/main" id="{12EC6D1D-75C6-4672-9625-B9D3ED837652}"/>
                </a:ext>
              </a:extLst>
            </p:cNvPr>
            <p:cNvSpPr/>
            <p:nvPr/>
          </p:nvSpPr>
          <p:spPr bwMode="gray">
            <a:xfrm>
              <a:off x="9995063" y="1619247"/>
              <a:ext cx="2104259" cy="1555528"/>
            </a:xfrm>
            <a:custGeom>
              <a:avLst/>
              <a:gdLst>
                <a:gd name="connsiteX0" fmla="*/ 304514 w 2104263"/>
                <a:gd name="connsiteY0" fmla="*/ 1284161 h 1555527"/>
                <a:gd name="connsiteX1" fmla="*/ 304514 w 2104263"/>
                <a:gd name="connsiteY1" fmla="*/ 1018985 h 1555527"/>
                <a:gd name="connsiteX2" fmla="*/ 702373 w 2104263"/>
                <a:gd name="connsiteY2" fmla="*/ 771811 h 1555527"/>
                <a:gd name="connsiteX3" fmla="*/ 1169575 w 2104263"/>
                <a:gd name="connsiteY3" fmla="*/ 1160717 h 1555527"/>
                <a:gd name="connsiteX4" fmla="*/ 1024890 w 2104263"/>
                <a:gd name="connsiteY4" fmla="*/ 1284256 h 1555527"/>
                <a:gd name="connsiteX5" fmla="*/ 304514 w 2104263"/>
                <a:gd name="connsiteY5" fmla="*/ 1284256 h 1555527"/>
                <a:gd name="connsiteX6" fmla="*/ 388811 w 2104263"/>
                <a:gd name="connsiteY6" fmla="*/ 1555528 h 1555527"/>
                <a:gd name="connsiteX7" fmla="*/ 943547 w 2104263"/>
                <a:gd name="connsiteY7" fmla="*/ 1555528 h 1555527"/>
                <a:gd name="connsiteX8" fmla="*/ 1235964 w 2104263"/>
                <a:gd name="connsiteY8" fmla="*/ 1461992 h 1555527"/>
                <a:gd name="connsiteX9" fmla="*/ 1374649 w 2104263"/>
                <a:gd name="connsiteY9" fmla="*/ 1338453 h 1555527"/>
                <a:gd name="connsiteX10" fmla="*/ 1630870 w 2104263"/>
                <a:gd name="connsiteY10" fmla="*/ 1555528 h 1555527"/>
                <a:gd name="connsiteX11" fmla="*/ 2104264 w 2104263"/>
                <a:gd name="connsiteY11" fmla="*/ 1555528 h 1555527"/>
                <a:gd name="connsiteX12" fmla="*/ 1612869 w 2104263"/>
                <a:gd name="connsiteY12" fmla="*/ 1142429 h 1555527"/>
                <a:gd name="connsiteX13" fmla="*/ 1971580 w 2104263"/>
                <a:gd name="connsiteY13" fmla="*/ 844106 h 1555527"/>
                <a:gd name="connsiteX14" fmla="*/ 1766507 w 2104263"/>
                <a:gd name="connsiteY14" fmla="*/ 666274 h 1555527"/>
                <a:gd name="connsiteX15" fmla="*/ 1404747 w 2104263"/>
                <a:gd name="connsiteY15" fmla="*/ 967645 h 1555527"/>
                <a:gd name="connsiteX16" fmla="*/ 672180 w 2104263"/>
                <a:gd name="connsiteY16" fmla="*/ 358712 h 1555527"/>
                <a:gd name="connsiteX17" fmla="*/ 672180 w 2104263"/>
                <a:gd name="connsiteY17" fmla="*/ 247174 h 1555527"/>
                <a:gd name="connsiteX18" fmla="*/ 1181767 w 2104263"/>
                <a:gd name="connsiteY18" fmla="*/ 247174 h 1555527"/>
                <a:gd name="connsiteX19" fmla="*/ 1181767 w 2104263"/>
                <a:gd name="connsiteY19" fmla="*/ 455295 h 1555527"/>
                <a:gd name="connsiteX20" fmla="*/ 1461992 w 2104263"/>
                <a:gd name="connsiteY20" fmla="*/ 407099 h 1555527"/>
                <a:gd name="connsiteX21" fmla="*/ 1461992 w 2104263"/>
                <a:gd name="connsiteY21" fmla="*/ 313563 h 1555527"/>
                <a:gd name="connsiteX22" fmla="*/ 1076134 w 2104263"/>
                <a:gd name="connsiteY22" fmla="*/ 0 h 1555527"/>
                <a:gd name="connsiteX23" fmla="*/ 762763 w 2104263"/>
                <a:gd name="connsiteY23" fmla="*/ 0 h 1555527"/>
                <a:gd name="connsiteX24" fmla="*/ 376905 w 2104263"/>
                <a:gd name="connsiteY24" fmla="*/ 283369 h 1555527"/>
                <a:gd name="connsiteX25" fmla="*/ 376905 w 2104263"/>
                <a:gd name="connsiteY25" fmla="*/ 370713 h 1555527"/>
                <a:gd name="connsiteX26" fmla="*/ 509588 w 2104263"/>
                <a:gd name="connsiteY26" fmla="*/ 605885 h 1555527"/>
                <a:gd name="connsiteX27" fmla="*/ 192881 w 2104263"/>
                <a:gd name="connsiteY27" fmla="*/ 795909 h 1555527"/>
                <a:gd name="connsiteX28" fmla="*/ 0 w 2104263"/>
                <a:gd name="connsiteY28" fmla="*/ 1085279 h 1555527"/>
                <a:gd name="connsiteX29" fmla="*/ 0 w 2104263"/>
                <a:gd name="connsiteY29" fmla="*/ 1187768 h 1555527"/>
                <a:gd name="connsiteX30" fmla="*/ 388811 w 2104263"/>
                <a:gd name="connsiteY30" fmla="*/ 1555528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04263" h="1555527">
                  <a:moveTo>
                    <a:pt x="304514" y="1284161"/>
                  </a:moveTo>
                  <a:lnTo>
                    <a:pt x="304514" y="1018985"/>
                  </a:lnTo>
                  <a:lnTo>
                    <a:pt x="702373" y="771811"/>
                  </a:lnTo>
                  <a:lnTo>
                    <a:pt x="1169575" y="1160717"/>
                  </a:lnTo>
                  <a:lnTo>
                    <a:pt x="1024890" y="1284256"/>
                  </a:lnTo>
                  <a:lnTo>
                    <a:pt x="304514" y="1284256"/>
                  </a:lnTo>
                  <a:close/>
                  <a:moveTo>
                    <a:pt x="388811" y="1555528"/>
                  </a:moveTo>
                  <a:lnTo>
                    <a:pt x="943547" y="1555528"/>
                  </a:lnTo>
                  <a:cubicBezTo>
                    <a:pt x="1073087" y="1555528"/>
                    <a:pt x="1136428" y="1549527"/>
                    <a:pt x="1235964" y="1461992"/>
                  </a:cubicBezTo>
                  <a:lnTo>
                    <a:pt x="1374649" y="1338453"/>
                  </a:lnTo>
                  <a:lnTo>
                    <a:pt x="1630870" y="1555528"/>
                  </a:lnTo>
                  <a:lnTo>
                    <a:pt x="2104264" y="1555528"/>
                  </a:lnTo>
                  <a:lnTo>
                    <a:pt x="1612869" y="1142429"/>
                  </a:lnTo>
                  <a:lnTo>
                    <a:pt x="1971580" y="844106"/>
                  </a:lnTo>
                  <a:lnTo>
                    <a:pt x="1766507" y="666274"/>
                  </a:lnTo>
                  <a:lnTo>
                    <a:pt x="1404747" y="967645"/>
                  </a:lnTo>
                  <a:lnTo>
                    <a:pt x="672180" y="358712"/>
                  </a:lnTo>
                  <a:lnTo>
                    <a:pt x="672180" y="247174"/>
                  </a:lnTo>
                  <a:lnTo>
                    <a:pt x="1181767" y="247174"/>
                  </a:lnTo>
                  <a:lnTo>
                    <a:pt x="1181767" y="455295"/>
                  </a:lnTo>
                  <a:lnTo>
                    <a:pt x="1461992" y="407099"/>
                  </a:lnTo>
                  <a:lnTo>
                    <a:pt x="1461992" y="313563"/>
                  </a:lnTo>
                  <a:cubicBezTo>
                    <a:pt x="1461992" y="60389"/>
                    <a:pt x="1356456" y="0"/>
                    <a:pt x="1076134" y="0"/>
                  </a:cubicBezTo>
                  <a:lnTo>
                    <a:pt x="762763" y="0"/>
                  </a:lnTo>
                  <a:cubicBezTo>
                    <a:pt x="497395" y="0"/>
                    <a:pt x="376905" y="60389"/>
                    <a:pt x="376905" y="283369"/>
                  </a:cubicBezTo>
                  <a:lnTo>
                    <a:pt x="376905" y="370713"/>
                  </a:lnTo>
                  <a:cubicBezTo>
                    <a:pt x="376905" y="461200"/>
                    <a:pt x="419100" y="530543"/>
                    <a:pt x="509588" y="605885"/>
                  </a:cubicBezTo>
                  <a:lnTo>
                    <a:pt x="192881" y="795909"/>
                  </a:lnTo>
                  <a:cubicBezTo>
                    <a:pt x="57341" y="877253"/>
                    <a:pt x="0" y="925449"/>
                    <a:pt x="0" y="1085279"/>
                  </a:cubicBezTo>
                  <a:lnTo>
                    <a:pt x="0" y="1187768"/>
                  </a:lnTo>
                  <a:cubicBezTo>
                    <a:pt x="0" y="1480185"/>
                    <a:pt x="96488" y="1555528"/>
                    <a:pt x="388811" y="1555528"/>
                  </a:cubicBezTo>
                </a:path>
              </a:pathLst>
            </a:custGeom>
            <a:grpFill/>
            <a:ln w="9525" cap="flat">
              <a:noFill/>
              <a:prstDash val="solid"/>
              <a:miter/>
            </a:ln>
          </p:spPr>
          <p:txBody>
            <a:bodyPr lIns="0" tIns="0" rIns="0" bIns="0" rtlCol="0" anchor="ctr"/>
            <a:lstStyle/>
            <a:p>
              <a:endParaRPr lang="de-DE" sz="100" noProof="0"/>
            </a:p>
          </p:txBody>
        </p:sp>
        <p:sp>
          <p:nvSpPr>
            <p:cNvPr id="18" name="s">
              <a:extLst>
                <a:ext uri="{FF2B5EF4-FFF2-40B4-BE49-F238E27FC236}">
                  <a16:creationId xmlns:a16="http://schemas.microsoft.com/office/drawing/2014/main" id="{1030E92C-1C92-6B27-A388-4FAF287EAC8B}"/>
                </a:ext>
              </a:extLst>
            </p:cNvPr>
            <p:cNvSpPr/>
            <p:nvPr/>
          </p:nvSpPr>
          <p:spPr bwMode="gray">
            <a:xfrm>
              <a:off x="95247" y="3686081"/>
              <a:ext cx="1739650" cy="1555528"/>
            </a:xfrm>
            <a:custGeom>
              <a:avLst/>
              <a:gdLst>
                <a:gd name="connsiteX0" fmla="*/ 1398842 w 1739645"/>
                <a:gd name="connsiteY0" fmla="*/ 271367 h 1555527"/>
                <a:gd name="connsiteX1" fmla="*/ 1398842 w 1739645"/>
                <a:gd name="connsiteY1" fmla="*/ 439865 h 1555527"/>
                <a:gd name="connsiteX2" fmla="*/ 1718405 w 1739645"/>
                <a:gd name="connsiteY2" fmla="*/ 364522 h 1555527"/>
                <a:gd name="connsiteX3" fmla="*/ 1718405 w 1739645"/>
                <a:gd name="connsiteY3" fmla="*/ 340709 h 1555527"/>
                <a:gd name="connsiteX4" fmla="*/ 1332548 w 1739645"/>
                <a:gd name="connsiteY4" fmla="*/ 0 h 1555527"/>
                <a:gd name="connsiteX5" fmla="*/ 449199 w 1739645"/>
                <a:gd name="connsiteY5" fmla="*/ 0 h 1555527"/>
                <a:gd name="connsiteX6" fmla="*/ 63341 w 1739645"/>
                <a:gd name="connsiteY6" fmla="*/ 367855 h 1555527"/>
                <a:gd name="connsiteX7" fmla="*/ 63341 w 1739645"/>
                <a:gd name="connsiteY7" fmla="*/ 539496 h 1555527"/>
                <a:gd name="connsiteX8" fmla="*/ 449199 w 1739645"/>
                <a:gd name="connsiteY8" fmla="*/ 907351 h 1555527"/>
                <a:gd name="connsiteX9" fmla="*/ 1419987 w 1739645"/>
                <a:gd name="connsiteY9" fmla="*/ 907351 h 1555527"/>
                <a:gd name="connsiteX10" fmla="*/ 1419987 w 1739645"/>
                <a:gd name="connsiteY10" fmla="*/ 1263110 h 1555527"/>
                <a:gd name="connsiteX11" fmla="*/ 319754 w 1739645"/>
                <a:gd name="connsiteY11" fmla="*/ 1263110 h 1555527"/>
                <a:gd name="connsiteX12" fmla="*/ 319754 w 1739645"/>
                <a:gd name="connsiteY12" fmla="*/ 1095661 h 1555527"/>
                <a:gd name="connsiteX13" fmla="*/ 0 w 1739645"/>
                <a:gd name="connsiteY13" fmla="*/ 1162050 h 1555527"/>
                <a:gd name="connsiteX14" fmla="*/ 0 w 1739645"/>
                <a:gd name="connsiteY14" fmla="*/ 1187768 h 1555527"/>
                <a:gd name="connsiteX15" fmla="*/ 388906 w 1739645"/>
                <a:gd name="connsiteY15" fmla="*/ 1555528 h 1555527"/>
                <a:gd name="connsiteX16" fmla="*/ 1350740 w 1739645"/>
                <a:gd name="connsiteY16" fmla="*/ 1555528 h 1555527"/>
                <a:gd name="connsiteX17" fmla="*/ 1739646 w 1739645"/>
                <a:gd name="connsiteY17" fmla="*/ 1187768 h 1555527"/>
                <a:gd name="connsiteX18" fmla="*/ 1739646 w 1739645"/>
                <a:gd name="connsiteY18" fmla="*/ 973741 h 1555527"/>
                <a:gd name="connsiteX19" fmla="*/ 1350740 w 1739645"/>
                <a:gd name="connsiteY19" fmla="*/ 605885 h 1555527"/>
                <a:gd name="connsiteX20" fmla="*/ 379857 w 1739645"/>
                <a:gd name="connsiteY20" fmla="*/ 605885 h 1555527"/>
                <a:gd name="connsiteX21" fmla="*/ 379857 w 1739645"/>
                <a:gd name="connsiteY21" fmla="*/ 271367 h 1555527"/>
                <a:gd name="connsiteX22" fmla="*/ 1398842 w 1739645"/>
                <a:gd name="connsiteY22" fmla="*/ 271367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39645" h="1555527">
                  <a:moveTo>
                    <a:pt x="1398842" y="271367"/>
                  </a:moveTo>
                  <a:lnTo>
                    <a:pt x="1398842" y="439865"/>
                  </a:lnTo>
                  <a:lnTo>
                    <a:pt x="1718405" y="364522"/>
                  </a:lnTo>
                  <a:lnTo>
                    <a:pt x="1718405" y="340709"/>
                  </a:lnTo>
                  <a:cubicBezTo>
                    <a:pt x="1718405" y="72295"/>
                    <a:pt x="1609916" y="0"/>
                    <a:pt x="1332548" y="0"/>
                  </a:cubicBezTo>
                  <a:lnTo>
                    <a:pt x="449199" y="0"/>
                  </a:lnTo>
                  <a:cubicBezTo>
                    <a:pt x="156781" y="0"/>
                    <a:pt x="63341" y="75343"/>
                    <a:pt x="63341" y="367855"/>
                  </a:cubicBezTo>
                  <a:lnTo>
                    <a:pt x="63341" y="539496"/>
                  </a:lnTo>
                  <a:cubicBezTo>
                    <a:pt x="63341" y="832009"/>
                    <a:pt x="156877" y="907351"/>
                    <a:pt x="449199" y="907351"/>
                  </a:cubicBezTo>
                  <a:lnTo>
                    <a:pt x="1419987" y="907351"/>
                  </a:lnTo>
                  <a:lnTo>
                    <a:pt x="1419987" y="1263110"/>
                  </a:lnTo>
                  <a:lnTo>
                    <a:pt x="319754" y="1263110"/>
                  </a:lnTo>
                  <a:lnTo>
                    <a:pt x="319754" y="1095661"/>
                  </a:lnTo>
                  <a:lnTo>
                    <a:pt x="0" y="1162050"/>
                  </a:lnTo>
                  <a:lnTo>
                    <a:pt x="0" y="1187768"/>
                  </a:lnTo>
                  <a:cubicBezTo>
                    <a:pt x="0" y="1480185"/>
                    <a:pt x="96488" y="1555528"/>
                    <a:pt x="388906" y="1555528"/>
                  </a:cubicBezTo>
                  <a:lnTo>
                    <a:pt x="1350740" y="1555528"/>
                  </a:lnTo>
                  <a:cubicBezTo>
                    <a:pt x="1643158" y="1555528"/>
                    <a:pt x="1739646" y="1480185"/>
                    <a:pt x="1739646" y="1187768"/>
                  </a:cubicBezTo>
                  <a:lnTo>
                    <a:pt x="1739646" y="973741"/>
                  </a:lnTo>
                  <a:cubicBezTo>
                    <a:pt x="1739646" y="681228"/>
                    <a:pt x="1643158" y="605885"/>
                    <a:pt x="1350740" y="605885"/>
                  </a:cubicBezTo>
                  <a:lnTo>
                    <a:pt x="379857" y="605885"/>
                  </a:lnTo>
                  <a:lnTo>
                    <a:pt x="379857" y="271367"/>
                  </a:lnTo>
                  <a:lnTo>
                    <a:pt x="1398842" y="271367"/>
                  </a:lnTo>
                  <a:close/>
                </a:path>
              </a:pathLst>
            </a:custGeom>
            <a:grpFill/>
            <a:ln w="9525" cap="flat">
              <a:noFill/>
              <a:prstDash val="solid"/>
              <a:miter/>
            </a:ln>
          </p:spPr>
          <p:txBody>
            <a:bodyPr lIns="0" tIns="0" rIns="0" bIns="0" rtlCol="0" anchor="ctr"/>
            <a:lstStyle/>
            <a:p>
              <a:endParaRPr lang="de-DE" sz="100" noProof="0"/>
            </a:p>
          </p:txBody>
        </p:sp>
        <p:sp>
          <p:nvSpPr>
            <p:cNvPr id="19" name="o">
              <a:extLst>
                <a:ext uri="{FF2B5EF4-FFF2-40B4-BE49-F238E27FC236}">
                  <a16:creationId xmlns:a16="http://schemas.microsoft.com/office/drawing/2014/main" id="{AC97DBA4-3CBB-ECA1-E683-033514DBE40E}"/>
                </a:ext>
              </a:extLst>
            </p:cNvPr>
            <p:cNvSpPr/>
            <p:nvPr/>
          </p:nvSpPr>
          <p:spPr bwMode="gray">
            <a:xfrm>
              <a:off x="2206937" y="3966587"/>
              <a:ext cx="1682019" cy="1275212"/>
            </a:xfrm>
            <a:custGeom>
              <a:avLst/>
              <a:gdLst>
                <a:gd name="connsiteX0" fmla="*/ 326041 w 1682019"/>
                <a:gd name="connsiteY0" fmla="*/ 234982 h 1275207"/>
                <a:gd name="connsiteX1" fmla="*/ 1374648 w 1682019"/>
                <a:gd name="connsiteY1" fmla="*/ 234982 h 1275207"/>
                <a:gd name="connsiteX2" fmla="*/ 1374648 w 1682019"/>
                <a:gd name="connsiteY2" fmla="*/ 1030891 h 1275207"/>
                <a:gd name="connsiteX3" fmla="*/ 326041 w 1682019"/>
                <a:gd name="connsiteY3" fmla="*/ 1030891 h 1275207"/>
                <a:gd name="connsiteX4" fmla="*/ 326041 w 1682019"/>
                <a:gd name="connsiteY4" fmla="*/ 234982 h 1275207"/>
                <a:gd name="connsiteX5" fmla="*/ 0 w 1682019"/>
                <a:gd name="connsiteY5" fmla="*/ 301371 h 1275207"/>
                <a:gd name="connsiteX6" fmla="*/ 0 w 1682019"/>
                <a:gd name="connsiteY6" fmla="*/ 973646 h 1275207"/>
                <a:gd name="connsiteX7" fmla="*/ 338233 w 1682019"/>
                <a:gd name="connsiteY7" fmla="*/ 1275207 h 1275207"/>
                <a:gd name="connsiteX8" fmla="*/ 1343787 w 1682019"/>
                <a:gd name="connsiteY8" fmla="*/ 1275207 h 1275207"/>
                <a:gd name="connsiteX9" fmla="*/ 1682020 w 1682019"/>
                <a:gd name="connsiteY9" fmla="*/ 973646 h 1275207"/>
                <a:gd name="connsiteX10" fmla="*/ 1682020 w 1682019"/>
                <a:gd name="connsiteY10" fmla="*/ 301371 h 1275207"/>
                <a:gd name="connsiteX11" fmla="*/ 1343787 w 1682019"/>
                <a:gd name="connsiteY11" fmla="*/ 0 h 1275207"/>
                <a:gd name="connsiteX12" fmla="*/ 338233 w 1682019"/>
                <a:gd name="connsiteY12" fmla="*/ 0 h 1275207"/>
                <a:gd name="connsiteX13" fmla="*/ 0 w 1682019"/>
                <a:gd name="connsiteY13" fmla="*/ 301371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2019" h="1275207">
                  <a:moveTo>
                    <a:pt x="326041" y="234982"/>
                  </a:moveTo>
                  <a:lnTo>
                    <a:pt x="1374648" y="234982"/>
                  </a:lnTo>
                  <a:lnTo>
                    <a:pt x="1374648" y="1030891"/>
                  </a:lnTo>
                  <a:lnTo>
                    <a:pt x="326041" y="1030891"/>
                  </a:lnTo>
                  <a:lnTo>
                    <a:pt x="326041" y="234982"/>
                  </a:lnTo>
                  <a:close/>
                  <a:moveTo>
                    <a:pt x="0" y="301371"/>
                  </a:moveTo>
                  <a:lnTo>
                    <a:pt x="0" y="973646"/>
                  </a:lnTo>
                  <a:cubicBezTo>
                    <a:pt x="0" y="1214819"/>
                    <a:pt x="79915" y="1275207"/>
                    <a:pt x="338233" y="1275207"/>
                  </a:cubicBezTo>
                  <a:lnTo>
                    <a:pt x="1343787" y="1275207"/>
                  </a:lnTo>
                  <a:cubicBezTo>
                    <a:pt x="1598962" y="1275207"/>
                    <a:pt x="1682020" y="1214819"/>
                    <a:pt x="1682020" y="973646"/>
                  </a:cubicBezTo>
                  <a:lnTo>
                    <a:pt x="1682020" y="301371"/>
                  </a:lnTo>
                  <a:cubicBezTo>
                    <a:pt x="1682020" y="57150"/>
                    <a:pt x="1598867" y="0"/>
                    <a:pt x="1343787" y="0"/>
                  </a:cubicBezTo>
                  <a:lnTo>
                    <a:pt x="338233" y="0"/>
                  </a:lnTo>
                  <a:cubicBezTo>
                    <a:pt x="83153" y="0"/>
                    <a:pt x="0" y="57150"/>
                    <a:pt x="0" y="301371"/>
                  </a:cubicBezTo>
                </a:path>
              </a:pathLst>
            </a:custGeom>
            <a:grpFill/>
            <a:ln w="9525" cap="flat">
              <a:noFill/>
              <a:prstDash val="solid"/>
              <a:miter/>
            </a:ln>
          </p:spPr>
          <p:txBody>
            <a:bodyPr lIns="0" tIns="0" rIns="0" bIns="0" rtlCol="0" anchor="ctr"/>
            <a:lstStyle/>
            <a:p>
              <a:endParaRPr lang="de-DE" sz="100" noProof="0"/>
            </a:p>
          </p:txBody>
        </p:sp>
        <p:sp>
          <p:nvSpPr>
            <p:cNvPr id="20" name="m">
              <a:extLst>
                <a:ext uri="{FF2B5EF4-FFF2-40B4-BE49-F238E27FC236}">
                  <a16:creationId xmlns:a16="http://schemas.microsoft.com/office/drawing/2014/main" id="{537EA505-68AD-CE35-ED06-60F598B5B4FE}"/>
                </a:ext>
              </a:extLst>
            </p:cNvPr>
            <p:cNvSpPr/>
            <p:nvPr/>
          </p:nvSpPr>
          <p:spPr bwMode="gray">
            <a:xfrm>
              <a:off x="4290154" y="3966498"/>
              <a:ext cx="1815752" cy="1275212"/>
            </a:xfrm>
            <a:custGeom>
              <a:avLst/>
              <a:gdLst>
                <a:gd name="connsiteX0" fmla="*/ 1560576 w 1815750"/>
                <a:gd name="connsiteY0" fmla="*/ 0 h 1275207"/>
                <a:gd name="connsiteX1" fmla="*/ 927163 w 1815750"/>
                <a:gd name="connsiteY1" fmla="*/ 756571 h 1275207"/>
                <a:gd name="connsiteX2" fmla="*/ 290703 w 1815750"/>
                <a:gd name="connsiteY2" fmla="*/ 0 h 1275207"/>
                <a:gd name="connsiteX3" fmla="*/ 0 w 1815750"/>
                <a:gd name="connsiteY3" fmla="*/ 0 h 1275207"/>
                <a:gd name="connsiteX4" fmla="*/ 0 w 1815750"/>
                <a:gd name="connsiteY4" fmla="*/ 1275207 h 1275207"/>
                <a:gd name="connsiteX5" fmla="*/ 290703 w 1815750"/>
                <a:gd name="connsiteY5" fmla="*/ 1275207 h 1275207"/>
                <a:gd name="connsiteX6" fmla="*/ 290703 w 1815750"/>
                <a:gd name="connsiteY6" fmla="*/ 419100 h 1275207"/>
                <a:gd name="connsiteX7" fmla="*/ 877919 w 1815750"/>
                <a:gd name="connsiteY7" fmla="*/ 1121474 h 1275207"/>
                <a:gd name="connsiteX8" fmla="*/ 939356 w 1815750"/>
                <a:gd name="connsiteY8" fmla="*/ 1121474 h 1275207"/>
                <a:gd name="connsiteX9" fmla="*/ 1520571 w 1815750"/>
                <a:gd name="connsiteY9" fmla="*/ 397859 h 1275207"/>
                <a:gd name="connsiteX10" fmla="*/ 1520571 w 1815750"/>
                <a:gd name="connsiteY10" fmla="*/ 1275207 h 1275207"/>
                <a:gd name="connsiteX11" fmla="*/ 1815751 w 1815750"/>
                <a:gd name="connsiteY11" fmla="*/ 1275207 h 1275207"/>
                <a:gd name="connsiteX12" fmla="*/ 1815751 w 1815750"/>
                <a:gd name="connsiteY12"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5750" h="1275207">
                  <a:moveTo>
                    <a:pt x="1560576" y="0"/>
                  </a:moveTo>
                  <a:lnTo>
                    <a:pt x="927163" y="756571"/>
                  </a:lnTo>
                  <a:lnTo>
                    <a:pt x="290703" y="0"/>
                  </a:lnTo>
                  <a:lnTo>
                    <a:pt x="0" y="0"/>
                  </a:lnTo>
                  <a:lnTo>
                    <a:pt x="0" y="1275207"/>
                  </a:lnTo>
                  <a:lnTo>
                    <a:pt x="290703" y="1275207"/>
                  </a:lnTo>
                  <a:lnTo>
                    <a:pt x="290703" y="419100"/>
                  </a:lnTo>
                  <a:lnTo>
                    <a:pt x="877919" y="1121474"/>
                  </a:lnTo>
                  <a:lnTo>
                    <a:pt x="939356" y="1121474"/>
                  </a:lnTo>
                  <a:lnTo>
                    <a:pt x="1520571" y="397859"/>
                  </a:lnTo>
                  <a:lnTo>
                    <a:pt x="1520571" y="1275207"/>
                  </a:lnTo>
                  <a:lnTo>
                    <a:pt x="1815751" y="1275207"/>
                  </a:lnTo>
                  <a:lnTo>
                    <a:pt x="1815751" y="0"/>
                  </a:lnTo>
                  <a:close/>
                </a:path>
              </a:pathLst>
            </a:custGeom>
            <a:grpFill/>
            <a:ln w="9525" cap="flat">
              <a:noFill/>
              <a:prstDash val="solid"/>
              <a:miter/>
            </a:ln>
          </p:spPr>
          <p:txBody>
            <a:bodyPr lIns="0" tIns="0" rIns="0" bIns="0" rtlCol="0" anchor="ctr"/>
            <a:lstStyle/>
            <a:p>
              <a:endParaRPr lang="de-DE" sz="100" noProof="0"/>
            </a:p>
          </p:txBody>
        </p:sp>
        <p:sp>
          <p:nvSpPr>
            <p:cNvPr id="21" name="m">
              <a:extLst>
                <a:ext uri="{FF2B5EF4-FFF2-40B4-BE49-F238E27FC236}">
                  <a16:creationId xmlns:a16="http://schemas.microsoft.com/office/drawing/2014/main" id="{5D23266F-D23E-6622-28BE-F964CA831DFD}"/>
                </a:ext>
              </a:extLst>
            </p:cNvPr>
            <p:cNvSpPr/>
            <p:nvPr/>
          </p:nvSpPr>
          <p:spPr bwMode="gray">
            <a:xfrm>
              <a:off x="6535096" y="3966498"/>
              <a:ext cx="1815752" cy="1275212"/>
            </a:xfrm>
            <a:custGeom>
              <a:avLst/>
              <a:gdLst>
                <a:gd name="connsiteX0" fmla="*/ 1560672 w 1815750"/>
                <a:gd name="connsiteY0" fmla="*/ 0 h 1275207"/>
                <a:gd name="connsiteX1" fmla="*/ 927164 w 1815750"/>
                <a:gd name="connsiteY1" fmla="*/ 756571 h 1275207"/>
                <a:gd name="connsiteX2" fmla="*/ 290799 w 1815750"/>
                <a:gd name="connsiteY2" fmla="*/ 0 h 1275207"/>
                <a:gd name="connsiteX3" fmla="*/ 0 w 1815750"/>
                <a:gd name="connsiteY3" fmla="*/ 0 h 1275207"/>
                <a:gd name="connsiteX4" fmla="*/ 0 w 1815750"/>
                <a:gd name="connsiteY4" fmla="*/ 1275207 h 1275207"/>
                <a:gd name="connsiteX5" fmla="*/ 290799 w 1815750"/>
                <a:gd name="connsiteY5" fmla="*/ 1275207 h 1275207"/>
                <a:gd name="connsiteX6" fmla="*/ 290799 w 1815750"/>
                <a:gd name="connsiteY6" fmla="*/ 419100 h 1275207"/>
                <a:gd name="connsiteX7" fmla="*/ 878015 w 1815750"/>
                <a:gd name="connsiteY7" fmla="*/ 1121474 h 1275207"/>
                <a:gd name="connsiteX8" fmla="*/ 939546 w 1815750"/>
                <a:gd name="connsiteY8" fmla="*/ 1121474 h 1275207"/>
                <a:gd name="connsiteX9" fmla="*/ 1520571 w 1815750"/>
                <a:gd name="connsiteY9" fmla="*/ 397859 h 1275207"/>
                <a:gd name="connsiteX10" fmla="*/ 1520571 w 1815750"/>
                <a:gd name="connsiteY10" fmla="*/ 1275207 h 1275207"/>
                <a:gd name="connsiteX11" fmla="*/ 1815751 w 1815750"/>
                <a:gd name="connsiteY11" fmla="*/ 1275207 h 1275207"/>
                <a:gd name="connsiteX12" fmla="*/ 1815751 w 1815750"/>
                <a:gd name="connsiteY12"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5750" h="1275207">
                  <a:moveTo>
                    <a:pt x="1560672" y="0"/>
                  </a:moveTo>
                  <a:lnTo>
                    <a:pt x="927164" y="756571"/>
                  </a:lnTo>
                  <a:lnTo>
                    <a:pt x="290799" y="0"/>
                  </a:lnTo>
                  <a:lnTo>
                    <a:pt x="0" y="0"/>
                  </a:lnTo>
                  <a:lnTo>
                    <a:pt x="0" y="1275207"/>
                  </a:lnTo>
                  <a:lnTo>
                    <a:pt x="290799" y="1275207"/>
                  </a:lnTo>
                  <a:lnTo>
                    <a:pt x="290799" y="419100"/>
                  </a:lnTo>
                  <a:lnTo>
                    <a:pt x="878015" y="1121474"/>
                  </a:lnTo>
                  <a:lnTo>
                    <a:pt x="939546" y="1121474"/>
                  </a:lnTo>
                  <a:lnTo>
                    <a:pt x="1520571" y="397859"/>
                  </a:lnTo>
                  <a:lnTo>
                    <a:pt x="1520571" y="1275207"/>
                  </a:lnTo>
                  <a:lnTo>
                    <a:pt x="1815751" y="1275207"/>
                  </a:lnTo>
                  <a:lnTo>
                    <a:pt x="1815751" y="0"/>
                  </a:lnTo>
                  <a:close/>
                </a:path>
              </a:pathLst>
            </a:custGeom>
            <a:grpFill/>
            <a:ln w="9525" cap="flat">
              <a:noFill/>
              <a:prstDash val="solid"/>
              <a:miter/>
            </a:ln>
          </p:spPr>
          <p:txBody>
            <a:bodyPr lIns="0" tIns="0" rIns="0" bIns="0" rtlCol="0" anchor="ctr"/>
            <a:lstStyle/>
            <a:p>
              <a:endParaRPr lang="de-DE" sz="100" noProof="0"/>
            </a:p>
          </p:txBody>
        </p:sp>
        <p:sp>
          <p:nvSpPr>
            <p:cNvPr id="22" name="e">
              <a:extLst>
                <a:ext uri="{FF2B5EF4-FFF2-40B4-BE49-F238E27FC236}">
                  <a16:creationId xmlns:a16="http://schemas.microsoft.com/office/drawing/2014/main" id="{6D5288D7-9833-670D-8E49-29FD7C3215E1}"/>
                </a:ext>
              </a:extLst>
            </p:cNvPr>
            <p:cNvSpPr/>
            <p:nvPr/>
          </p:nvSpPr>
          <p:spPr bwMode="gray">
            <a:xfrm>
              <a:off x="8765757" y="3966498"/>
              <a:ext cx="1411313" cy="1275212"/>
            </a:xfrm>
            <a:custGeom>
              <a:avLst/>
              <a:gdLst>
                <a:gd name="connsiteX0" fmla="*/ 0 w 1411319"/>
                <a:gd name="connsiteY0" fmla="*/ 0 h 1275207"/>
                <a:gd name="connsiteX1" fmla="*/ 0 w 1411319"/>
                <a:gd name="connsiteY1" fmla="*/ 1275207 h 1275207"/>
                <a:gd name="connsiteX2" fmla="*/ 1411319 w 1411319"/>
                <a:gd name="connsiteY2" fmla="*/ 1275207 h 1275207"/>
                <a:gd name="connsiteX3" fmla="*/ 1411319 w 1411319"/>
                <a:gd name="connsiteY3" fmla="*/ 1036987 h 1275207"/>
                <a:gd name="connsiteX4" fmla="*/ 319850 w 1411319"/>
                <a:gd name="connsiteY4" fmla="*/ 1036987 h 1275207"/>
                <a:gd name="connsiteX5" fmla="*/ 319850 w 1411319"/>
                <a:gd name="connsiteY5" fmla="*/ 723424 h 1275207"/>
                <a:gd name="connsiteX6" fmla="*/ 947166 w 1411319"/>
                <a:gd name="connsiteY6" fmla="*/ 723424 h 1275207"/>
                <a:gd name="connsiteX7" fmla="*/ 947166 w 1411319"/>
                <a:gd name="connsiteY7" fmla="*/ 503396 h 1275207"/>
                <a:gd name="connsiteX8" fmla="*/ 319850 w 1411319"/>
                <a:gd name="connsiteY8" fmla="*/ 503396 h 1275207"/>
                <a:gd name="connsiteX9" fmla="*/ 319850 w 1411319"/>
                <a:gd name="connsiteY9" fmla="*/ 226219 h 1275207"/>
                <a:gd name="connsiteX10" fmla="*/ 1395984 w 1411319"/>
                <a:gd name="connsiteY10" fmla="*/ 226219 h 1275207"/>
                <a:gd name="connsiteX11" fmla="*/ 1395984 w 1411319"/>
                <a:gd name="connsiteY11"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1319" h="1275207">
                  <a:moveTo>
                    <a:pt x="0" y="0"/>
                  </a:moveTo>
                  <a:lnTo>
                    <a:pt x="0" y="1275207"/>
                  </a:lnTo>
                  <a:lnTo>
                    <a:pt x="1411319" y="1275207"/>
                  </a:lnTo>
                  <a:lnTo>
                    <a:pt x="1411319" y="1036987"/>
                  </a:lnTo>
                  <a:lnTo>
                    <a:pt x="319850" y="1036987"/>
                  </a:lnTo>
                  <a:lnTo>
                    <a:pt x="319850" y="723424"/>
                  </a:lnTo>
                  <a:lnTo>
                    <a:pt x="947166" y="723424"/>
                  </a:lnTo>
                  <a:lnTo>
                    <a:pt x="947166" y="503396"/>
                  </a:lnTo>
                  <a:lnTo>
                    <a:pt x="319850" y="503396"/>
                  </a:lnTo>
                  <a:lnTo>
                    <a:pt x="319850" y="226219"/>
                  </a:lnTo>
                  <a:lnTo>
                    <a:pt x="1395984" y="226219"/>
                  </a:lnTo>
                  <a:lnTo>
                    <a:pt x="1395984" y="0"/>
                  </a:lnTo>
                  <a:close/>
                </a:path>
              </a:pathLst>
            </a:custGeom>
            <a:grpFill/>
            <a:ln w="9525" cap="flat">
              <a:noFill/>
              <a:prstDash val="solid"/>
              <a:miter/>
            </a:ln>
          </p:spPr>
          <p:txBody>
            <a:bodyPr lIns="0" tIns="0" rIns="0" bIns="0" rtlCol="0" anchor="ctr"/>
            <a:lstStyle/>
            <a:p>
              <a:endParaRPr lang="de-DE" sz="100" noProof="0"/>
            </a:p>
          </p:txBody>
        </p:sp>
        <p:sp>
          <p:nvSpPr>
            <p:cNvPr id="23" name="r">
              <a:extLst>
                <a:ext uri="{FF2B5EF4-FFF2-40B4-BE49-F238E27FC236}">
                  <a16:creationId xmlns:a16="http://schemas.microsoft.com/office/drawing/2014/main" id="{669258AF-66C8-94FE-55FB-F31B4A18563B}"/>
                </a:ext>
              </a:extLst>
            </p:cNvPr>
            <p:cNvSpPr/>
            <p:nvPr/>
          </p:nvSpPr>
          <p:spPr bwMode="gray">
            <a:xfrm>
              <a:off x="10504356" y="3966498"/>
              <a:ext cx="1579811" cy="1275212"/>
            </a:xfrm>
            <a:custGeom>
              <a:avLst/>
              <a:gdLst>
                <a:gd name="connsiteX0" fmla="*/ 1015937 w 1579817"/>
                <a:gd name="connsiteY0" fmla="*/ 220028 h 1275207"/>
                <a:gd name="connsiteX1" fmla="*/ 1157669 w 1579817"/>
                <a:gd name="connsiteY1" fmla="*/ 322517 h 1275207"/>
                <a:gd name="connsiteX2" fmla="*/ 1157669 w 1579817"/>
                <a:gd name="connsiteY2" fmla="*/ 470249 h 1275207"/>
                <a:gd name="connsiteX3" fmla="*/ 1015937 w 1579817"/>
                <a:gd name="connsiteY3" fmla="*/ 572738 h 1275207"/>
                <a:gd name="connsiteX4" fmla="*/ 307467 w 1579817"/>
                <a:gd name="connsiteY4" fmla="*/ 572738 h 1275207"/>
                <a:gd name="connsiteX5" fmla="*/ 307467 w 1579817"/>
                <a:gd name="connsiteY5" fmla="*/ 220028 h 1275207"/>
                <a:gd name="connsiteX6" fmla="*/ 1015937 w 1579817"/>
                <a:gd name="connsiteY6" fmla="*/ 220028 h 1275207"/>
                <a:gd name="connsiteX7" fmla="*/ 0 w 1579817"/>
                <a:gd name="connsiteY7" fmla="*/ 1275207 h 1275207"/>
                <a:gd name="connsiteX8" fmla="*/ 307563 w 1579817"/>
                <a:gd name="connsiteY8" fmla="*/ 1275207 h 1275207"/>
                <a:gd name="connsiteX9" fmla="*/ 307563 w 1579817"/>
                <a:gd name="connsiteY9" fmla="*/ 792766 h 1275207"/>
                <a:gd name="connsiteX10" fmla="*/ 599981 w 1579817"/>
                <a:gd name="connsiteY10" fmla="*/ 792766 h 1275207"/>
                <a:gd name="connsiteX11" fmla="*/ 1133570 w 1579817"/>
                <a:gd name="connsiteY11" fmla="*/ 1275207 h 1275207"/>
                <a:gd name="connsiteX12" fmla="*/ 1579818 w 1579817"/>
                <a:gd name="connsiteY12" fmla="*/ 1275207 h 1275207"/>
                <a:gd name="connsiteX13" fmla="*/ 973931 w 1579817"/>
                <a:gd name="connsiteY13" fmla="*/ 792766 h 1275207"/>
                <a:gd name="connsiteX14" fmla="*/ 1148811 w 1579817"/>
                <a:gd name="connsiteY14" fmla="*/ 792766 h 1275207"/>
                <a:gd name="connsiteX15" fmla="*/ 1447229 w 1579817"/>
                <a:gd name="connsiteY15" fmla="*/ 548545 h 1275207"/>
                <a:gd name="connsiteX16" fmla="*/ 1447229 w 1579817"/>
                <a:gd name="connsiteY16" fmla="*/ 247174 h 1275207"/>
                <a:gd name="connsiteX17" fmla="*/ 1148811 w 1579817"/>
                <a:gd name="connsiteY17" fmla="*/ 0 h 1275207"/>
                <a:gd name="connsiteX18" fmla="*/ 191 w 1579817"/>
                <a:gd name="connsiteY18" fmla="*/ 0 h 1275207"/>
                <a:gd name="connsiteX19" fmla="*/ 191 w 1579817"/>
                <a:gd name="connsiteY19" fmla="*/ 1275207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79817" h="1275207">
                  <a:moveTo>
                    <a:pt x="1015937" y="220028"/>
                  </a:moveTo>
                  <a:cubicBezTo>
                    <a:pt x="1109282" y="220028"/>
                    <a:pt x="1157669" y="238220"/>
                    <a:pt x="1157669" y="322517"/>
                  </a:cubicBezTo>
                  <a:lnTo>
                    <a:pt x="1157669" y="470249"/>
                  </a:lnTo>
                  <a:cubicBezTo>
                    <a:pt x="1157669" y="554736"/>
                    <a:pt x="1109282" y="572738"/>
                    <a:pt x="1015937" y="572738"/>
                  </a:cubicBezTo>
                  <a:lnTo>
                    <a:pt x="307467" y="572738"/>
                  </a:lnTo>
                  <a:lnTo>
                    <a:pt x="307467" y="220028"/>
                  </a:lnTo>
                  <a:lnTo>
                    <a:pt x="1015937" y="220028"/>
                  </a:lnTo>
                  <a:close/>
                  <a:moveTo>
                    <a:pt x="0" y="1275207"/>
                  </a:moveTo>
                  <a:lnTo>
                    <a:pt x="307563" y="1275207"/>
                  </a:lnTo>
                  <a:lnTo>
                    <a:pt x="307563" y="792766"/>
                  </a:lnTo>
                  <a:lnTo>
                    <a:pt x="599981" y="792766"/>
                  </a:lnTo>
                  <a:lnTo>
                    <a:pt x="1133570" y="1275207"/>
                  </a:lnTo>
                  <a:lnTo>
                    <a:pt x="1579818" y="1275207"/>
                  </a:lnTo>
                  <a:lnTo>
                    <a:pt x="973931" y="792766"/>
                  </a:lnTo>
                  <a:lnTo>
                    <a:pt x="1148811" y="792766"/>
                  </a:lnTo>
                  <a:cubicBezTo>
                    <a:pt x="1353693" y="792766"/>
                    <a:pt x="1447229" y="723424"/>
                    <a:pt x="1447229" y="548545"/>
                  </a:cubicBezTo>
                  <a:lnTo>
                    <a:pt x="1447229" y="247174"/>
                  </a:lnTo>
                  <a:cubicBezTo>
                    <a:pt x="1447229" y="69342"/>
                    <a:pt x="1353693" y="0"/>
                    <a:pt x="1148811" y="0"/>
                  </a:cubicBezTo>
                  <a:lnTo>
                    <a:pt x="191" y="0"/>
                  </a:lnTo>
                  <a:lnTo>
                    <a:pt x="191" y="1275207"/>
                  </a:lnTo>
                  <a:close/>
                </a:path>
              </a:pathLst>
            </a:custGeom>
            <a:grpFill/>
            <a:ln w="9525" cap="flat">
              <a:noFill/>
              <a:prstDash val="solid"/>
              <a:miter/>
            </a:ln>
          </p:spPr>
          <p:txBody>
            <a:bodyPr lIns="0" tIns="0" rIns="0" bIns="0" rtlCol="0" anchor="ctr"/>
            <a:lstStyle/>
            <a:p>
              <a:endParaRPr lang="de-DE" sz="100" noProof="0"/>
            </a:p>
          </p:txBody>
        </p:sp>
      </p:grpSp>
      <p:grpSp>
        <p:nvGrpSpPr>
          <p:cNvPr id="31" name="Info">
            <a:extLst>
              <a:ext uri="{FF2B5EF4-FFF2-40B4-BE49-F238E27FC236}">
                <a16:creationId xmlns:a16="http://schemas.microsoft.com/office/drawing/2014/main" id="{019548B8-F9DE-5DEF-9E69-1CFA7A78C11C}"/>
              </a:ext>
            </a:extLst>
          </p:cNvPr>
          <p:cNvGrpSpPr/>
          <p:nvPr userDrawn="1"/>
        </p:nvGrpSpPr>
        <p:grpSpPr>
          <a:xfrm flipH="1">
            <a:off x="-2613664" y="2453684"/>
            <a:ext cx="2500810" cy="3640431"/>
            <a:chOff x="12327529" y="2352975"/>
            <a:chExt cx="2500810" cy="3640431"/>
          </a:xfrm>
          <a:effectLst>
            <a:outerShdw blurRad="50800" dist="38100" dir="2700000" algn="tl" rotWithShape="0">
              <a:prstClr val="black">
                <a:alpha val="40000"/>
              </a:prstClr>
            </a:outerShdw>
          </a:effectLst>
        </p:grpSpPr>
        <p:grpSp>
          <p:nvGrpSpPr>
            <p:cNvPr id="32" name="info">
              <a:extLst>
                <a:ext uri="{FF2B5EF4-FFF2-40B4-BE49-F238E27FC236}">
                  <a16:creationId xmlns:a16="http://schemas.microsoft.com/office/drawing/2014/main" id="{4FA85C3D-9310-FF13-860E-025ACCC919CE}"/>
                </a:ext>
              </a:extLst>
            </p:cNvPr>
            <p:cNvGrpSpPr/>
            <p:nvPr userDrawn="1"/>
          </p:nvGrpSpPr>
          <p:grpSpPr>
            <a:xfrm>
              <a:off x="12596337" y="2352975"/>
              <a:ext cx="2232002" cy="1408806"/>
              <a:chOff x="12565380" y="2356671"/>
              <a:chExt cx="2232002" cy="1408806"/>
            </a:xfrm>
          </p:grpSpPr>
          <p:sp>
            <p:nvSpPr>
              <p:cNvPr id="36" name="info">
                <a:extLst>
                  <a:ext uri="{FF2B5EF4-FFF2-40B4-BE49-F238E27FC236}">
                    <a16:creationId xmlns:a16="http://schemas.microsoft.com/office/drawing/2014/main" id="{B5D45DB5-ED18-DF08-D313-A898EB929E15}"/>
                  </a:ext>
                </a:extLst>
              </p:cNvPr>
              <p:cNvSpPr/>
              <p:nvPr userDrawn="1"/>
            </p:nvSpPr>
            <p:spPr bwMode="gray">
              <a:xfrm rot="16200000" flipH="1">
                <a:off x="12153929" y="2814026"/>
                <a:ext cx="1362902"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tx1"/>
                  </a:solidFill>
                </a:endParaRPr>
              </a:p>
              <a:p>
                <a:pPr indent="0" algn="l">
                  <a:lnSpc>
                    <a:spcPct val="100000"/>
                  </a:lnSpc>
                  <a:spcBef>
                    <a:spcPts val="400"/>
                  </a:spcBef>
                  <a:spcAft>
                    <a:spcPts val="400"/>
                  </a:spcAft>
                </a:pPr>
                <a:endParaRPr lang="en-US" sz="1050">
                  <a:solidFill>
                    <a:schemeClr val="tx1"/>
                  </a:solidFill>
                </a:endParaRPr>
              </a:p>
            </p:txBody>
          </p:sp>
          <p:sp>
            <p:nvSpPr>
              <p:cNvPr id="37" name="info">
                <a:extLst>
                  <a:ext uri="{FF2B5EF4-FFF2-40B4-BE49-F238E27FC236}">
                    <a16:creationId xmlns:a16="http://schemas.microsoft.com/office/drawing/2014/main" id="{0E47A2ED-8AD9-D9BF-105A-C3BAEAB31045}"/>
                  </a:ext>
                </a:extLst>
              </p:cNvPr>
              <p:cNvSpPr/>
              <p:nvPr userDrawn="1"/>
            </p:nvSpPr>
            <p:spPr bwMode="gray">
              <a:xfrm flipH="1">
                <a:off x="12565381" y="2356671"/>
                <a:ext cx="2232001" cy="114232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kern="1200" cap="all">
                    <a:solidFill>
                      <a:schemeClr val="tx1"/>
                    </a:solidFill>
                    <a:latin typeface="+mn-lt"/>
                    <a:ea typeface="+mn-ea"/>
                    <a:cs typeface="+mn-cs"/>
                  </a:rPr>
                  <a:t>IMAGE Credit Formatting</a:t>
                </a:r>
              </a:p>
              <a:p>
                <a:pPr indent="0" algn="l">
                  <a:lnSpc>
                    <a:spcPct val="100000"/>
                  </a:lnSpc>
                  <a:spcBef>
                    <a:spcPts val="400"/>
                  </a:spcBef>
                  <a:spcAft>
                    <a:spcPts val="400"/>
                  </a:spcAft>
                </a:pPr>
                <a:r>
                  <a:rPr lang="en-US" sz="1050" b="0" kern="1200" cap="none">
                    <a:solidFill>
                      <a:schemeClr val="tx1"/>
                    </a:solidFill>
                    <a:latin typeface="+mn-lt"/>
                    <a:ea typeface="+mn-ea"/>
                    <a:cs typeface="+mn-cs"/>
                  </a:rPr>
                  <a:t>Examples!</a:t>
                </a:r>
              </a:p>
              <a:p>
                <a:pPr indent="0" algn="l">
                  <a:lnSpc>
                    <a:spcPct val="100000"/>
                  </a:lnSpc>
                  <a:spcBef>
                    <a:spcPts val="400"/>
                  </a:spcBef>
                  <a:spcAft>
                    <a:spcPts val="400"/>
                  </a:spcAft>
                </a:pPr>
                <a:r>
                  <a:rPr lang="en-US" sz="1050" b="0" kern="1200" cap="none">
                    <a:solidFill>
                      <a:schemeClr val="tx1"/>
                    </a:solidFill>
                    <a:latin typeface="+mn-lt"/>
                    <a:ea typeface="+mn-ea"/>
                    <a:cs typeface="+mn-cs"/>
                  </a:rPr>
                  <a:t>© Westend66 – gettyimages.com</a:t>
                </a:r>
                <a:br>
                  <a:rPr lang="en-US" sz="1050" b="0" kern="1200" cap="none">
                    <a:solidFill>
                      <a:schemeClr val="tx1"/>
                    </a:solidFill>
                    <a:latin typeface="+mn-lt"/>
                    <a:ea typeface="+mn-ea"/>
                    <a:cs typeface="+mn-cs"/>
                  </a:rPr>
                </a:br>
                <a:r>
                  <a:rPr lang="en-US" sz="1050" b="0" kern="1200" cap="none">
                    <a:solidFill>
                      <a:schemeClr val="tx1"/>
                    </a:solidFill>
                    <a:latin typeface="+mn-lt"/>
                    <a:ea typeface="+mn-ea"/>
                    <a:cs typeface="+mn-cs"/>
                  </a:rPr>
                  <a:t>© AI generated – Drees &amp; Sommer</a:t>
                </a:r>
              </a:p>
            </p:txBody>
          </p:sp>
        </p:grpSp>
        <p:grpSp>
          <p:nvGrpSpPr>
            <p:cNvPr id="33" name="info">
              <a:extLst>
                <a:ext uri="{FF2B5EF4-FFF2-40B4-BE49-F238E27FC236}">
                  <a16:creationId xmlns:a16="http://schemas.microsoft.com/office/drawing/2014/main" id="{4C726F03-4523-79E2-73AC-1771A75929BB}"/>
                </a:ext>
              </a:extLst>
            </p:cNvPr>
            <p:cNvGrpSpPr>
              <a:grpSpLocks/>
            </p:cNvGrpSpPr>
            <p:nvPr userDrawn="1"/>
          </p:nvGrpSpPr>
          <p:grpSpPr>
            <a:xfrm>
              <a:off x="12327529" y="3837980"/>
              <a:ext cx="2500808" cy="2155426"/>
              <a:chOff x="12327530" y="4187428"/>
              <a:chExt cx="2500808" cy="2155426"/>
            </a:xfrm>
          </p:grpSpPr>
          <p:sp>
            <p:nvSpPr>
              <p:cNvPr id="34" name="info">
                <a:extLst>
                  <a:ext uri="{FF2B5EF4-FFF2-40B4-BE49-F238E27FC236}">
                    <a16:creationId xmlns:a16="http://schemas.microsoft.com/office/drawing/2014/main" id="{BDDF9840-6DC5-0779-277B-67C165CB6D01}"/>
                  </a:ext>
                </a:extLst>
              </p:cNvPr>
              <p:cNvSpPr/>
              <p:nvPr userDrawn="1"/>
            </p:nvSpPr>
            <p:spPr bwMode="gray">
              <a:xfrm flipH="1">
                <a:off x="12327530" y="5802854"/>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indent="0" algn="l">
                  <a:lnSpc>
                    <a:spcPct val="100000"/>
                  </a:lnSpc>
                  <a:spcBef>
                    <a:spcPts val="400"/>
                  </a:spcBef>
                  <a:spcAft>
                    <a:spcPts val="400"/>
                  </a:spcAft>
                </a:pPr>
                <a:endParaRPr lang="en-US" sz="1050">
                  <a:solidFill>
                    <a:schemeClr val="tx1"/>
                  </a:solidFill>
                </a:endParaRPr>
              </a:p>
              <a:p>
                <a:pPr indent="0" algn="l">
                  <a:lnSpc>
                    <a:spcPct val="100000"/>
                  </a:lnSpc>
                  <a:spcBef>
                    <a:spcPts val="400"/>
                  </a:spcBef>
                  <a:spcAft>
                    <a:spcPts val="400"/>
                  </a:spcAft>
                </a:pPr>
                <a:endParaRPr lang="en-US" sz="1050">
                  <a:solidFill>
                    <a:schemeClr val="tx1"/>
                  </a:solidFill>
                </a:endParaRPr>
              </a:p>
            </p:txBody>
          </p:sp>
          <p:sp>
            <p:nvSpPr>
              <p:cNvPr id="35" name="info">
                <a:extLst>
                  <a:ext uri="{FF2B5EF4-FFF2-40B4-BE49-F238E27FC236}">
                    <a16:creationId xmlns:a16="http://schemas.microsoft.com/office/drawing/2014/main" id="{34A90AEA-D9D8-8C33-56B0-2FEB0C4DDBEB}"/>
                  </a:ext>
                </a:extLst>
              </p:cNvPr>
              <p:cNvSpPr/>
              <p:nvPr userDrawn="1"/>
            </p:nvSpPr>
            <p:spPr bwMode="gray">
              <a:xfrm flipH="1">
                <a:off x="12596338" y="4187428"/>
                <a:ext cx="2232000" cy="215542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cap="all">
                    <a:solidFill>
                      <a:schemeClr val="tx1"/>
                    </a:solidFill>
                  </a:rPr>
                  <a:t>image credit</a:t>
                </a:r>
              </a:p>
              <a:p>
                <a:pPr indent="0" algn="l">
                  <a:lnSpc>
                    <a:spcPct val="100000"/>
                  </a:lnSpc>
                  <a:spcBef>
                    <a:spcPts val="400"/>
                  </a:spcBef>
                  <a:spcAft>
                    <a:spcPts val="400"/>
                  </a:spcAft>
                </a:pPr>
                <a:r>
                  <a:rPr lang="en-US" sz="1050" b="1">
                    <a:solidFill>
                      <a:schemeClr val="tx1"/>
                    </a:solidFill>
                  </a:rPr>
                  <a:t>Always include </a:t>
                </a:r>
                <a:r>
                  <a:rPr lang="en-US" sz="1050">
                    <a:solidFill>
                      <a:schemeClr val="tx1"/>
                    </a:solidFill>
                  </a:rPr>
                  <a:t>the image credit!</a:t>
                </a:r>
              </a:p>
              <a:p>
                <a:pPr indent="0" algn="l">
                  <a:lnSpc>
                    <a:spcPct val="100000"/>
                  </a:lnSpc>
                  <a:spcBef>
                    <a:spcPts val="400"/>
                  </a:spcBef>
                  <a:spcAft>
                    <a:spcPts val="400"/>
                  </a:spcAft>
                </a:pPr>
                <a:r>
                  <a:rPr lang="en-US" sz="1050">
                    <a:solidFill>
                      <a:schemeClr val="tx1"/>
                    </a:solidFill>
                  </a:rPr>
                  <a:t>How to get the image credit </a:t>
                </a:r>
                <a:r>
                  <a:rPr lang="en-US" sz="1050" b="1">
                    <a:solidFill>
                      <a:schemeClr val="tx1"/>
                    </a:solidFill>
                  </a:rPr>
                  <a:t>placeholder</a:t>
                </a:r>
                <a:r>
                  <a:rPr lang="en-US" sz="1050">
                    <a:solidFill>
                      <a:schemeClr val="tx1"/>
                    </a:solidFill>
                  </a:rPr>
                  <a:t> if it is no longer available on your slide by default: </a:t>
                </a:r>
              </a:p>
              <a:p>
                <a:pPr indent="0" algn="l">
                  <a:lnSpc>
                    <a:spcPct val="100000"/>
                  </a:lnSpc>
                  <a:spcBef>
                    <a:spcPts val="400"/>
                  </a:spcBef>
                  <a:spcAft>
                    <a:spcPts val="400"/>
                  </a:spcAft>
                </a:pPr>
                <a:r>
                  <a:rPr lang="en-US" sz="1050">
                    <a:solidFill>
                      <a:schemeClr val="tx1"/>
                    </a:solidFill>
                  </a:rPr>
                  <a:t>&gt; </a:t>
                </a:r>
                <a:r>
                  <a:rPr lang="en-US" sz="1050" b="0">
                    <a:solidFill>
                      <a:schemeClr val="tx1"/>
                    </a:solidFill>
                  </a:rPr>
                  <a:t>right-click on a free area</a:t>
                </a:r>
                <a:br>
                  <a:rPr lang="en-US" sz="1050" b="0">
                    <a:solidFill>
                      <a:schemeClr val="tx1"/>
                    </a:solidFill>
                  </a:rPr>
                </a:br>
                <a:r>
                  <a:rPr lang="en-US" sz="1050" b="0">
                    <a:solidFill>
                      <a:schemeClr val="tx1"/>
                    </a:solidFill>
                  </a:rPr>
                  <a:t>   on the slide</a:t>
                </a:r>
                <a:br>
                  <a:rPr lang="en-US" sz="1050" b="0">
                    <a:solidFill>
                      <a:schemeClr val="tx1"/>
                    </a:solidFill>
                  </a:rPr>
                </a:br>
                <a:r>
                  <a:rPr lang="en-US" sz="1050" b="0">
                    <a:solidFill>
                      <a:schemeClr val="tx1"/>
                    </a:solidFill>
                  </a:rPr>
                  <a:t>&gt; insert text element</a:t>
                </a:r>
                <a:endParaRPr lang="en-US" sz="1050">
                  <a:solidFill>
                    <a:schemeClr val="tx1"/>
                  </a:solidFill>
                </a:endParaRPr>
              </a:p>
              <a:p>
                <a:pPr indent="0" algn="l">
                  <a:lnSpc>
                    <a:spcPct val="100000"/>
                  </a:lnSpc>
                  <a:spcBef>
                    <a:spcPts val="400"/>
                  </a:spcBef>
                  <a:spcAft>
                    <a:spcPts val="400"/>
                  </a:spcAft>
                </a:pPr>
                <a:r>
                  <a:rPr lang="en-US" sz="1050">
                    <a:solidFill>
                      <a:schemeClr val="tx1"/>
                    </a:solidFill>
                  </a:rPr>
                  <a:t>“</a:t>
                </a:r>
                <a:r>
                  <a:rPr lang="en-US" sz="1050" b="1">
                    <a:solidFill>
                      <a:schemeClr val="tx1"/>
                    </a:solidFill>
                  </a:rPr>
                  <a:t>Copyright left</a:t>
                </a:r>
                <a:r>
                  <a:rPr lang="en-US" sz="1050">
                    <a:solidFill>
                      <a:schemeClr val="tx1"/>
                    </a:solidFill>
                  </a:rPr>
                  <a:t>”</a:t>
                </a:r>
              </a:p>
            </p:txBody>
          </p:sp>
        </p:grpSp>
      </p:grpSp>
    </p:spTree>
    <p:extLst>
      <p:ext uri="{BB962C8B-B14F-4D97-AF65-F5344CB8AC3E}">
        <p14:creationId xmlns:p14="http://schemas.microsoft.com/office/powerpoint/2010/main" val="38972848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644">
          <p15:clr>
            <a:srgbClr val="FBAE40"/>
          </p15:clr>
        </p15:guide>
        <p15:guide id="2" pos="3558">
          <p15:clr>
            <a:srgbClr val="FBAE40"/>
          </p15:clr>
        </p15:guide>
        <p15:guide id="3" pos="3648">
          <p15:clr>
            <a:srgbClr val="FBAE40"/>
          </p15:clr>
        </p15:guide>
        <p15:guide id="4" pos="5927">
          <p15:clr>
            <a:srgbClr val="FBAE40"/>
          </p15:clr>
        </p15:guide>
        <p15:guide id="5" pos="6017">
          <p15:clr>
            <a:srgbClr val="FBAE40"/>
          </p15:clr>
        </p15:guide>
        <p15:guide id="6" orient="horz" pos="118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nfobox &amp; Picture">
    <p:spTree>
      <p:nvGrpSpPr>
        <p:cNvPr id="1" name=""/>
        <p:cNvGrpSpPr/>
        <p:nvPr/>
      </p:nvGrpSpPr>
      <p:grpSpPr>
        <a:xfrm>
          <a:off x="0" y="0"/>
          <a:ext cx="0" cy="0"/>
          <a:chOff x="0" y="0"/>
          <a:chExt cx="0" cy="0"/>
        </a:xfrm>
      </p:grpSpPr>
      <p:sp>
        <p:nvSpPr>
          <p:cNvPr id="11" name="background grey">
            <a:extLst>
              <a:ext uri="{FF2B5EF4-FFF2-40B4-BE49-F238E27FC236}">
                <a16:creationId xmlns:a16="http://schemas.microsoft.com/office/drawing/2014/main" id="{67B920F9-FFDD-4A7E-B64D-74D2EEEAED0E}"/>
              </a:ext>
              <a:ext uri="{C183D7F6-B498-43B3-948B-1728B52AA6E4}">
                <adec:decorative xmlns:adec="http://schemas.microsoft.com/office/drawing/2017/decorative" val="1"/>
              </a:ext>
            </a:extLst>
          </p:cNvPr>
          <p:cNvSpPr/>
          <p:nvPr/>
        </p:nvSpPr>
        <p:spPr bwMode="white">
          <a:xfrm>
            <a:off x="0" y="1786647"/>
            <a:ext cx="12192000" cy="3525572"/>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a:p>
        </p:txBody>
      </p:sp>
      <p:sp>
        <p:nvSpPr>
          <p:cNvPr id="2" name="title">
            <a:extLst>
              <a:ext uri="{FF2B5EF4-FFF2-40B4-BE49-F238E27FC236}">
                <a16:creationId xmlns:a16="http://schemas.microsoft.com/office/drawing/2014/main" id="{8FFCB50B-5503-4467-8A0F-9FBB8B48B97D}"/>
              </a:ext>
            </a:extLst>
          </p:cNvPr>
          <p:cNvSpPr>
            <a:spLocks noGrp="1"/>
          </p:cNvSpPr>
          <p:nvPr>
            <p:ph type="title"/>
          </p:nvPr>
        </p:nvSpPr>
        <p:spPr bwMode="gray">
          <a:xfrm>
            <a:off x="525600" y="673200"/>
            <a:ext cx="6770550" cy="288000"/>
          </a:xfrm>
        </p:spPr>
        <p:txBody>
          <a:bodyPr lIns="0" tIns="0" rIns="0" bIns="0"/>
          <a:lstStyle/>
          <a:p>
            <a:r>
              <a:rPr lang="de-DE"/>
              <a:t>Mastertitelformat bearbeiten</a:t>
            </a:r>
            <a:endParaRPr lang="en-US"/>
          </a:p>
        </p:txBody>
      </p:sp>
      <p:sp>
        <p:nvSpPr>
          <p:cNvPr id="4" name="MIO_CONVERT_SLIDES_SUBTITLE">
            <a:extLst>
              <a:ext uri="{FF2B5EF4-FFF2-40B4-BE49-F238E27FC236}">
                <a16:creationId xmlns:a16="http://schemas.microsoft.com/office/drawing/2014/main" id="{7086919D-8D03-4875-B9F0-05F0C8564079}"/>
              </a:ext>
            </a:extLst>
          </p:cNvPr>
          <p:cNvSpPr>
            <a:spLocks noGrp="1"/>
          </p:cNvSpPr>
          <p:nvPr>
            <p:ph type="body" sz="quarter" idx="14" hasCustomPrompt="1"/>
          </p:nvPr>
        </p:nvSpPr>
        <p:spPr bwMode="gray">
          <a:xfrm>
            <a:off x="525600" y="1022400"/>
            <a:ext cx="6770550" cy="504000"/>
          </a:xfrm>
        </p:spPr>
        <p:txBody>
          <a:bodyPr/>
          <a:lstStyle>
            <a:lvl1pPr>
              <a:lnSpc>
                <a:spcPct val="85000"/>
              </a:lnSpc>
              <a:spcBef>
                <a:spcPts val="0"/>
              </a:spcBef>
              <a:spcAft>
                <a:spcPts val="0"/>
              </a:spcAft>
              <a:defRPr sz="2000"/>
            </a:lvl1pPr>
          </a:lstStyle>
          <a:p>
            <a:pPr lvl="0"/>
            <a:r>
              <a:rPr lang="de-DE" err="1"/>
              <a:t>Subtitle</a:t>
            </a:r>
            <a:endParaRPr lang="en-US"/>
          </a:p>
        </p:txBody>
      </p:sp>
      <p:sp>
        <p:nvSpPr>
          <p:cNvPr id="9" name="picture">
            <a:extLst>
              <a:ext uri="{FF2B5EF4-FFF2-40B4-BE49-F238E27FC236}">
                <a16:creationId xmlns:a16="http://schemas.microsoft.com/office/drawing/2014/main" id="{0C332C5E-6672-488C-98EF-4F5E858F7E90}"/>
              </a:ext>
            </a:extLst>
          </p:cNvPr>
          <p:cNvSpPr>
            <a:spLocks noGrp="1"/>
          </p:cNvSpPr>
          <p:nvPr>
            <p:ph type="pic" sz="quarter" idx="17"/>
          </p:nvPr>
        </p:nvSpPr>
        <p:spPr bwMode="gray">
          <a:xfrm>
            <a:off x="7441201" y="673200"/>
            <a:ext cx="4750800" cy="1544400"/>
          </a:xfrm>
          <a:pattFill prst="ltUpDiag">
            <a:fgClr>
              <a:schemeClr val="bg1">
                <a:lumMod val="95000"/>
              </a:schemeClr>
            </a:fgClr>
            <a:bgClr>
              <a:schemeClr val="bg1"/>
            </a:bgClr>
          </a:pattFill>
        </p:spPr>
        <p:txBody>
          <a:bodyPr/>
          <a:lstStyle/>
          <a:p>
            <a:r>
              <a:rPr lang="de-DE"/>
              <a:t>Bild durch Klicken auf Symbol hinzufügen</a:t>
            </a:r>
            <a:endParaRPr lang="en-US"/>
          </a:p>
        </p:txBody>
      </p:sp>
      <p:sp>
        <p:nvSpPr>
          <p:cNvPr id="7" name="text white">
            <a:extLst>
              <a:ext uri="{FF2B5EF4-FFF2-40B4-BE49-F238E27FC236}">
                <a16:creationId xmlns:a16="http://schemas.microsoft.com/office/drawing/2014/main" id="{76947769-F1C5-46D2-A578-B46158BB4453}"/>
              </a:ext>
            </a:extLst>
          </p:cNvPr>
          <p:cNvSpPr>
            <a:spLocks noGrp="1"/>
          </p:cNvSpPr>
          <p:nvPr>
            <p:ph type="body" sz="quarter" idx="15"/>
          </p:nvPr>
        </p:nvSpPr>
        <p:spPr bwMode="gray">
          <a:xfrm>
            <a:off x="7296191" y="2073600"/>
            <a:ext cx="4368759" cy="1873398"/>
          </a:xfrm>
          <a:solidFill>
            <a:schemeClr val="bg1"/>
          </a:solidFill>
        </p:spPr>
        <p:txBody>
          <a:bodyPr wrap="square" lIns="216000" tIns="288000" rIns="216000" bIns="216000">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7" name="copyright right">
            <a:extLst>
              <a:ext uri="{FF2B5EF4-FFF2-40B4-BE49-F238E27FC236}">
                <a16:creationId xmlns:a16="http://schemas.microsoft.com/office/drawing/2014/main" id="{31613155-9FFF-832A-1277-9CCAC50EE3A6}"/>
              </a:ext>
              <a:ext uri="{C183D7F6-B498-43B3-948B-1728B52AA6E4}">
                <adec:decorative xmlns:adec="http://schemas.microsoft.com/office/drawing/2017/decorative" val="1"/>
              </a:ext>
            </a:extLst>
          </p:cNvPr>
          <p:cNvSpPr>
            <a:spLocks noGrp="1"/>
          </p:cNvSpPr>
          <p:nvPr>
            <p:ph type="body" sz="quarter" idx="22" hasCustomPrompt="1"/>
          </p:nvPr>
        </p:nvSpPr>
        <p:spPr bwMode="black">
          <a:xfrm rot="16200000">
            <a:off x="11672798" y="5759643"/>
            <a:ext cx="580379" cy="92333"/>
          </a:xfrm>
          <a:solidFill>
            <a:schemeClr val="bg1">
              <a:alpha val="0"/>
            </a:schemeClr>
          </a:solidFill>
        </p:spPr>
        <p:txBody>
          <a:bodyPr wrap="none" anchor="t"/>
          <a:lstStyle>
            <a:lvl1pPr>
              <a:spcBef>
                <a:spcPts val="0"/>
              </a:spcBef>
              <a:spcAft>
                <a:spcPts val="0"/>
              </a:spcAft>
              <a:defRPr sz="600">
                <a:solidFill>
                  <a:srgbClr val="B2B2B2"/>
                </a:solidFill>
              </a:defRPr>
            </a:lvl1pPr>
          </a:lstStyle>
          <a:p>
            <a:pPr lvl="0"/>
            <a:r>
              <a:rPr lang="de-DE" noProof="0"/>
              <a:t>© Copyright</a:t>
            </a:r>
          </a:p>
        </p:txBody>
      </p:sp>
      <p:sp>
        <p:nvSpPr>
          <p:cNvPr id="13" name="slide number">
            <a:extLst>
              <a:ext uri="{FF2B5EF4-FFF2-40B4-BE49-F238E27FC236}">
                <a16:creationId xmlns:a16="http://schemas.microsoft.com/office/drawing/2014/main" id="{C514C708-6E4B-8A9C-91E5-2D7D9D467D2B}"/>
              </a:ext>
            </a:extLst>
          </p:cNvPr>
          <p:cNvSpPr>
            <a:spLocks noGrp="1"/>
          </p:cNvSpPr>
          <p:nvPr>
            <p:ph type="sldNum" sz="quarter" idx="19"/>
          </p:nvPr>
        </p:nvSpPr>
        <p:spPr/>
        <p:txBody>
          <a:bodyPr/>
          <a:lstStyle/>
          <a:p>
            <a:fld id="{9829449A-3FF3-45CE-9F4F-09BADC0910C6}" type="slidenum">
              <a:rPr lang="de-DE"/>
              <a:pPr/>
              <a:t>‹Nr.›</a:t>
            </a:fld>
            <a:endParaRPr lang="de-DE"/>
          </a:p>
        </p:txBody>
      </p:sp>
      <p:sp>
        <p:nvSpPr>
          <p:cNvPr id="12" name="footer">
            <a:extLst>
              <a:ext uri="{FF2B5EF4-FFF2-40B4-BE49-F238E27FC236}">
                <a16:creationId xmlns:a16="http://schemas.microsoft.com/office/drawing/2014/main" id="{C9037DFD-07BD-DD81-80E6-32F73FECE499}"/>
              </a:ext>
            </a:extLst>
          </p:cNvPr>
          <p:cNvSpPr>
            <a:spLocks noGrp="1"/>
          </p:cNvSpPr>
          <p:nvPr>
            <p:ph type="ftr" sz="quarter" idx="18"/>
          </p:nvPr>
        </p:nvSpPr>
        <p:spPr/>
        <p:txBody>
          <a:bodyPr/>
          <a:lstStyle/>
          <a:p>
            <a:r>
              <a:rPr lang="de-DE"/>
              <a:t>SNB - TGA - 28.08.2026</a:t>
            </a:r>
          </a:p>
        </p:txBody>
      </p:sp>
      <p:grpSp>
        <p:nvGrpSpPr>
          <p:cNvPr id="3" name="info">
            <a:extLst>
              <a:ext uri="{FF2B5EF4-FFF2-40B4-BE49-F238E27FC236}">
                <a16:creationId xmlns:a16="http://schemas.microsoft.com/office/drawing/2014/main" id="{E60B0344-469D-8D3C-C32E-3918A32546D2}"/>
              </a:ext>
            </a:extLst>
          </p:cNvPr>
          <p:cNvGrpSpPr/>
          <p:nvPr userDrawn="1"/>
        </p:nvGrpSpPr>
        <p:grpSpPr>
          <a:xfrm>
            <a:off x="12327529" y="2455567"/>
            <a:ext cx="2500337" cy="3640432"/>
            <a:chOff x="12327529" y="2995784"/>
            <a:chExt cx="2500337" cy="3640432"/>
          </a:xfrm>
          <a:effectLst>
            <a:outerShdw blurRad="50800" dist="38100" dir="8100000" algn="tr" rotWithShape="0">
              <a:prstClr val="black">
                <a:alpha val="40000"/>
              </a:prstClr>
            </a:outerShdw>
          </a:effectLst>
        </p:grpSpPr>
        <p:grpSp>
          <p:nvGrpSpPr>
            <p:cNvPr id="5" name="info">
              <a:extLst>
                <a:ext uri="{FF2B5EF4-FFF2-40B4-BE49-F238E27FC236}">
                  <a16:creationId xmlns:a16="http://schemas.microsoft.com/office/drawing/2014/main" id="{ACC26AFF-2A1C-A91E-F395-C7360FD733FF}"/>
                </a:ext>
              </a:extLst>
            </p:cNvPr>
            <p:cNvGrpSpPr/>
            <p:nvPr userDrawn="1"/>
          </p:nvGrpSpPr>
          <p:grpSpPr>
            <a:xfrm>
              <a:off x="12596337" y="2995784"/>
              <a:ext cx="2231529" cy="1408806"/>
              <a:chOff x="12565380" y="2356671"/>
              <a:chExt cx="2231529" cy="1408806"/>
            </a:xfrm>
          </p:grpSpPr>
          <p:sp>
            <p:nvSpPr>
              <p:cNvPr id="22" name="info">
                <a:extLst>
                  <a:ext uri="{FF2B5EF4-FFF2-40B4-BE49-F238E27FC236}">
                    <a16:creationId xmlns:a16="http://schemas.microsoft.com/office/drawing/2014/main" id="{68887976-FD78-00FA-556D-14CCFF214543}"/>
                  </a:ext>
                </a:extLst>
              </p:cNvPr>
              <p:cNvSpPr/>
              <p:nvPr userDrawn="1"/>
            </p:nvSpPr>
            <p:spPr bwMode="gray">
              <a:xfrm rot="16200000" flipH="1">
                <a:off x="12153929" y="2814026"/>
                <a:ext cx="1362902"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23" name="info">
                <a:extLst>
                  <a:ext uri="{FF2B5EF4-FFF2-40B4-BE49-F238E27FC236}">
                    <a16:creationId xmlns:a16="http://schemas.microsoft.com/office/drawing/2014/main" id="{878704CB-5EFA-E2A5-A4C5-E889D658A051}"/>
                  </a:ext>
                </a:extLst>
              </p:cNvPr>
              <p:cNvSpPr/>
              <p:nvPr userDrawn="1"/>
            </p:nvSpPr>
            <p:spPr bwMode="gray">
              <a:xfrm flipH="1">
                <a:off x="12565380" y="2356671"/>
                <a:ext cx="2231529" cy="114232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kern="1200" cap="all">
                    <a:solidFill>
                      <a:schemeClr val="bg1"/>
                    </a:solidFill>
                    <a:latin typeface="+mn-lt"/>
                    <a:ea typeface="+mn-ea"/>
                    <a:cs typeface="+mn-cs"/>
                  </a:rPr>
                  <a:t>IMAGE Credit Formatting</a:t>
                </a:r>
              </a:p>
              <a:p>
                <a:pPr indent="0" algn="l">
                  <a:lnSpc>
                    <a:spcPct val="100000"/>
                  </a:lnSpc>
                  <a:spcBef>
                    <a:spcPts val="400"/>
                  </a:spcBef>
                  <a:spcAft>
                    <a:spcPts val="400"/>
                  </a:spcAft>
                </a:pPr>
                <a:r>
                  <a:rPr lang="en-US" sz="1050" b="0" kern="1200" cap="none">
                    <a:solidFill>
                      <a:schemeClr val="bg1"/>
                    </a:solidFill>
                    <a:latin typeface="+mn-lt"/>
                    <a:ea typeface="+mn-ea"/>
                    <a:cs typeface="+mn-cs"/>
                  </a:rPr>
                  <a:t>Examples!</a:t>
                </a:r>
              </a:p>
              <a:p>
                <a:pPr indent="0" algn="l">
                  <a:lnSpc>
                    <a:spcPct val="100000"/>
                  </a:lnSpc>
                  <a:spcBef>
                    <a:spcPts val="400"/>
                  </a:spcBef>
                  <a:spcAft>
                    <a:spcPts val="400"/>
                  </a:spcAft>
                </a:pPr>
                <a:r>
                  <a:rPr lang="en-US" sz="1050" b="0" kern="1200" cap="none">
                    <a:solidFill>
                      <a:schemeClr val="bg1"/>
                    </a:solidFill>
                    <a:latin typeface="+mn-lt"/>
                    <a:ea typeface="+mn-ea"/>
                    <a:cs typeface="+mn-cs"/>
                  </a:rPr>
                  <a:t>© Westend66 – gettyimages.com</a:t>
                </a:r>
                <a:br>
                  <a:rPr lang="en-US" sz="1050" b="0" kern="1200" cap="none">
                    <a:solidFill>
                      <a:schemeClr val="bg1"/>
                    </a:solidFill>
                    <a:latin typeface="+mn-lt"/>
                    <a:ea typeface="+mn-ea"/>
                    <a:cs typeface="+mn-cs"/>
                  </a:rPr>
                </a:br>
                <a:r>
                  <a:rPr lang="en-US" sz="1050" b="0" kern="1200" cap="none">
                    <a:solidFill>
                      <a:schemeClr val="bg1"/>
                    </a:solidFill>
                    <a:latin typeface="+mn-lt"/>
                    <a:ea typeface="+mn-ea"/>
                    <a:cs typeface="+mn-cs"/>
                  </a:rPr>
                  <a:t>© AI generated – Drees &amp; Sommer</a:t>
                </a:r>
              </a:p>
            </p:txBody>
          </p:sp>
        </p:grpSp>
        <p:grpSp>
          <p:nvGrpSpPr>
            <p:cNvPr id="6" name="info">
              <a:extLst>
                <a:ext uri="{FF2B5EF4-FFF2-40B4-BE49-F238E27FC236}">
                  <a16:creationId xmlns:a16="http://schemas.microsoft.com/office/drawing/2014/main" id="{619B5C3E-CD67-7F93-B8C1-31D96F9C8069}"/>
                </a:ext>
              </a:extLst>
            </p:cNvPr>
            <p:cNvGrpSpPr>
              <a:grpSpLocks/>
            </p:cNvGrpSpPr>
            <p:nvPr userDrawn="1"/>
          </p:nvGrpSpPr>
          <p:grpSpPr>
            <a:xfrm>
              <a:off x="12327529" y="4480790"/>
              <a:ext cx="2500335" cy="2155426"/>
              <a:chOff x="12327530" y="4187428"/>
              <a:chExt cx="2500335" cy="2155426"/>
            </a:xfrm>
          </p:grpSpPr>
          <p:sp>
            <p:nvSpPr>
              <p:cNvPr id="20" name="info">
                <a:extLst>
                  <a:ext uri="{FF2B5EF4-FFF2-40B4-BE49-F238E27FC236}">
                    <a16:creationId xmlns:a16="http://schemas.microsoft.com/office/drawing/2014/main" id="{2EF9E2D5-00BA-41D1-AA66-BCC0F644DD8F}"/>
                  </a:ext>
                </a:extLst>
              </p:cNvPr>
              <p:cNvSpPr/>
              <p:nvPr userDrawn="1"/>
            </p:nvSpPr>
            <p:spPr bwMode="gray">
              <a:xfrm flipH="1">
                <a:off x="12327530" y="5802854"/>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21" name="info">
                <a:extLst>
                  <a:ext uri="{FF2B5EF4-FFF2-40B4-BE49-F238E27FC236}">
                    <a16:creationId xmlns:a16="http://schemas.microsoft.com/office/drawing/2014/main" id="{DDFAC230-10CC-3096-064B-312533351361}"/>
                  </a:ext>
                </a:extLst>
              </p:cNvPr>
              <p:cNvSpPr/>
              <p:nvPr userDrawn="1"/>
            </p:nvSpPr>
            <p:spPr bwMode="gray">
              <a:xfrm flipH="1">
                <a:off x="12596336" y="4187428"/>
                <a:ext cx="2231529" cy="215542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cap="all">
                    <a:solidFill>
                      <a:schemeClr val="bg1"/>
                    </a:solidFill>
                  </a:rPr>
                  <a:t>image credit</a:t>
                </a:r>
              </a:p>
              <a:p>
                <a:pPr indent="0" algn="l">
                  <a:lnSpc>
                    <a:spcPct val="100000"/>
                  </a:lnSpc>
                  <a:spcBef>
                    <a:spcPts val="400"/>
                  </a:spcBef>
                  <a:spcAft>
                    <a:spcPts val="400"/>
                  </a:spcAft>
                </a:pPr>
                <a:r>
                  <a:rPr lang="en-US" sz="1050" b="1">
                    <a:solidFill>
                      <a:schemeClr val="bg1"/>
                    </a:solidFill>
                  </a:rPr>
                  <a:t>Always include </a:t>
                </a:r>
                <a:r>
                  <a:rPr lang="en-US" sz="1050">
                    <a:solidFill>
                      <a:schemeClr val="bg1"/>
                    </a:solidFill>
                  </a:rPr>
                  <a:t>the image credit!</a:t>
                </a:r>
              </a:p>
              <a:p>
                <a:pPr indent="0" algn="l">
                  <a:lnSpc>
                    <a:spcPct val="100000"/>
                  </a:lnSpc>
                  <a:spcBef>
                    <a:spcPts val="400"/>
                  </a:spcBef>
                  <a:spcAft>
                    <a:spcPts val="400"/>
                  </a:spcAft>
                </a:pPr>
                <a:r>
                  <a:rPr lang="en-US" sz="1050">
                    <a:solidFill>
                      <a:schemeClr val="bg1"/>
                    </a:solidFill>
                  </a:rPr>
                  <a:t>How to get the image credit </a:t>
                </a:r>
                <a:r>
                  <a:rPr lang="en-US" sz="1050" b="1">
                    <a:solidFill>
                      <a:schemeClr val="bg1"/>
                    </a:solidFill>
                  </a:rPr>
                  <a:t>placeholder</a:t>
                </a:r>
                <a:r>
                  <a:rPr lang="en-US" sz="1050">
                    <a:solidFill>
                      <a:schemeClr val="bg1"/>
                    </a:solidFill>
                  </a:rPr>
                  <a:t> if it is no longer available on your slide by default: </a:t>
                </a:r>
              </a:p>
              <a:p>
                <a:pPr indent="0" algn="l">
                  <a:lnSpc>
                    <a:spcPct val="100000"/>
                  </a:lnSpc>
                  <a:spcBef>
                    <a:spcPts val="400"/>
                  </a:spcBef>
                  <a:spcAft>
                    <a:spcPts val="400"/>
                  </a:spcAft>
                </a:pPr>
                <a:r>
                  <a:rPr lang="en-US" sz="1050">
                    <a:solidFill>
                      <a:schemeClr val="bg1"/>
                    </a:solidFill>
                  </a:rPr>
                  <a:t>&gt; </a:t>
                </a:r>
                <a:r>
                  <a:rPr lang="en-US" sz="1050" b="0">
                    <a:solidFill>
                      <a:schemeClr val="bg1"/>
                    </a:solidFill>
                  </a:rPr>
                  <a:t>right-click on a free area</a:t>
                </a:r>
                <a:br>
                  <a:rPr lang="en-US" sz="1050" b="0">
                    <a:solidFill>
                      <a:schemeClr val="bg1"/>
                    </a:solidFill>
                  </a:rPr>
                </a:br>
                <a:r>
                  <a:rPr lang="en-US" sz="1050" b="0">
                    <a:solidFill>
                      <a:schemeClr val="bg1"/>
                    </a:solidFill>
                  </a:rPr>
                  <a:t>   on the slide</a:t>
                </a:r>
                <a:br>
                  <a:rPr lang="en-US" sz="1050" b="0">
                    <a:solidFill>
                      <a:schemeClr val="bg1"/>
                    </a:solidFill>
                  </a:rPr>
                </a:br>
                <a:r>
                  <a:rPr lang="en-US" sz="1050" b="0">
                    <a:solidFill>
                      <a:schemeClr val="bg1"/>
                    </a:solidFill>
                  </a:rPr>
                  <a:t>&gt; insert text element</a:t>
                </a:r>
                <a:endParaRPr lang="en-US" sz="1050">
                  <a:solidFill>
                    <a:schemeClr val="bg1"/>
                  </a:solidFill>
                </a:endParaRPr>
              </a:p>
              <a:p>
                <a:pPr indent="0" algn="l">
                  <a:lnSpc>
                    <a:spcPct val="100000"/>
                  </a:lnSpc>
                  <a:spcBef>
                    <a:spcPts val="400"/>
                  </a:spcBef>
                  <a:spcAft>
                    <a:spcPts val="400"/>
                  </a:spcAft>
                </a:pPr>
                <a:r>
                  <a:rPr lang="en-US" sz="1050">
                    <a:solidFill>
                      <a:schemeClr val="bg1"/>
                    </a:solidFill>
                  </a:rPr>
                  <a:t>“</a:t>
                </a:r>
                <a:r>
                  <a:rPr lang="en-US" sz="1050" b="1">
                    <a:solidFill>
                      <a:schemeClr val="bg1"/>
                    </a:solidFill>
                  </a:rPr>
                  <a:t>Copyright right</a:t>
                </a:r>
                <a:r>
                  <a:rPr lang="en-US" sz="1050">
                    <a:solidFill>
                      <a:schemeClr val="bg1"/>
                    </a:solidFill>
                  </a:rPr>
                  <a:t>”</a:t>
                </a:r>
              </a:p>
            </p:txBody>
          </p:sp>
        </p:grpSp>
      </p:grpSp>
      <p:sp>
        <p:nvSpPr>
          <p:cNvPr id="8" name="MIO_Placeholder_Mapping" hidden="1">
            <a:extLst>
              <a:ext uri="{FF2B5EF4-FFF2-40B4-BE49-F238E27FC236}">
                <a16:creationId xmlns:a16="http://schemas.microsoft.com/office/drawing/2014/main" id="{54440853-9867-E6EC-7C79-AF296BC401B1}"/>
              </a:ext>
            </a:extLst>
          </p:cNvPr>
          <p:cNvSpPr/>
          <p:nvPr userDrawn="1">
            <p:custDataLst>
              <p:tags r:id="rId1"/>
            </p:custDataLst>
          </p:nvPr>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1369801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644">
          <p15:clr>
            <a:srgbClr val="FBAE40"/>
          </p15:clr>
        </p15:guide>
        <p15:guide id="2" orient="horz" pos="1305">
          <p15:clr>
            <a:srgbClr val="FBAE40"/>
          </p15:clr>
        </p15:guide>
        <p15:guide id="3" pos="4596">
          <p15:clr>
            <a:srgbClr val="FBAE40"/>
          </p15:clr>
        </p15:guide>
        <p15:guide id="4" pos="4686">
          <p15:clr>
            <a:srgbClr val="FBAE40"/>
          </p15:clr>
        </p15:guide>
        <p15:guide id="5" orient="horz" pos="139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ARK Infobox &amp; Picture">
    <p:bg>
      <p:bgRef idx="1001">
        <a:schemeClr val="bg1"/>
      </p:bgRef>
    </p:bg>
    <p:spTree>
      <p:nvGrpSpPr>
        <p:cNvPr id="1" name=""/>
        <p:cNvGrpSpPr/>
        <p:nvPr/>
      </p:nvGrpSpPr>
      <p:grpSpPr>
        <a:xfrm>
          <a:off x="0" y="0"/>
          <a:ext cx="0" cy="0"/>
          <a:chOff x="0" y="0"/>
          <a:chExt cx="0" cy="0"/>
        </a:xfrm>
      </p:grpSpPr>
      <p:sp>
        <p:nvSpPr>
          <p:cNvPr id="5" name="background white">
            <a:extLst>
              <a:ext uri="{FF2B5EF4-FFF2-40B4-BE49-F238E27FC236}">
                <a16:creationId xmlns:a16="http://schemas.microsoft.com/office/drawing/2014/main" id="{16984471-3A47-4363-D5AE-8E9672CDBB54}"/>
              </a:ext>
              <a:ext uri="{C183D7F6-B498-43B3-948B-1728B52AA6E4}">
                <adec:decorative xmlns:adec="http://schemas.microsoft.com/office/drawing/2017/decorative" val="1"/>
              </a:ext>
            </a:extLst>
          </p:cNvPr>
          <p:cNvSpPr/>
          <p:nvPr userDrawn="1"/>
        </p:nvSpPr>
        <p:spPr bwMode="white">
          <a:xfrm>
            <a:off x="0" y="-1"/>
            <a:ext cx="12191998"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pic>
        <p:nvPicPr>
          <p:cNvPr id="3" name="background dreso">
            <a:extLst>
              <a:ext uri="{FF2B5EF4-FFF2-40B4-BE49-F238E27FC236}">
                <a16:creationId xmlns:a16="http://schemas.microsoft.com/office/drawing/2014/main" id="{C4D35BA9-8ACC-9867-18B0-BBE49F39F7D4}"/>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6052" b="22540"/>
          <a:stretch>
            <a:fillRect/>
          </a:stretch>
        </p:blipFill>
        <p:spPr bwMode="white">
          <a:xfrm>
            <a:off x="0" y="1786646"/>
            <a:ext cx="12191999" cy="3525573"/>
          </a:xfrm>
          <a:prstGeom prst="rect">
            <a:avLst/>
          </a:prstGeom>
        </p:spPr>
      </p:pic>
      <p:sp>
        <p:nvSpPr>
          <p:cNvPr id="2" name="title">
            <a:extLst>
              <a:ext uri="{FF2B5EF4-FFF2-40B4-BE49-F238E27FC236}">
                <a16:creationId xmlns:a16="http://schemas.microsoft.com/office/drawing/2014/main" id="{8FFCB50B-5503-4467-8A0F-9FBB8B48B97D}"/>
              </a:ext>
            </a:extLst>
          </p:cNvPr>
          <p:cNvSpPr>
            <a:spLocks noGrp="1"/>
          </p:cNvSpPr>
          <p:nvPr>
            <p:ph type="title"/>
          </p:nvPr>
        </p:nvSpPr>
        <p:spPr bwMode="gray">
          <a:xfrm>
            <a:off x="525600" y="673200"/>
            <a:ext cx="6770550" cy="288000"/>
          </a:xfrm>
        </p:spPr>
        <p:txBody>
          <a:bodyPr lIns="0" tIns="0" rIns="0" bIns="0"/>
          <a:lstStyle>
            <a:lvl1pPr>
              <a:defRPr>
                <a:solidFill>
                  <a:schemeClr val="bg1"/>
                </a:solidFill>
              </a:defRPr>
            </a:lvl1pPr>
          </a:lstStyle>
          <a:p>
            <a:r>
              <a:rPr lang="de-DE"/>
              <a:t>Mastertitelformat bearbeiten</a:t>
            </a:r>
            <a:endParaRPr lang="en-US"/>
          </a:p>
        </p:txBody>
      </p:sp>
      <p:sp>
        <p:nvSpPr>
          <p:cNvPr id="4" name="MIO_CONVERT_SLIDES_SUBTITLE">
            <a:extLst>
              <a:ext uri="{FF2B5EF4-FFF2-40B4-BE49-F238E27FC236}">
                <a16:creationId xmlns:a16="http://schemas.microsoft.com/office/drawing/2014/main" id="{7086919D-8D03-4875-B9F0-05F0C8564079}"/>
              </a:ext>
            </a:extLst>
          </p:cNvPr>
          <p:cNvSpPr>
            <a:spLocks noGrp="1"/>
          </p:cNvSpPr>
          <p:nvPr>
            <p:ph type="body" sz="quarter" idx="14" hasCustomPrompt="1"/>
          </p:nvPr>
        </p:nvSpPr>
        <p:spPr bwMode="gray">
          <a:xfrm>
            <a:off x="525600" y="1022400"/>
            <a:ext cx="6770550" cy="504000"/>
          </a:xfrm>
        </p:spPr>
        <p:txBody>
          <a:bodyPr/>
          <a:lstStyle>
            <a:lvl1pPr>
              <a:lnSpc>
                <a:spcPct val="85000"/>
              </a:lnSpc>
              <a:spcBef>
                <a:spcPts val="0"/>
              </a:spcBef>
              <a:spcAft>
                <a:spcPts val="0"/>
              </a:spcAft>
              <a:defRPr sz="2000">
                <a:solidFill>
                  <a:schemeClr val="bg1"/>
                </a:solidFill>
              </a:defRPr>
            </a:lvl1pPr>
          </a:lstStyle>
          <a:p>
            <a:pPr lvl="0"/>
            <a:r>
              <a:rPr lang="de-DE" err="1"/>
              <a:t>Subtitle</a:t>
            </a:r>
            <a:endParaRPr lang="en-US"/>
          </a:p>
        </p:txBody>
      </p:sp>
      <p:sp>
        <p:nvSpPr>
          <p:cNvPr id="9" name="picture">
            <a:extLst>
              <a:ext uri="{FF2B5EF4-FFF2-40B4-BE49-F238E27FC236}">
                <a16:creationId xmlns:a16="http://schemas.microsoft.com/office/drawing/2014/main" id="{0C332C5E-6672-488C-98EF-4F5E858F7E90}"/>
              </a:ext>
            </a:extLst>
          </p:cNvPr>
          <p:cNvSpPr>
            <a:spLocks noGrp="1"/>
          </p:cNvSpPr>
          <p:nvPr>
            <p:ph type="pic" sz="quarter" idx="17"/>
          </p:nvPr>
        </p:nvSpPr>
        <p:spPr bwMode="gray">
          <a:xfrm>
            <a:off x="7441201" y="673200"/>
            <a:ext cx="4750800" cy="1544400"/>
          </a:xfrm>
          <a:pattFill prst="ltUpDiag">
            <a:fgClr>
              <a:srgbClr val="F2F2F2"/>
            </a:fgClr>
            <a:bgClr>
              <a:schemeClr val="tx1"/>
            </a:bgClr>
          </a:pattFill>
        </p:spPr>
        <p:txBody>
          <a:bodyPr/>
          <a:lstStyle>
            <a:lvl1pPr>
              <a:defRPr>
                <a:solidFill>
                  <a:schemeClr val="bg1"/>
                </a:solidFill>
              </a:defRPr>
            </a:lvl1pPr>
          </a:lstStyle>
          <a:p>
            <a:r>
              <a:rPr lang="de-DE"/>
              <a:t>Bild durch Klicken auf Symbol hinzufügen</a:t>
            </a:r>
            <a:endParaRPr lang="en-US"/>
          </a:p>
        </p:txBody>
      </p:sp>
      <p:sp>
        <p:nvSpPr>
          <p:cNvPr id="7" name="text white">
            <a:extLst>
              <a:ext uri="{FF2B5EF4-FFF2-40B4-BE49-F238E27FC236}">
                <a16:creationId xmlns:a16="http://schemas.microsoft.com/office/drawing/2014/main" id="{76947769-F1C5-46D2-A578-B46158BB4453}"/>
              </a:ext>
            </a:extLst>
          </p:cNvPr>
          <p:cNvSpPr>
            <a:spLocks noGrp="1"/>
          </p:cNvSpPr>
          <p:nvPr>
            <p:ph type="body" sz="quarter" idx="15"/>
          </p:nvPr>
        </p:nvSpPr>
        <p:spPr bwMode="gray">
          <a:xfrm>
            <a:off x="7296191" y="2073600"/>
            <a:ext cx="4368759" cy="1873398"/>
          </a:xfrm>
          <a:solidFill>
            <a:schemeClr val="tx1"/>
          </a:solidFill>
        </p:spPr>
        <p:txBody>
          <a:bodyPr wrap="square" lIns="216000" tIns="288000" rIns="216000" bIns="216000">
            <a:spAutoFit/>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defRPr>
                <a:solidFill>
                  <a:schemeClr val="bg1"/>
                </a:solidFill>
              </a:defRPr>
            </a:lvl5pPr>
            <a:lvl8pPr>
              <a:defRPr>
                <a:solidFill>
                  <a:schemeClr val="bg1"/>
                </a:solidFill>
              </a:defRPr>
            </a:lvl8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7" name="copyright right">
            <a:extLst>
              <a:ext uri="{FF2B5EF4-FFF2-40B4-BE49-F238E27FC236}">
                <a16:creationId xmlns:a16="http://schemas.microsoft.com/office/drawing/2014/main" id="{31613155-9FFF-832A-1277-9CCAC50EE3A6}"/>
              </a:ext>
              <a:ext uri="{C183D7F6-B498-43B3-948B-1728B52AA6E4}">
                <adec:decorative xmlns:adec="http://schemas.microsoft.com/office/drawing/2017/decorative" val="1"/>
              </a:ext>
            </a:extLst>
          </p:cNvPr>
          <p:cNvSpPr>
            <a:spLocks noGrp="1"/>
          </p:cNvSpPr>
          <p:nvPr>
            <p:ph type="body" sz="quarter" idx="22" hasCustomPrompt="1"/>
          </p:nvPr>
        </p:nvSpPr>
        <p:spPr>
          <a:xfrm rot="16200000">
            <a:off x="11672798" y="5759643"/>
            <a:ext cx="580379" cy="92333"/>
          </a:xfrm>
          <a:solidFill>
            <a:schemeClr val="bg1">
              <a:alpha val="0"/>
            </a:schemeClr>
          </a:solidFill>
        </p:spPr>
        <p:txBody>
          <a:bodyPr wrap="none" anchor="t"/>
          <a:lstStyle>
            <a:lvl1pPr>
              <a:spcBef>
                <a:spcPts val="0"/>
              </a:spcBef>
              <a:spcAft>
                <a:spcPts val="0"/>
              </a:spcAft>
              <a:defRPr sz="600">
                <a:solidFill>
                  <a:srgbClr val="B2B2B2"/>
                </a:solidFill>
              </a:defRPr>
            </a:lvl1pPr>
          </a:lstStyle>
          <a:p>
            <a:pPr lvl="0"/>
            <a:r>
              <a:rPr lang="de-DE" noProof="0"/>
              <a:t>© Copyright</a:t>
            </a:r>
          </a:p>
        </p:txBody>
      </p:sp>
      <p:sp>
        <p:nvSpPr>
          <p:cNvPr id="13" name="slide number">
            <a:extLst>
              <a:ext uri="{FF2B5EF4-FFF2-40B4-BE49-F238E27FC236}">
                <a16:creationId xmlns:a16="http://schemas.microsoft.com/office/drawing/2014/main" id="{C514C708-6E4B-8A9C-91E5-2D7D9D467D2B}"/>
              </a:ext>
            </a:extLst>
          </p:cNvPr>
          <p:cNvSpPr>
            <a:spLocks noGrp="1"/>
          </p:cNvSpPr>
          <p:nvPr>
            <p:ph type="sldNum" sz="quarter" idx="19"/>
          </p:nvPr>
        </p:nvSpPr>
        <p:spPr/>
        <p:txBody>
          <a:bodyPr/>
          <a:lstStyle>
            <a:lvl1pPr>
              <a:defRPr>
                <a:solidFill>
                  <a:schemeClr val="bg1"/>
                </a:solidFill>
              </a:defRPr>
            </a:lvl1pPr>
          </a:lstStyle>
          <a:p>
            <a:fld id="{9829449A-3FF3-45CE-9F4F-09BADC0910C6}" type="slidenum">
              <a:rPr lang="de-DE"/>
              <a:pPr/>
              <a:t>‹Nr.›</a:t>
            </a:fld>
            <a:endParaRPr lang="de-DE"/>
          </a:p>
        </p:txBody>
      </p:sp>
      <p:sp>
        <p:nvSpPr>
          <p:cNvPr id="12" name="footer">
            <a:extLst>
              <a:ext uri="{FF2B5EF4-FFF2-40B4-BE49-F238E27FC236}">
                <a16:creationId xmlns:a16="http://schemas.microsoft.com/office/drawing/2014/main" id="{C9037DFD-07BD-DD81-80E6-32F73FECE499}"/>
              </a:ext>
            </a:extLst>
          </p:cNvPr>
          <p:cNvSpPr>
            <a:spLocks noGrp="1"/>
          </p:cNvSpPr>
          <p:nvPr>
            <p:ph type="ftr" sz="quarter" idx="18"/>
          </p:nvPr>
        </p:nvSpPr>
        <p:spPr/>
        <p:txBody>
          <a:bodyPr/>
          <a:lstStyle>
            <a:lvl1pPr>
              <a:defRPr>
                <a:solidFill>
                  <a:schemeClr val="bg1"/>
                </a:solidFill>
              </a:defRPr>
            </a:lvl1pPr>
          </a:lstStyle>
          <a:p>
            <a:r>
              <a:rPr lang="de-DE"/>
              <a:t>SNB - TGA - 28.08.2026</a:t>
            </a:r>
          </a:p>
        </p:txBody>
      </p:sp>
      <p:grpSp>
        <p:nvGrpSpPr>
          <p:cNvPr id="6" name="logo drees&amp;sommer blue">
            <a:extLst>
              <a:ext uri="{FF2B5EF4-FFF2-40B4-BE49-F238E27FC236}">
                <a16:creationId xmlns:a16="http://schemas.microsoft.com/office/drawing/2014/main" id="{9A794B83-8784-1613-29A1-056E85069081}"/>
              </a:ext>
              <a:ext uri="{C183D7F6-B498-43B3-948B-1728B52AA6E4}">
                <adec:decorative xmlns:adec="http://schemas.microsoft.com/office/drawing/2017/decorative" val="1"/>
              </a:ext>
            </a:extLst>
          </p:cNvPr>
          <p:cNvGrpSpPr>
            <a:grpSpLocks noChangeAspect="1"/>
          </p:cNvGrpSpPr>
          <p:nvPr userDrawn="1"/>
        </p:nvGrpSpPr>
        <p:grpSpPr bwMode="gray">
          <a:xfrm>
            <a:off x="10716797" y="6331911"/>
            <a:ext cx="948154" cy="286131"/>
            <a:chOff x="95247" y="1619247"/>
            <a:chExt cx="12004075" cy="3622552"/>
          </a:xfrm>
          <a:solidFill>
            <a:srgbClr val="002965"/>
          </a:solidFill>
        </p:grpSpPr>
        <p:sp>
          <p:nvSpPr>
            <p:cNvPr id="8" name="d">
              <a:extLst>
                <a:ext uri="{FF2B5EF4-FFF2-40B4-BE49-F238E27FC236}">
                  <a16:creationId xmlns:a16="http://schemas.microsoft.com/office/drawing/2014/main" id="{65116829-407F-6AD2-EFB9-48E09F4D469E}"/>
                </a:ext>
              </a:extLst>
            </p:cNvPr>
            <p:cNvSpPr/>
            <p:nvPr/>
          </p:nvSpPr>
          <p:spPr bwMode="gray">
            <a:xfrm>
              <a:off x="146585" y="1619247"/>
              <a:ext cx="1890145" cy="1555528"/>
            </a:xfrm>
            <a:custGeom>
              <a:avLst/>
              <a:gdLst>
                <a:gd name="connsiteX0" fmla="*/ 361760 w 1890141"/>
                <a:gd name="connsiteY0" fmla="*/ 1263206 h 1555527"/>
                <a:gd name="connsiteX1" fmla="*/ 361760 w 1890141"/>
                <a:gd name="connsiteY1" fmla="*/ 277368 h 1555527"/>
                <a:gd name="connsiteX2" fmla="*/ 1003840 w 1890141"/>
                <a:gd name="connsiteY2" fmla="*/ 277368 h 1555527"/>
                <a:gd name="connsiteX3" fmla="*/ 1516380 w 1890141"/>
                <a:gd name="connsiteY3" fmla="*/ 762762 h 1555527"/>
                <a:gd name="connsiteX4" fmla="*/ 828961 w 1890141"/>
                <a:gd name="connsiteY4" fmla="*/ 1263206 h 1555527"/>
                <a:gd name="connsiteX5" fmla="*/ 361760 w 1890141"/>
                <a:gd name="connsiteY5" fmla="*/ 1263206 h 1555527"/>
                <a:gd name="connsiteX6" fmla="*/ 0 w 1890141"/>
                <a:gd name="connsiteY6" fmla="*/ 1555528 h 1555527"/>
                <a:gd name="connsiteX7" fmla="*/ 907447 w 1890141"/>
                <a:gd name="connsiteY7" fmla="*/ 1555528 h 1555527"/>
                <a:gd name="connsiteX8" fmla="*/ 1546574 w 1890141"/>
                <a:gd name="connsiteY8" fmla="*/ 1435037 h 1555527"/>
                <a:gd name="connsiteX9" fmla="*/ 1890141 w 1890141"/>
                <a:gd name="connsiteY9" fmla="*/ 768763 h 1555527"/>
                <a:gd name="connsiteX10" fmla="*/ 1000792 w 1890141"/>
                <a:gd name="connsiteY10" fmla="*/ 0 h 1555527"/>
                <a:gd name="connsiteX11" fmla="*/ 0 w 1890141"/>
                <a:gd name="connsiteY11" fmla="*/ 0 h 1555527"/>
                <a:gd name="connsiteX12" fmla="*/ 0 w 1890141"/>
                <a:gd name="connsiteY12" fmla="*/ 1555528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0141" h="1555527">
                  <a:moveTo>
                    <a:pt x="361760" y="1263206"/>
                  </a:moveTo>
                  <a:lnTo>
                    <a:pt x="361760" y="277368"/>
                  </a:lnTo>
                  <a:lnTo>
                    <a:pt x="1003840" y="277368"/>
                  </a:lnTo>
                  <a:cubicBezTo>
                    <a:pt x="1344549" y="277368"/>
                    <a:pt x="1516380" y="446246"/>
                    <a:pt x="1516380" y="762762"/>
                  </a:cubicBezTo>
                  <a:cubicBezTo>
                    <a:pt x="1516380" y="1148620"/>
                    <a:pt x="1287209" y="1263206"/>
                    <a:pt x="828961" y="1263206"/>
                  </a:cubicBezTo>
                  <a:lnTo>
                    <a:pt x="361760" y="1263206"/>
                  </a:lnTo>
                  <a:close/>
                  <a:moveTo>
                    <a:pt x="0" y="1555528"/>
                  </a:moveTo>
                  <a:lnTo>
                    <a:pt x="907447" y="1555528"/>
                  </a:lnTo>
                  <a:cubicBezTo>
                    <a:pt x="1184624" y="1555528"/>
                    <a:pt x="1395698" y="1528382"/>
                    <a:pt x="1546574" y="1435037"/>
                  </a:cubicBezTo>
                  <a:cubicBezTo>
                    <a:pt x="1763649" y="1302353"/>
                    <a:pt x="1890141" y="1061180"/>
                    <a:pt x="1890141" y="768763"/>
                  </a:cubicBezTo>
                  <a:cubicBezTo>
                    <a:pt x="1890141" y="286417"/>
                    <a:pt x="1582769" y="0"/>
                    <a:pt x="1000792" y="0"/>
                  </a:cubicBezTo>
                  <a:lnTo>
                    <a:pt x="0" y="0"/>
                  </a:lnTo>
                  <a:lnTo>
                    <a:pt x="0" y="1555528"/>
                  </a:lnTo>
                  <a:close/>
                </a:path>
              </a:pathLst>
            </a:custGeom>
            <a:grpFill/>
            <a:ln w="9525" cap="flat">
              <a:noFill/>
              <a:prstDash val="solid"/>
              <a:miter/>
            </a:ln>
          </p:spPr>
          <p:txBody>
            <a:bodyPr lIns="0" tIns="0" rIns="0" bIns="0" rtlCol="0" anchor="ctr"/>
            <a:lstStyle/>
            <a:p>
              <a:endParaRPr lang="de-DE" sz="100" noProof="0"/>
            </a:p>
          </p:txBody>
        </p:sp>
        <p:sp>
          <p:nvSpPr>
            <p:cNvPr id="24" name="r">
              <a:extLst>
                <a:ext uri="{FF2B5EF4-FFF2-40B4-BE49-F238E27FC236}">
                  <a16:creationId xmlns:a16="http://schemas.microsoft.com/office/drawing/2014/main" id="{0D265BC3-8602-C701-E54D-628B2DFCA18D}"/>
                </a:ext>
              </a:extLst>
            </p:cNvPr>
            <p:cNvSpPr/>
            <p:nvPr/>
          </p:nvSpPr>
          <p:spPr bwMode="gray">
            <a:xfrm>
              <a:off x="2405150" y="1899664"/>
              <a:ext cx="1579811" cy="1275112"/>
            </a:xfrm>
            <a:custGeom>
              <a:avLst/>
              <a:gdLst>
                <a:gd name="connsiteX0" fmla="*/ 1015937 w 1579816"/>
                <a:gd name="connsiteY0" fmla="*/ 220028 h 1275111"/>
                <a:gd name="connsiteX1" fmla="*/ 1157668 w 1579816"/>
                <a:gd name="connsiteY1" fmla="*/ 322517 h 1275111"/>
                <a:gd name="connsiteX2" fmla="*/ 1157668 w 1579816"/>
                <a:gd name="connsiteY2" fmla="*/ 470249 h 1275111"/>
                <a:gd name="connsiteX3" fmla="*/ 1015937 w 1579816"/>
                <a:gd name="connsiteY3" fmla="*/ 572738 h 1275111"/>
                <a:gd name="connsiteX4" fmla="*/ 307467 w 1579816"/>
                <a:gd name="connsiteY4" fmla="*/ 572738 h 1275111"/>
                <a:gd name="connsiteX5" fmla="*/ 307467 w 1579816"/>
                <a:gd name="connsiteY5" fmla="*/ 220028 h 1275111"/>
                <a:gd name="connsiteX6" fmla="*/ 1015937 w 1579816"/>
                <a:gd name="connsiteY6" fmla="*/ 220028 h 1275111"/>
                <a:gd name="connsiteX7" fmla="*/ 0 w 1579816"/>
                <a:gd name="connsiteY7" fmla="*/ 1275112 h 1275111"/>
                <a:gd name="connsiteX8" fmla="*/ 307562 w 1579816"/>
                <a:gd name="connsiteY8" fmla="*/ 1275112 h 1275111"/>
                <a:gd name="connsiteX9" fmla="*/ 307562 w 1579816"/>
                <a:gd name="connsiteY9" fmla="*/ 792671 h 1275111"/>
                <a:gd name="connsiteX10" fmla="*/ 599980 w 1579816"/>
                <a:gd name="connsiteY10" fmla="*/ 792671 h 1275111"/>
                <a:gd name="connsiteX11" fmla="*/ 1133570 w 1579816"/>
                <a:gd name="connsiteY11" fmla="*/ 1275112 h 1275111"/>
                <a:gd name="connsiteX12" fmla="*/ 1579817 w 1579816"/>
                <a:gd name="connsiteY12" fmla="*/ 1275112 h 1275111"/>
                <a:gd name="connsiteX13" fmla="*/ 973741 w 1579816"/>
                <a:gd name="connsiteY13" fmla="*/ 792671 h 1275111"/>
                <a:gd name="connsiteX14" fmla="*/ 1148620 w 1579816"/>
                <a:gd name="connsiteY14" fmla="*/ 792671 h 1275111"/>
                <a:gd name="connsiteX15" fmla="*/ 1447133 w 1579816"/>
                <a:gd name="connsiteY15" fmla="*/ 548640 h 1275111"/>
                <a:gd name="connsiteX16" fmla="*/ 1447133 w 1579816"/>
                <a:gd name="connsiteY16" fmla="*/ 247174 h 1275111"/>
                <a:gd name="connsiteX17" fmla="*/ 1148620 w 1579816"/>
                <a:gd name="connsiteY17" fmla="*/ 0 h 1275111"/>
                <a:gd name="connsiteX18" fmla="*/ 0 w 1579816"/>
                <a:gd name="connsiteY18" fmla="*/ 0 h 1275111"/>
                <a:gd name="connsiteX19" fmla="*/ 0 w 1579816"/>
                <a:gd name="connsiteY19" fmla="*/ 1275112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79816" h="1275111">
                  <a:moveTo>
                    <a:pt x="1015937" y="220028"/>
                  </a:moveTo>
                  <a:cubicBezTo>
                    <a:pt x="1109282" y="220028"/>
                    <a:pt x="1157668" y="238220"/>
                    <a:pt x="1157668" y="322517"/>
                  </a:cubicBezTo>
                  <a:lnTo>
                    <a:pt x="1157668" y="470249"/>
                  </a:lnTo>
                  <a:cubicBezTo>
                    <a:pt x="1157668" y="554736"/>
                    <a:pt x="1109282" y="572738"/>
                    <a:pt x="1015937" y="572738"/>
                  </a:cubicBezTo>
                  <a:lnTo>
                    <a:pt x="307467" y="572738"/>
                  </a:lnTo>
                  <a:lnTo>
                    <a:pt x="307467" y="220028"/>
                  </a:lnTo>
                  <a:lnTo>
                    <a:pt x="1015937" y="220028"/>
                  </a:lnTo>
                  <a:close/>
                  <a:moveTo>
                    <a:pt x="0" y="1275112"/>
                  </a:moveTo>
                  <a:lnTo>
                    <a:pt x="307562" y="1275112"/>
                  </a:lnTo>
                  <a:lnTo>
                    <a:pt x="307562" y="792671"/>
                  </a:lnTo>
                  <a:lnTo>
                    <a:pt x="599980" y="792671"/>
                  </a:lnTo>
                  <a:lnTo>
                    <a:pt x="1133570" y="1275112"/>
                  </a:lnTo>
                  <a:lnTo>
                    <a:pt x="1579817" y="1275112"/>
                  </a:lnTo>
                  <a:lnTo>
                    <a:pt x="973741" y="792671"/>
                  </a:lnTo>
                  <a:lnTo>
                    <a:pt x="1148620" y="792671"/>
                  </a:lnTo>
                  <a:cubicBezTo>
                    <a:pt x="1353693" y="792671"/>
                    <a:pt x="1447133" y="723329"/>
                    <a:pt x="1447133" y="548640"/>
                  </a:cubicBezTo>
                  <a:lnTo>
                    <a:pt x="1447133" y="247174"/>
                  </a:lnTo>
                  <a:cubicBezTo>
                    <a:pt x="1447133" y="69342"/>
                    <a:pt x="1353598" y="0"/>
                    <a:pt x="1148620" y="0"/>
                  </a:cubicBezTo>
                  <a:lnTo>
                    <a:pt x="0" y="0"/>
                  </a:lnTo>
                  <a:lnTo>
                    <a:pt x="0" y="1275112"/>
                  </a:lnTo>
                  <a:close/>
                </a:path>
              </a:pathLst>
            </a:custGeom>
            <a:grpFill/>
            <a:ln w="9525" cap="flat">
              <a:noFill/>
              <a:prstDash val="solid"/>
              <a:miter/>
            </a:ln>
          </p:spPr>
          <p:txBody>
            <a:bodyPr lIns="0" tIns="0" rIns="0" bIns="0" rtlCol="0" anchor="ctr"/>
            <a:lstStyle/>
            <a:p>
              <a:endParaRPr lang="de-DE" sz="100" noProof="0"/>
            </a:p>
          </p:txBody>
        </p:sp>
        <p:sp>
          <p:nvSpPr>
            <p:cNvPr id="25" name="e">
              <a:extLst>
                <a:ext uri="{FF2B5EF4-FFF2-40B4-BE49-F238E27FC236}">
                  <a16:creationId xmlns:a16="http://schemas.microsoft.com/office/drawing/2014/main" id="{EE0F0DFF-C5AF-65B8-03C4-0351CFC58255}"/>
                </a:ext>
              </a:extLst>
            </p:cNvPr>
            <p:cNvSpPr/>
            <p:nvPr/>
          </p:nvSpPr>
          <p:spPr bwMode="gray">
            <a:xfrm>
              <a:off x="4279102" y="1899664"/>
              <a:ext cx="1383701" cy="1275112"/>
            </a:xfrm>
            <a:custGeom>
              <a:avLst/>
              <a:gdLst>
                <a:gd name="connsiteX0" fmla="*/ 0 w 1383696"/>
                <a:gd name="connsiteY0" fmla="*/ 1275112 h 1275111"/>
                <a:gd name="connsiteX1" fmla="*/ 1383697 w 1383696"/>
                <a:gd name="connsiteY1" fmla="*/ 1275112 h 1275111"/>
                <a:gd name="connsiteX2" fmla="*/ 1383697 w 1383696"/>
                <a:gd name="connsiteY2" fmla="*/ 1036987 h 1275111"/>
                <a:gd name="connsiteX3" fmla="*/ 313563 w 1383696"/>
                <a:gd name="connsiteY3" fmla="*/ 1036987 h 1275111"/>
                <a:gd name="connsiteX4" fmla="*/ 313563 w 1383696"/>
                <a:gd name="connsiteY4" fmla="*/ 723424 h 1275111"/>
                <a:gd name="connsiteX5" fmla="*/ 928497 w 1383696"/>
                <a:gd name="connsiteY5" fmla="*/ 723424 h 1275111"/>
                <a:gd name="connsiteX6" fmla="*/ 928497 w 1383696"/>
                <a:gd name="connsiteY6" fmla="*/ 503396 h 1275111"/>
                <a:gd name="connsiteX7" fmla="*/ 313563 w 1383696"/>
                <a:gd name="connsiteY7" fmla="*/ 503396 h 1275111"/>
                <a:gd name="connsiteX8" fmla="*/ 313563 w 1383696"/>
                <a:gd name="connsiteY8" fmla="*/ 226028 h 1275111"/>
                <a:gd name="connsiteX9" fmla="*/ 1368743 w 1383696"/>
                <a:gd name="connsiteY9" fmla="*/ 226028 h 1275111"/>
                <a:gd name="connsiteX10" fmla="*/ 1368743 w 1383696"/>
                <a:gd name="connsiteY10" fmla="*/ 0 h 1275111"/>
                <a:gd name="connsiteX11" fmla="*/ 0 w 1383696"/>
                <a:gd name="connsiteY11" fmla="*/ 0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3696" h="1275111">
                  <a:moveTo>
                    <a:pt x="0" y="1275112"/>
                  </a:moveTo>
                  <a:lnTo>
                    <a:pt x="1383697" y="1275112"/>
                  </a:lnTo>
                  <a:lnTo>
                    <a:pt x="1383697" y="1036987"/>
                  </a:lnTo>
                  <a:lnTo>
                    <a:pt x="313563" y="1036987"/>
                  </a:lnTo>
                  <a:lnTo>
                    <a:pt x="313563" y="723424"/>
                  </a:lnTo>
                  <a:lnTo>
                    <a:pt x="928497" y="723424"/>
                  </a:lnTo>
                  <a:lnTo>
                    <a:pt x="928497" y="503396"/>
                  </a:lnTo>
                  <a:lnTo>
                    <a:pt x="313563" y="503396"/>
                  </a:lnTo>
                  <a:lnTo>
                    <a:pt x="313563" y="226028"/>
                  </a:lnTo>
                  <a:lnTo>
                    <a:pt x="1368743" y="226028"/>
                  </a:lnTo>
                  <a:lnTo>
                    <a:pt x="1368743" y="0"/>
                  </a:lnTo>
                  <a:lnTo>
                    <a:pt x="0" y="0"/>
                  </a:lnTo>
                  <a:close/>
                </a:path>
              </a:pathLst>
            </a:custGeom>
            <a:grpFill/>
            <a:ln w="9525" cap="flat">
              <a:noFill/>
              <a:prstDash val="solid"/>
              <a:miter/>
            </a:ln>
          </p:spPr>
          <p:txBody>
            <a:bodyPr lIns="0" tIns="0" rIns="0" bIns="0" rtlCol="0" anchor="ctr"/>
            <a:lstStyle/>
            <a:p>
              <a:endParaRPr lang="de-DE" sz="100" noProof="0"/>
            </a:p>
          </p:txBody>
        </p:sp>
        <p:sp>
          <p:nvSpPr>
            <p:cNvPr id="26" name="e">
              <a:extLst>
                <a:ext uri="{FF2B5EF4-FFF2-40B4-BE49-F238E27FC236}">
                  <a16:creationId xmlns:a16="http://schemas.microsoft.com/office/drawing/2014/main" id="{11485DC8-C7E9-4F98-17DA-F6AD33A1CC47}"/>
                </a:ext>
              </a:extLst>
            </p:cNvPr>
            <p:cNvSpPr/>
            <p:nvPr/>
          </p:nvSpPr>
          <p:spPr bwMode="gray">
            <a:xfrm>
              <a:off x="6022562" y="1899664"/>
              <a:ext cx="1383701" cy="1275112"/>
            </a:xfrm>
            <a:custGeom>
              <a:avLst/>
              <a:gdLst>
                <a:gd name="connsiteX0" fmla="*/ 0 w 1383696"/>
                <a:gd name="connsiteY0" fmla="*/ 1275112 h 1275111"/>
                <a:gd name="connsiteX1" fmla="*/ 1383697 w 1383696"/>
                <a:gd name="connsiteY1" fmla="*/ 1275112 h 1275111"/>
                <a:gd name="connsiteX2" fmla="*/ 1383697 w 1383696"/>
                <a:gd name="connsiteY2" fmla="*/ 1036987 h 1275111"/>
                <a:gd name="connsiteX3" fmla="*/ 313563 w 1383696"/>
                <a:gd name="connsiteY3" fmla="*/ 1036987 h 1275111"/>
                <a:gd name="connsiteX4" fmla="*/ 313563 w 1383696"/>
                <a:gd name="connsiteY4" fmla="*/ 723424 h 1275111"/>
                <a:gd name="connsiteX5" fmla="*/ 928497 w 1383696"/>
                <a:gd name="connsiteY5" fmla="*/ 723424 h 1275111"/>
                <a:gd name="connsiteX6" fmla="*/ 928497 w 1383696"/>
                <a:gd name="connsiteY6" fmla="*/ 503396 h 1275111"/>
                <a:gd name="connsiteX7" fmla="*/ 313563 w 1383696"/>
                <a:gd name="connsiteY7" fmla="*/ 503396 h 1275111"/>
                <a:gd name="connsiteX8" fmla="*/ 313563 w 1383696"/>
                <a:gd name="connsiteY8" fmla="*/ 226028 h 1275111"/>
                <a:gd name="connsiteX9" fmla="*/ 1368743 w 1383696"/>
                <a:gd name="connsiteY9" fmla="*/ 226028 h 1275111"/>
                <a:gd name="connsiteX10" fmla="*/ 1368743 w 1383696"/>
                <a:gd name="connsiteY10" fmla="*/ 0 h 1275111"/>
                <a:gd name="connsiteX11" fmla="*/ 0 w 1383696"/>
                <a:gd name="connsiteY11" fmla="*/ 0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3696" h="1275111">
                  <a:moveTo>
                    <a:pt x="0" y="1275112"/>
                  </a:moveTo>
                  <a:lnTo>
                    <a:pt x="1383697" y="1275112"/>
                  </a:lnTo>
                  <a:lnTo>
                    <a:pt x="1383697" y="1036987"/>
                  </a:lnTo>
                  <a:lnTo>
                    <a:pt x="313563" y="1036987"/>
                  </a:lnTo>
                  <a:lnTo>
                    <a:pt x="313563" y="723424"/>
                  </a:lnTo>
                  <a:lnTo>
                    <a:pt x="928497" y="723424"/>
                  </a:lnTo>
                  <a:lnTo>
                    <a:pt x="928497" y="503396"/>
                  </a:lnTo>
                  <a:lnTo>
                    <a:pt x="313563" y="503396"/>
                  </a:lnTo>
                  <a:lnTo>
                    <a:pt x="313563" y="226028"/>
                  </a:lnTo>
                  <a:lnTo>
                    <a:pt x="1368743" y="226028"/>
                  </a:lnTo>
                  <a:lnTo>
                    <a:pt x="1368743" y="0"/>
                  </a:lnTo>
                  <a:lnTo>
                    <a:pt x="0" y="0"/>
                  </a:lnTo>
                  <a:close/>
                </a:path>
              </a:pathLst>
            </a:custGeom>
            <a:grpFill/>
            <a:ln w="9525" cap="flat">
              <a:noFill/>
              <a:prstDash val="solid"/>
              <a:miter/>
            </a:ln>
          </p:spPr>
          <p:txBody>
            <a:bodyPr lIns="0" tIns="0" rIns="0" bIns="0" rtlCol="0" anchor="ctr"/>
            <a:lstStyle/>
            <a:p>
              <a:endParaRPr lang="de-DE" sz="100" noProof="0"/>
            </a:p>
          </p:txBody>
        </p:sp>
        <p:sp>
          <p:nvSpPr>
            <p:cNvPr id="27" name="s">
              <a:extLst>
                <a:ext uri="{FF2B5EF4-FFF2-40B4-BE49-F238E27FC236}">
                  <a16:creationId xmlns:a16="http://schemas.microsoft.com/office/drawing/2014/main" id="{4B0D1387-9265-3061-E205-4B4004AA2FFD}"/>
                </a:ext>
              </a:extLst>
            </p:cNvPr>
            <p:cNvSpPr/>
            <p:nvPr/>
          </p:nvSpPr>
          <p:spPr bwMode="gray">
            <a:xfrm>
              <a:off x="7714204" y="1899664"/>
              <a:ext cx="1495239" cy="1275213"/>
            </a:xfrm>
            <a:custGeom>
              <a:avLst/>
              <a:gdLst>
                <a:gd name="connsiteX0" fmla="*/ 1211770 w 1495234"/>
                <a:gd name="connsiteY0" fmla="*/ 229076 h 1275207"/>
                <a:gd name="connsiteX1" fmla="*/ 1211770 w 1495234"/>
                <a:gd name="connsiteY1" fmla="*/ 348234 h 1275207"/>
                <a:gd name="connsiteX2" fmla="*/ 1479995 w 1495234"/>
                <a:gd name="connsiteY2" fmla="*/ 291084 h 1275207"/>
                <a:gd name="connsiteX3" fmla="*/ 1479995 w 1495234"/>
                <a:gd name="connsiteY3" fmla="*/ 277368 h 1275207"/>
                <a:gd name="connsiteX4" fmla="*/ 1145477 w 1495234"/>
                <a:gd name="connsiteY4" fmla="*/ 0 h 1275207"/>
                <a:gd name="connsiteX5" fmla="*/ 388905 w 1495234"/>
                <a:gd name="connsiteY5" fmla="*/ 0 h 1275207"/>
                <a:gd name="connsiteX6" fmla="*/ 54197 w 1495234"/>
                <a:gd name="connsiteY6" fmla="*/ 301561 h 1275207"/>
                <a:gd name="connsiteX7" fmla="*/ 54197 w 1495234"/>
                <a:gd name="connsiteY7" fmla="*/ 443294 h 1275207"/>
                <a:gd name="connsiteX8" fmla="*/ 388905 w 1495234"/>
                <a:gd name="connsiteY8" fmla="*/ 744665 h 1275207"/>
                <a:gd name="connsiteX9" fmla="*/ 1214818 w 1495234"/>
                <a:gd name="connsiteY9" fmla="*/ 744665 h 1275207"/>
                <a:gd name="connsiteX10" fmla="*/ 1214818 w 1495234"/>
                <a:gd name="connsiteY10" fmla="*/ 1037177 h 1275207"/>
                <a:gd name="connsiteX11" fmla="*/ 277177 w 1495234"/>
                <a:gd name="connsiteY11" fmla="*/ 1037177 h 1275207"/>
                <a:gd name="connsiteX12" fmla="*/ 277177 w 1495234"/>
                <a:gd name="connsiteY12" fmla="*/ 902875 h 1275207"/>
                <a:gd name="connsiteX13" fmla="*/ 0 w 1495234"/>
                <a:gd name="connsiteY13" fmla="*/ 954214 h 1275207"/>
                <a:gd name="connsiteX14" fmla="*/ 0 w 1495234"/>
                <a:gd name="connsiteY14" fmla="*/ 973836 h 1275207"/>
                <a:gd name="connsiteX15" fmla="*/ 334518 w 1495234"/>
                <a:gd name="connsiteY15" fmla="*/ 1275207 h 1275207"/>
                <a:gd name="connsiteX16" fmla="*/ 1163669 w 1495234"/>
                <a:gd name="connsiteY16" fmla="*/ 1275207 h 1275207"/>
                <a:gd name="connsiteX17" fmla="*/ 1495234 w 1495234"/>
                <a:gd name="connsiteY17" fmla="*/ 973836 h 1275207"/>
                <a:gd name="connsiteX18" fmla="*/ 1495234 w 1495234"/>
                <a:gd name="connsiteY18" fmla="*/ 798957 h 1275207"/>
                <a:gd name="connsiteX19" fmla="*/ 1163669 w 1495234"/>
                <a:gd name="connsiteY19" fmla="*/ 497586 h 1275207"/>
                <a:gd name="connsiteX20" fmla="*/ 334518 w 1495234"/>
                <a:gd name="connsiteY20" fmla="*/ 497586 h 1275207"/>
                <a:gd name="connsiteX21" fmla="*/ 334518 w 1495234"/>
                <a:gd name="connsiteY21" fmla="*/ 229076 h 1275207"/>
                <a:gd name="connsiteX22" fmla="*/ 1211770 w 1495234"/>
                <a:gd name="connsiteY22" fmla="*/ 229076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95234" h="1275207">
                  <a:moveTo>
                    <a:pt x="1211770" y="229076"/>
                  </a:moveTo>
                  <a:lnTo>
                    <a:pt x="1211770" y="348234"/>
                  </a:lnTo>
                  <a:lnTo>
                    <a:pt x="1479995" y="291084"/>
                  </a:lnTo>
                  <a:lnTo>
                    <a:pt x="1479995" y="277368"/>
                  </a:lnTo>
                  <a:cubicBezTo>
                    <a:pt x="1479995" y="54388"/>
                    <a:pt x="1380649" y="0"/>
                    <a:pt x="1145477" y="0"/>
                  </a:cubicBezTo>
                  <a:lnTo>
                    <a:pt x="388905" y="0"/>
                  </a:lnTo>
                  <a:cubicBezTo>
                    <a:pt x="138684" y="0"/>
                    <a:pt x="54197" y="60388"/>
                    <a:pt x="54197" y="301561"/>
                  </a:cubicBezTo>
                  <a:lnTo>
                    <a:pt x="54197" y="443294"/>
                  </a:lnTo>
                  <a:cubicBezTo>
                    <a:pt x="54197" y="684467"/>
                    <a:pt x="138684" y="744665"/>
                    <a:pt x="388905" y="744665"/>
                  </a:cubicBezTo>
                  <a:lnTo>
                    <a:pt x="1214818" y="744665"/>
                  </a:lnTo>
                  <a:lnTo>
                    <a:pt x="1214818" y="1037177"/>
                  </a:lnTo>
                  <a:lnTo>
                    <a:pt x="277177" y="1037177"/>
                  </a:lnTo>
                  <a:lnTo>
                    <a:pt x="277177" y="902875"/>
                  </a:lnTo>
                  <a:lnTo>
                    <a:pt x="0" y="954214"/>
                  </a:lnTo>
                  <a:lnTo>
                    <a:pt x="0" y="973836"/>
                  </a:lnTo>
                  <a:cubicBezTo>
                    <a:pt x="0" y="1212056"/>
                    <a:pt x="81343" y="1275207"/>
                    <a:pt x="334518" y="1275207"/>
                  </a:cubicBezTo>
                  <a:lnTo>
                    <a:pt x="1163669" y="1275207"/>
                  </a:lnTo>
                  <a:cubicBezTo>
                    <a:pt x="1416844" y="1275207"/>
                    <a:pt x="1495234" y="1212056"/>
                    <a:pt x="1495234" y="973836"/>
                  </a:cubicBezTo>
                  <a:lnTo>
                    <a:pt x="1495234" y="798957"/>
                  </a:lnTo>
                  <a:cubicBezTo>
                    <a:pt x="1495234" y="557784"/>
                    <a:pt x="1416939" y="497586"/>
                    <a:pt x="1163669" y="497586"/>
                  </a:cubicBezTo>
                  <a:lnTo>
                    <a:pt x="334518" y="497586"/>
                  </a:lnTo>
                  <a:lnTo>
                    <a:pt x="334518" y="229076"/>
                  </a:lnTo>
                  <a:lnTo>
                    <a:pt x="1211770" y="229076"/>
                  </a:lnTo>
                  <a:close/>
                </a:path>
              </a:pathLst>
            </a:custGeom>
            <a:grpFill/>
            <a:ln w="9525" cap="flat">
              <a:noFill/>
              <a:prstDash val="solid"/>
              <a:miter/>
            </a:ln>
          </p:spPr>
          <p:txBody>
            <a:bodyPr lIns="0" tIns="0" rIns="0" bIns="0" rtlCol="0" anchor="ctr"/>
            <a:lstStyle/>
            <a:p>
              <a:endParaRPr lang="de-DE" sz="100" noProof="0"/>
            </a:p>
          </p:txBody>
        </p:sp>
        <p:sp>
          <p:nvSpPr>
            <p:cNvPr id="28" name="&amp;">
              <a:extLst>
                <a:ext uri="{FF2B5EF4-FFF2-40B4-BE49-F238E27FC236}">
                  <a16:creationId xmlns:a16="http://schemas.microsoft.com/office/drawing/2014/main" id="{9FAF527E-5388-F520-8DBC-0EB0568531A2}"/>
                </a:ext>
              </a:extLst>
            </p:cNvPr>
            <p:cNvSpPr/>
            <p:nvPr/>
          </p:nvSpPr>
          <p:spPr bwMode="gray">
            <a:xfrm>
              <a:off x="9995063" y="1619247"/>
              <a:ext cx="2104259" cy="1555528"/>
            </a:xfrm>
            <a:custGeom>
              <a:avLst/>
              <a:gdLst>
                <a:gd name="connsiteX0" fmla="*/ 304514 w 2104263"/>
                <a:gd name="connsiteY0" fmla="*/ 1284161 h 1555527"/>
                <a:gd name="connsiteX1" fmla="*/ 304514 w 2104263"/>
                <a:gd name="connsiteY1" fmla="*/ 1018985 h 1555527"/>
                <a:gd name="connsiteX2" fmla="*/ 702373 w 2104263"/>
                <a:gd name="connsiteY2" fmla="*/ 771811 h 1555527"/>
                <a:gd name="connsiteX3" fmla="*/ 1169575 w 2104263"/>
                <a:gd name="connsiteY3" fmla="*/ 1160717 h 1555527"/>
                <a:gd name="connsiteX4" fmla="*/ 1024890 w 2104263"/>
                <a:gd name="connsiteY4" fmla="*/ 1284256 h 1555527"/>
                <a:gd name="connsiteX5" fmla="*/ 304514 w 2104263"/>
                <a:gd name="connsiteY5" fmla="*/ 1284256 h 1555527"/>
                <a:gd name="connsiteX6" fmla="*/ 388811 w 2104263"/>
                <a:gd name="connsiteY6" fmla="*/ 1555528 h 1555527"/>
                <a:gd name="connsiteX7" fmla="*/ 943547 w 2104263"/>
                <a:gd name="connsiteY7" fmla="*/ 1555528 h 1555527"/>
                <a:gd name="connsiteX8" fmla="*/ 1235964 w 2104263"/>
                <a:gd name="connsiteY8" fmla="*/ 1461992 h 1555527"/>
                <a:gd name="connsiteX9" fmla="*/ 1374649 w 2104263"/>
                <a:gd name="connsiteY9" fmla="*/ 1338453 h 1555527"/>
                <a:gd name="connsiteX10" fmla="*/ 1630870 w 2104263"/>
                <a:gd name="connsiteY10" fmla="*/ 1555528 h 1555527"/>
                <a:gd name="connsiteX11" fmla="*/ 2104264 w 2104263"/>
                <a:gd name="connsiteY11" fmla="*/ 1555528 h 1555527"/>
                <a:gd name="connsiteX12" fmla="*/ 1612869 w 2104263"/>
                <a:gd name="connsiteY12" fmla="*/ 1142429 h 1555527"/>
                <a:gd name="connsiteX13" fmla="*/ 1971580 w 2104263"/>
                <a:gd name="connsiteY13" fmla="*/ 844106 h 1555527"/>
                <a:gd name="connsiteX14" fmla="*/ 1766507 w 2104263"/>
                <a:gd name="connsiteY14" fmla="*/ 666274 h 1555527"/>
                <a:gd name="connsiteX15" fmla="*/ 1404747 w 2104263"/>
                <a:gd name="connsiteY15" fmla="*/ 967645 h 1555527"/>
                <a:gd name="connsiteX16" fmla="*/ 672180 w 2104263"/>
                <a:gd name="connsiteY16" fmla="*/ 358712 h 1555527"/>
                <a:gd name="connsiteX17" fmla="*/ 672180 w 2104263"/>
                <a:gd name="connsiteY17" fmla="*/ 247174 h 1555527"/>
                <a:gd name="connsiteX18" fmla="*/ 1181767 w 2104263"/>
                <a:gd name="connsiteY18" fmla="*/ 247174 h 1555527"/>
                <a:gd name="connsiteX19" fmla="*/ 1181767 w 2104263"/>
                <a:gd name="connsiteY19" fmla="*/ 455295 h 1555527"/>
                <a:gd name="connsiteX20" fmla="*/ 1461992 w 2104263"/>
                <a:gd name="connsiteY20" fmla="*/ 407099 h 1555527"/>
                <a:gd name="connsiteX21" fmla="*/ 1461992 w 2104263"/>
                <a:gd name="connsiteY21" fmla="*/ 313563 h 1555527"/>
                <a:gd name="connsiteX22" fmla="*/ 1076134 w 2104263"/>
                <a:gd name="connsiteY22" fmla="*/ 0 h 1555527"/>
                <a:gd name="connsiteX23" fmla="*/ 762763 w 2104263"/>
                <a:gd name="connsiteY23" fmla="*/ 0 h 1555527"/>
                <a:gd name="connsiteX24" fmla="*/ 376905 w 2104263"/>
                <a:gd name="connsiteY24" fmla="*/ 283369 h 1555527"/>
                <a:gd name="connsiteX25" fmla="*/ 376905 w 2104263"/>
                <a:gd name="connsiteY25" fmla="*/ 370713 h 1555527"/>
                <a:gd name="connsiteX26" fmla="*/ 509588 w 2104263"/>
                <a:gd name="connsiteY26" fmla="*/ 605885 h 1555527"/>
                <a:gd name="connsiteX27" fmla="*/ 192881 w 2104263"/>
                <a:gd name="connsiteY27" fmla="*/ 795909 h 1555527"/>
                <a:gd name="connsiteX28" fmla="*/ 0 w 2104263"/>
                <a:gd name="connsiteY28" fmla="*/ 1085279 h 1555527"/>
                <a:gd name="connsiteX29" fmla="*/ 0 w 2104263"/>
                <a:gd name="connsiteY29" fmla="*/ 1187768 h 1555527"/>
                <a:gd name="connsiteX30" fmla="*/ 388811 w 2104263"/>
                <a:gd name="connsiteY30" fmla="*/ 1555528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04263" h="1555527">
                  <a:moveTo>
                    <a:pt x="304514" y="1284161"/>
                  </a:moveTo>
                  <a:lnTo>
                    <a:pt x="304514" y="1018985"/>
                  </a:lnTo>
                  <a:lnTo>
                    <a:pt x="702373" y="771811"/>
                  </a:lnTo>
                  <a:lnTo>
                    <a:pt x="1169575" y="1160717"/>
                  </a:lnTo>
                  <a:lnTo>
                    <a:pt x="1024890" y="1284256"/>
                  </a:lnTo>
                  <a:lnTo>
                    <a:pt x="304514" y="1284256"/>
                  </a:lnTo>
                  <a:close/>
                  <a:moveTo>
                    <a:pt x="388811" y="1555528"/>
                  </a:moveTo>
                  <a:lnTo>
                    <a:pt x="943547" y="1555528"/>
                  </a:lnTo>
                  <a:cubicBezTo>
                    <a:pt x="1073087" y="1555528"/>
                    <a:pt x="1136428" y="1549527"/>
                    <a:pt x="1235964" y="1461992"/>
                  </a:cubicBezTo>
                  <a:lnTo>
                    <a:pt x="1374649" y="1338453"/>
                  </a:lnTo>
                  <a:lnTo>
                    <a:pt x="1630870" y="1555528"/>
                  </a:lnTo>
                  <a:lnTo>
                    <a:pt x="2104264" y="1555528"/>
                  </a:lnTo>
                  <a:lnTo>
                    <a:pt x="1612869" y="1142429"/>
                  </a:lnTo>
                  <a:lnTo>
                    <a:pt x="1971580" y="844106"/>
                  </a:lnTo>
                  <a:lnTo>
                    <a:pt x="1766507" y="666274"/>
                  </a:lnTo>
                  <a:lnTo>
                    <a:pt x="1404747" y="967645"/>
                  </a:lnTo>
                  <a:lnTo>
                    <a:pt x="672180" y="358712"/>
                  </a:lnTo>
                  <a:lnTo>
                    <a:pt x="672180" y="247174"/>
                  </a:lnTo>
                  <a:lnTo>
                    <a:pt x="1181767" y="247174"/>
                  </a:lnTo>
                  <a:lnTo>
                    <a:pt x="1181767" y="455295"/>
                  </a:lnTo>
                  <a:lnTo>
                    <a:pt x="1461992" y="407099"/>
                  </a:lnTo>
                  <a:lnTo>
                    <a:pt x="1461992" y="313563"/>
                  </a:lnTo>
                  <a:cubicBezTo>
                    <a:pt x="1461992" y="60389"/>
                    <a:pt x="1356456" y="0"/>
                    <a:pt x="1076134" y="0"/>
                  </a:cubicBezTo>
                  <a:lnTo>
                    <a:pt x="762763" y="0"/>
                  </a:lnTo>
                  <a:cubicBezTo>
                    <a:pt x="497395" y="0"/>
                    <a:pt x="376905" y="60389"/>
                    <a:pt x="376905" y="283369"/>
                  </a:cubicBezTo>
                  <a:lnTo>
                    <a:pt x="376905" y="370713"/>
                  </a:lnTo>
                  <a:cubicBezTo>
                    <a:pt x="376905" y="461200"/>
                    <a:pt x="419100" y="530543"/>
                    <a:pt x="509588" y="605885"/>
                  </a:cubicBezTo>
                  <a:lnTo>
                    <a:pt x="192881" y="795909"/>
                  </a:lnTo>
                  <a:cubicBezTo>
                    <a:pt x="57341" y="877253"/>
                    <a:pt x="0" y="925449"/>
                    <a:pt x="0" y="1085279"/>
                  </a:cubicBezTo>
                  <a:lnTo>
                    <a:pt x="0" y="1187768"/>
                  </a:lnTo>
                  <a:cubicBezTo>
                    <a:pt x="0" y="1480185"/>
                    <a:pt x="96488" y="1555528"/>
                    <a:pt x="388811" y="1555528"/>
                  </a:cubicBezTo>
                </a:path>
              </a:pathLst>
            </a:custGeom>
            <a:grpFill/>
            <a:ln w="9525" cap="flat">
              <a:noFill/>
              <a:prstDash val="solid"/>
              <a:miter/>
            </a:ln>
          </p:spPr>
          <p:txBody>
            <a:bodyPr lIns="0" tIns="0" rIns="0" bIns="0" rtlCol="0" anchor="ctr"/>
            <a:lstStyle/>
            <a:p>
              <a:endParaRPr lang="de-DE" sz="100" noProof="0"/>
            </a:p>
          </p:txBody>
        </p:sp>
        <p:sp>
          <p:nvSpPr>
            <p:cNvPr id="29" name="s">
              <a:extLst>
                <a:ext uri="{FF2B5EF4-FFF2-40B4-BE49-F238E27FC236}">
                  <a16:creationId xmlns:a16="http://schemas.microsoft.com/office/drawing/2014/main" id="{42178C96-79E3-14FA-EC23-B255EF54A8A7}"/>
                </a:ext>
              </a:extLst>
            </p:cNvPr>
            <p:cNvSpPr/>
            <p:nvPr/>
          </p:nvSpPr>
          <p:spPr bwMode="gray">
            <a:xfrm>
              <a:off x="95247" y="3686081"/>
              <a:ext cx="1739650" cy="1555528"/>
            </a:xfrm>
            <a:custGeom>
              <a:avLst/>
              <a:gdLst>
                <a:gd name="connsiteX0" fmla="*/ 1398842 w 1739645"/>
                <a:gd name="connsiteY0" fmla="*/ 271367 h 1555527"/>
                <a:gd name="connsiteX1" fmla="*/ 1398842 w 1739645"/>
                <a:gd name="connsiteY1" fmla="*/ 439865 h 1555527"/>
                <a:gd name="connsiteX2" fmla="*/ 1718405 w 1739645"/>
                <a:gd name="connsiteY2" fmla="*/ 364522 h 1555527"/>
                <a:gd name="connsiteX3" fmla="*/ 1718405 w 1739645"/>
                <a:gd name="connsiteY3" fmla="*/ 340709 h 1555527"/>
                <a:gd name="connsiteX4" fmla="*/ 1332548 w 1739645"/>
                <a:gd name="connsiteY4" fmla="*/ 0 h 1555527"/>
                <a:gd name="connsiteX5" fmla="*/ 449199 w 1739645"/>
                <a:gd name="connsiteY5" fmla="*/ 0 h 1555527"/>
                <a:gd name="connsiteX6" fmla="*/ 63341 w 1739645"/>
                <a:gd name="connsiteY6" fmla="*/ 367855 h 1555527"/>
                <a:gd name="connsiteX7" fmla="*/ 63341 w 1739645"/>
                <a:gd name="connsiteY7" fmla="*/ 539496 h 1555527"/>
                <a:gd name="connsiteX8" fmla="*/ 449199 w 1739645"/>
                <a:gd name="connsiteY8" fmla="*/ 907351 h 1555527"/>
                <a:gd name="connsiteX9" fmla="*/ 1419987 w 1739645"/>
                <a:gd name="connsiteY9" fmla="*/ 907351 h 1555527"/>
                <a:gd name="connsiteX10" fmla="*/ 1419987 w 1739645"/>
                <a:gd name="connsiteY10" fmla="*/ 1263110 h 1555527"/>
                <a:gd name="connsiteX11" fmla="*/ 319754 w 1739645"/>
                <a:gd name="connsiteY11" fmla="*/ 1263110 h 1555527"/>
                <a:gd name="connsiteX12" fmla="*/ 319754 w 1739645"/>
                <a:gd name="connsiteY12" fmla="*/ 1095661 h 1555527"/>
                <a:gd name="connsiteX13" fmla="*/ 0 w 1739645"/>
                <a:gd name="connsiteY13" fmla="*/ 1162050 h 1555527"/>
                <a:gd name="connsiteX14" fmla="*/ 0 w 1739645"/>
                <a:gd name="connsiteY14" fmla="*/ 1187768 h 1555527"/>
                <a:gd name="connsiteX15" fmla="*/ 388906 w 1739645"/>
                <a:gd name="connsiteY15" fmla="*/ 1555528 h 1555527"/>
                <a:gd name="connsiteX16" fmla="*/ 1350740 w 1739645"/>
                <a:gd name="connsiteY16" fmla="*/ 1555528 h 1555527"/>
                <a:gd name="connsiteX17" fmla="*/ 1739646 w 1739645"/>
                <a:gd name="connsiteY17" fmla="*/ 1187768 h 1555527"/>
                <a:gd name="connsiteX18" fmla="*/ 1739646 w 1739645"/>
                <a:gd name="connsiteY18" fmla="*/ 973741 h 1555527"/>
                <a:gd name="connsiteX19" fmla="*/ 1350740 w 1739645"/>
                <a:gd name="connsiteY19" fmla="*/ 605885 h 1555527"/>
                <a:gd name="connsiteX20" fmla="*/ 379857 w 1739645"/>
                <a:gd name="connsiteY20" fmla="*/ 605885 h 1555527"/>
                <a:gd name="connsiteX21" fmla="*/ 379857 w 1739645"/>
                <a:gd name="connsiteY21" fmla="*/ 271367 h 1555527"/>
                <a:gd name="connsiteX22" fmla="*/ 1398842 w 1739645"/>
                <a:gd name="connsiteY22" fmla="*/ 271367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39645" h="1555527">
                  <a:moveTo>
                    <a:pt x="1398842" y="271367"/>
                  </a:moveTo>
                  <a:lnTo>
                    <a:pt x="1398842" y="439865"/>
                  </a:lnTo>
                  <a:lnTo>
                    <a:pt x="1718405" y="364522"/>
                  </a:lnTo>
                  <a:lnTo>
                    <a:pt x="1718405" y="340709"/>
                  </a:lnTo>
                  <a:cubicBezTo>
                    <a:pt x="1718405" y="72295"/>
                    <a:pt x="1609916" y="0"/>
                    <a:pt x="1332548" y="0"/>
                  </a:cubicBezTo>
                  <a:lnTo>
                    <a:pt x="449199" y="0"/>
                  </a:lnTo>
                  <a:cubicBezTo>
                    <a:pt x="156781" y="0"/>
                    <a:pt x="63341" y="75343"/>
                    <a:pt x="63341" y="367855"/>
                  </a:cubicBezTo>
                  <a:lnTo>
                    <a:pt x="63341" y="539496"/>
                  </a:lnTo>
                  <a:cubicBezTo>
                    <a:pt x="63341" y="832009"/>
                    <a:pt x="156877" y="907351"/>
                    <a:pt x="449199" y="907351"/>
                  </a:cubicBezTo>
                  <a:lnTo>
                    <a:pt x="1419987" y="907351"/>
                  </a:lnTo>
                  <a:lnTo>
                    <a:pt x="1419987" y="1263110"/>
                  </a:lnTo>
                  <a:lnTo>
                    <a:pt x="319754" y="1263110"/>
                  </a:lnTo>
                  <a:lnTo>
                    <a:pt x="319754" y="1095661"/>
                  </a:lnTo>
                  <a:lnTo>
                    <a:pt x="0" y="1162050"/>
                  </a:lnTo>
                  <a:lnTo>
                    <a:pt x="0" y="1187768"/>
                  </a:lnTo>
                  <a:cubicBezTo>
                    <a:pt x="0" y="1480185"/>
                    <a:pt x="96488" y="1555528"/>
                    <a:pt x="388906" y="1555528"/>
                  </a:cubicBezTo>
                  <a:lnTo>
                    <a:pt x="1350740" y="1555528"/>
                  </a:lnTo>
                  <a:cubicBezTo>
                    <a:pt x="1643158" y="1555528"/>
                    <a:pt x="1739646" y="1480185"/>
                    <a:pt x="1739646" y="1187768"/>
                  </a:cubicBezTo>
                  <a:lnTo>
                    <a:pt x="1739646" y="973741"/>
                  </a:lnTo>
                  <a:cubicBezTo>
                    <a:pt x="1739646" y="681228"/>
                    <a:pt x="1643158" y="605885"/>
                    <a:pt x="1350740" y="605885"/>
                  </a:cubicBezTo>
                  <a:lnTo>
                    <a:pt x="379857" y="605885"/>
                  </a:lnTo>
                  <a:lnTo>
                    <a:pt x="379857" y="271367"/>
                  </a:lnTo>
                  <a:lnTo>
                    <a:pt x="1398842" y="271367"/>
                  </a:lnTo>
                  <a:close/>
                </a:path>
              </a:pathLst>
            </a:custGeom>
            <a:grpFill/>
            <a:ln w="9525" cap="flat">
              <a:noFill/>
              <a:prstDash val="solid"/>
              <a:miter/>
            </a:ln>
          </p:spPr>
          <p:txBody>
            <a:bodyPr lIns="0" tIns="0" rIns="0" bIns="0" rtlCol="0" anchor="ctr"/>
            <a:lstStyle/>
            <a:p>
              <a:endParaRPr lang="de-DE" sz="100" noProof="0"/>
            </a:p>
          </p:txBody>
        </p:sp>
        <p:sp>
          <p:nvSpPr>
            <p:cNvPr id="30" name="o">
              <a:extLst>
                <a:ext uri="{FF2B5EF4-FFF2-40B4-BE49-F238E27FC236}">
                  <a16:creationId xmlns:a16="http://schemas.microsoft.com/office/drawing/2014/main" id="{5678A0BE-051D-197F-4E38-F6C45592D027}"/>
                </a:ext>
              </a:extLst>
            </p:cNvPr>
            <p:cNvSpPr/>
            <p:nvPr/>
          </p:nvSpPr>
          <p:spPr bwMode="gray">
            <a:xfrm>
              <a:off x="2206937" y="3966587"/>
              <a:ext cx="1682019" cy="1275212"/>
            </a:xfrm>
            <a:custGeom>
              <a:avLst/>
              <a:gdLst>
                <a:gd name="connsiteX0" fmla="*/ 326041 w 1682019"/>
                <a:gd name="connsiteY0" fmla="*/ 234982 h 1275207"/>
                <a:gd name="connsiteX1" fmla="*/ 1374648 w 1682019"/>
                <a:gd name="connsiteY1" fmla="*/ 234982 h 1275207"/>
                <a:gd name="connsiteX2" fmla="*/ 1374648 w 1682019"/>
                <a:gd name="connsiteY2" fmla="*/ 1030891 h 1275207"/>
                <a:gd name="connsiteX3" fmla="*/ 326041 w 1682019"/>
                <a:gd name="connsiteY3" fmla="*/ 1030891 h 1275207"/>
                <a:gd name="connsiteX4" fmla="*/ 326041 w 1682019"/>
                <a:gd name="connsiteY4" fmla="*/ 234982 h 1275207"/>
                <a:gd name="connsiteX5" fmla="*/ 0 w 1682019"/>
                <a:gd name="connsiteY5" fmla="*/ 301371 h 1275207"/>
                <a:gd name="connsiteX6" fmla="*/ 0 w 1682019"/>
                <a:gd name="connsiteY6" fmla="*/ 973646 h 1275207"/>
                <a:gd name="connsiteX7" fmla="*/ 338233 w 1682019"/>
                <a:gd name="connsiteY7" fmla="*/ 1275207 h 1275207"/>
                <a:gd name="connsiteX8" fmla="*/ 1343787 w 1682019"/>
                <a:gd name="connsiteY8" fmla="*/ 1275207 h 1275207"/>
                <a:gd name="connsiteX9" fmla="*/ 1682020 w 1682019"/>
                <a:gd name="connsiteY9" fmla="*/ 973646 h 1275207"/>
                <a:gd name="connsiteX10" fmla="*/ 1682020 w 1682019"/>
                <a:gd name="connsiteY10" fmla="*/ 301371 h 1275207"/>
                <a:gd name="connsiteX11" fmla="*/ 1343787 w 1682019"/>
                <a:gd name="connsiteY11" fmla="*/ 0 h 1275207"/>
                <a:gd name="connsiteX12" fmla="*/ 338233 w 1682019"/>
                <a:gd name="connsiteY12" fmla="*/ 0 h 1275207"/>
                <a:gd name="connsiteX13" fmla="*/ 0 w 1682019"/>
                <a:gd name="connsiteY13" fmla="*/ 301371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2019" h="1275207">
                  <a:moveTo>
                    <a:pt x="326041" y="234982"/>
                  </a:moveTo>
                  <a:lnTo>
                    <a:pt x="1374648" y="234982"/>
                  </a:lnTo>
                  <a:lnTo>
                    <a:pt x="1374648" y="1030891"/>
                  </a:lnTo>
                  <a:lnTo>
                    <a:pt x="326041" y="1030891"/>
                  </a:lnTo>
                  <a:lnTo>
                    <a:pt x="326041" y="234982"/>
                  </a:lnTo>
                  <a:close/>
                  <a:moveTo>
                    <a:pt x="0" y="301371"/>
                  </a:moveTo>
                  <a:lnTo>
                    <a:pt x="0" y="973646"/>
                  </a:lnTo>
                  <a:cubicBezTo>
                    <a:pt x="0" y="1214819"/>
                    <a:pt x="79915" y="1275207"/>
                    <a:pt x="338233" y="1275207"/>
                  </a:cubicBezTo>
                  <a:lnTo>
                    <a:pt x="1343787" y="1275207"/>
                  </a:lnTo>
                  <a:cubicBezTo>
                    <a:pt x="1598962" y="1275207"/>
                    <a:pt x="1682020" y="1214819"/>
                    <a:pt x="1682020" y="973646"/>
                  </a:cubicBezTo>
                  <a:lnTo>
                    <a:pt x="1682020" y="301371"/>
                  </a:lnTo>
                  <a:cubicBezTo>
                    <a:pt x="1682020" y="57150"/>
                    <a:pt x="1598867" y="0"/>
                    <a:pt x="1343787" y="0"/>
                  </a:cubicBezTo>
                  <a:lnTo>
                    <a:pt x="338233" y="0"/>
                  </a:lnTo>
                  <a:cubicBezTo>
                    <a:pt x="83153" y="0"/>
                    <a:pt x="0" y="57150"/>
                    <a:pt x="0" y="301371"/>
                  </a:cubicBezTo>
                </a:path>
              </a:pathLst>
            </a:custGeom>
            <a:grpFill/>
            <a:ln w="9525" cap="flat">
              <a:noFill/>
              <a:prstDash val="solid"/>
              <a:miter/>
            </a:ln>
          </p:spPr>
          <p:txBody>
            <a:bodyPr lIns="0" tIns="0" rIns="0" bIns="0" rtlCol="0" anchor="ctr"/>
            <a:lstStyle/>
            <a:p>
              <a:endParaRPr lang="de-DE" sz="100" noProof="0"/>
            </a:p>
          </p:txBody>
        </p:sp>
        <p:sp>
          <p:nvSpPr>
            <p:cNvPr id="31" name="m">
              <a:extLst>
                <a:ext uri="{FF2B5EF4-FFF2-40B4-BE49-F238E27FC236}">
                  <a16:creationId xmlns:a16="http://schemas.microsoft.com/office/drawing/2014/main" id="{CC95A15B-78B6-658F-D04D-4246B9B0C288}"/>
                </a:ext>
              </a:extLst>
            </p:cNvPr>
            <p:cNvSpPr/>
            <p:nvPr/>
          </p:nvSpPr>
          <p:spPr bwMode="gray">
            <a:xfrm>
              <a:off x="4290154" y="3966498"/>
              <a:ext cx="1815752" cy="1275212"/>
            </a:xfrm>
            <a:custGeom>
              <a:avLst/>
              <a:gdLst>
                <a:gd name="connsiteX0" fmla="*/ 1560576 w 1815750"/>
                <a:gd name="connsiteY0" fmla="*/ 0 h 1275207"/>
                <a:gd name="connsiteX1" fmla="*/ 927163 w 1815750"/>
                <a:gd name="connsiteY1" fmla="*/ 756571 h 1275207"/>
                <a:gd name="connsiteX2" fmla="*/ 290703 w 1815750"/>
                <a:gd name="connsiteY2" fmla="*/ 0 h 1275207"/>
                <a:gd name="connsiteX3" fmla="*/ 0 w 1815750"/>
                <a:gd name="connsiteY3" fmla="*/ 0 h 1275207"/>
                <a:gd name="connsiteX4" fmla="*/ 0 w 1815750"/>
                <a:gd name="connsiteY4" fmla="*/ 1275207 h 1275207"/>
                <a:gd name="connsiteX5" fmla="*/ 290703 w 1815750"/>
                <a:gd name="connsiteY5" fmla="*/ 1275207 h 1275207"/>
                <a:gd name="connsiteX6" fmla="*/ 290703 w 1815750"/>
                <a:gd name="connsiteY6" fmla="*/ 419100 h 1275207"/>
                <a:gd name="connsiteX7" fmla="*/ 877919 w 1815750"/>
                <a:gd name="connsiteY7" fmla="*/ 1121474 h 1275207"/>
                <a:gd name="connsiteX8" fmla="*/ 939356 w 1815750"/>
                <a:gd name="connsiteY8" fmla="*/ 1121474 h 1275207"/>
                <a:gd name="connsiteX9" fmla="*/ 1520571 w 1815750"/>
                <a:gd name="connsiteY9" fmla="*/ 397859 h 1275207"/>
                <a:gd name="connsiteX10" fmla="*/ 1520571 w 1815750"/>
                <a:gd name="connsiteY10" fmla="*/ 1275207 h 1275207"/>
                <a:gd name="connsiteX11" fmla="*/ 1815751 w 1815750"/>
                <a:gd name="connsiteY11" fmla="*/ 1275207 h 1275207"/>
                <a:gd name="connsiteX12" fmla="*/ 1815751 w 1815750"/>
                <a:gd name="connsiteY12"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5750" h="1275207">
                  <a:moveTo>
                    <a:pt x="1560576" y="0"/>
                  </a:moveTo>
                  <a:lnTo>
                    <a:pt x="927163" y="756571"/>
                  </a:lnTo>
                  <a:lnTo>
                    <a:pt x="290703" y="0"/>
                  </a:lnTo>
                  <a:lnTo>
                    <a:pt x="0" y="0"/>
                  </a:lnTo>
                  <a:lnTo>
                    <a:pt x="0" y="1275207"/>
                  </a:lnTo>
                  <a:lnTo>
                    <a:pt x="290703" y="1275207"/>
                  </a:lnTo>
                  <a:lnTo>
                    <a:pt x="290703" y="419100"/>
                  </a:lnTo>
                  <a:lnTo>
                    <a:pt x="877919" y="1121474"/>
                  </a:lnTo>
                  <a:lnTo>
                    <a:pt x="939356" y="1121474"/>
                  </a:lnTo>
                  <a:lnTo>
                    <a:pt x="1520571" y="397859"/>
                  </a:lnTo>
                  <a:lnTo>
                    <a:pt x="1520571" y="1275207"/>
                  </a:lnTo>
                  <a:lnTo>
                    <a:pt x="1815751" y="1275207"/>
                  </a:lnTo>
                  <a:lnTo>
                    <a:pt x="1815751" y="0"/>
                  </a:lnTo>
                  <a:close/>
                </a:path>
              </a:pathLst>
            </a:custGeom>
            <a:grpFill/>
            <a:ln w="9525" cap="flat">
              <a:noFill/>
              <a:prstDash val="solid"/>
              <a:miter/>
            </a:ln>
          </p:spPr>
          <p:txBody>
            <a:bodyPr lIns="0" tIns="0" rIns="0" bIns="0" rtlCol="0" anchor="ctr"/>
            <a:lstStyle/>
            <a:p>
              <a:endParaRPr lang="de-DE" sz="100" noProof="0"/>
            </a:p>
          </p:txBody>
        </p:sp>
        <p:sp>
          <p:nvSpPr>
            <p:cNvPr id="32" name="m">
              <a:extLst>
                <a:ext uri="{FF2B5EF4-FFF2-40B4-BE49-F238E27FC236}">
                  <a16:creationId xmlns:a16="http://schemas.microsoft.com/office/drawing/2014/main" id="{8895FFB7-0FF2-3B67-2E00-CFD5CC990F1E}"/>
                </a:ext>
              </a:extLst>
            </p:cNvPr>
            <p:cNvSpPr/>
            <p:nvPr/>
          </p:nvSpPr>
          <p:spPr bwMode="gray">
            <a:xfrm>
              <a:off x="6535096" y="3966498"/>
              <a:ext cx="1815752" cy="1275212"/>
            </a:xfrm>
            <a:custGeom>
              <a:avLst/>
              <a:gdLst>
                <a:gd name="connsiteX0" fmla="*/ 1560672 w 1815750"/>
                <a:gd name="connsiteY0" fmla="*/ 0 h 1275207"/>
                <a:gd name="connsiteX1" fmla="*/ 927164 w 1815750"/>
                <a:gd name="connsiteY1" fmla="*/ 756571 h 1275207"/>
                <a:gd name="connsiteX2" fmla="*/ 290799 w 1815750"/>
                <a:gd name="connsiteY2" fmla="*/ 0 h 1275207"/>
                <a:gd name="connsiteX3" fmla="*/ 0 w 1815750"/>
                <a:gd name="connsiteY3" fmla="*/ 0 h 1275207"/>
                <a:gd name="connsiteX4" fmla="*/ 0 w 1815750"/>
                <a:gd name="connsiteY4" fmla="*/ 1275207 h 1275207"/>
                <a:gd name="connsiteX5" fmla="*/ 290799 w 1815750"/>
                <a:gd name="connsiteY5" fmla="*/ 1275207 h 1275207"/>
                <a:gd name="connsiteX6" fmla="*/ 290799 w 1815750"/>
                <a:gd name="connsiteY6" fmla="*/ 419100 h 1275207"/>
                <a:gd name="connsiteX7" fmla="*/ 878015 w 1815750"/>
                <a:gd name="connsiteY7" fmla="*/ 1121474 h 1275207"/>
                <a:gd name="connsiteX8" fmla="*/ 939546 w 1815750"/>
                <a:gd name="connsiteY8" fmla="*/ 1121474 h 1275207"/>
                <a:gd name="connsiteX9" fmla="*/ 1520571 w 1815750"/>
                <a:gd name="connsiteY9" fmla="*/ 397859 h 1275207"/>
                <a:gd name="connsiteX10" fmla="*/ 1520571 w 1815750"/>
                <a:gd name="connsiteY10" fmla="*/ 1275207 h 1275207"/>
                <a:gd name="connsiteX11" fmla="*/ 1815751 w 1815750"/>
                <a:gd name="connsiteY11" fmla="*/ 1275207 h 1275207"/>
                <a:gd name="connsiteX12" fmla="*/ 1815751 w 1815750"/>
                <a:gd name="connsiteY12"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5750" h="1275207">
                  <a:moveTo>
                    <a:pt x="1560672" y="0"/>
                  </a:moveTo>
                  <a:lnTo>
                    <a:pt x="927164" y="756571"/>
                  </a:lnTo>
                  <a:lnTo>
                    <a:pt x="290799" y="0"/>
                  </a:lnTo>
                  <a:lnTo>
                    <a:pt x="0" y="0"/>
                  </a:lnTo>
                  <a:lnTo>
                    <a:pt x="0" y="1275207"/>
                  </a:lnTo>
                  <a:lnTo>
                    <a:pt x="290799" y="1275207"/>
                  </a:lnTo>
                  <a:lnTo>
                    <a:pt x="290799" y="419100"/>
                  </a:lnTo>
                  <a:lnTo>
                    <a:pt x="878015" y="1121474"/>
                  </a:lnTo>
                  <a:lnTo>
                    <a:pt x="939546" y="1121474"/>
                  </a:lnTo>
                  <a:lnTo>
                    <a:pt x="1520571" y="397859"/>
                  </a:lnTo>
                  <a:lnTo>
                    <a:pt x="1520571" y="1275207"/>
                  </a:lnTo>
                  <a:lnTo>
                    <a:pt x="1815751" y="1275207"/>
                  </a:lnTo>
                  <a:lnTo>
                    <a:pt x="1815751" y="0"/>
                  </a:lnTo>
                  <a:close/>
                </a:path>
              </a:pathLst>
            </a:custGeom>
            <a:grpFill/>
            <a:ln w="9525" cap="flat">
              <a:noFill/>
              <a:prstDash val="solid"/>
              <a:miter/>
            </a:ln>
          </p:spPr>
          <p:txBody>
            <a:bodyPr lIns="0" tIns="0" rIns="0" bIns="0" rtlCol="0" anchor="ctr"/>
            <a:lstStyle/>
            <a:p>
              <a:endParaRPr lang="de-DE" sz="100" noProof="0"/>
            </a:p>
          </p:txBody>
        </p:sp>
        <p:sp>
          <p:nvSpPr>
            <p:cNvPr id="33" name="e">
              <a:extLst>
                <a:ext uri="{FF2B5EF4-FFF2-40B4-BE49-F238E27FC236}">
                  <a16:creationId xmlns:a16="http://schemas.microsoft.com/office/drawing/2014/main" id="{3441C0DA-21B0-F180-A992-57FDA6BF063E}"/>
                </a:ext>
              </a:extLst>
            </p:cNvPr>
            <p:cNvSpPr/>
            <p:nvPr/>
          </p:nvSpPr>
          <p:spPr bwMode="gray">
            <a:xfrm>
              <a:off x="8765757" y="3966498"/>
              <a:ext cx="1411313" cy="1275212"/>
            </a:xfrm>
            <a:custGeom>
              <a:avLst/>
              <a:gdLst>
                <a:gd name="connsiteX0" fmla="*/ 0 w 1411319"/>
                <a:gd name="connsiteY0" fmla="*/ 0 h 1275207"/>
                <a:gd name="connsiteX1" fmla="*/ 0 w 1411319"/>
                <a:gd name="connsiteY1" fmla="*/ 1275207 h 1275207"/>
                <a:gd name="connsiteX2" fmla="*/ 1411319 w 1411319"/>
                <a:gd name="connsiteY2" fmla="*/ 1275207 h 1275207"/>
                <a:gd name="connsiteX3" fmla="*/ 1411319 w 1411319"/>
                <a:gd name="connsiteY3" fmla="*/ 1036987 h 1275207"/>
                <a:gd name="connsiteX4" fmla="*/ 319850 w 1411319"/>
                <a:gd name="connsiteY4" fmla="*/ 1036987 h 1275207"/>
                <a:gd name="connsiteX5" fmla="*/ 319850 w 1411319"/>
                <a:gd name="connsiteY5" fmla="*/ 723424 h 1275207"/>
                <a:gd name="connsiteX6" fmla="*/ 947166 w 1411319"/>
                <a:gd name="connsiteY6" fmla="*/ 723424 h 1275207"/>
                <a:gd name="connsiteX7" fmla="*/ 947166 w 1411319"/>
                <a:gd name="connsiteY7" fmla="*/ 503396 h 1275207"/>
                <a:gd name="connsiteX8" fmla="*/ 319850 w 1411319"/>
                <a:gd name="connsiteY8" fmla="*/ 503396 h 1275207"/>
                <a:gd name="connsiteX9" fmla="*/ 319850 w 1411319"/>
                <a:gd name="connsiteY9" fmla="*/ 226219 h 1275207"/>
                <a:gd name="connsiteX10" fmla="*/ 1395984 w 1411319"/>
                <a:gd name="connsiteY10" fmla="*/ 226219 h 1275207"/>
                <a:gd name="connsiteX11" fmla="*/ 1395984 w 1411319"/>
                <a:gd name="connsiteY11"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1319" h="1275207">
                  <a:moveTo>
                    <a:pt x="0" y="0"/>
                  </a:moveTo>
                  <a:lnTo>
                    <a:pt x="0" y="1275207"/>
                  </a:lnTo>
                  <a:lnTo>
                    <a:pt x="1411319" y="1275207"/>
                  </a:lnTo>
                  <a:lnTo>
                    <a:pt x="1411319" y="1036987"/>
                  </a:lnTo>
                  <a:lnTo>
                    <a:pt x="319850" y="1036987"/>
                  </a:lnTo>
                  <a:lnTo>
                    <a:pt x="319850" y="723424"/>
                  </a:lnTo>
                  <a:lnTo>
                    <a:pt x="947166" y="723424"/>
                  </a:lnTo>
                  <a:lnTo>
                    <a:pt x="947166" y="503396"/>
                  </a:lnTo>
                  <a:lnTo>
                    <a:pt x="319850" y="503396"/>
                  </a:lnTo>
                  <a:lnTo>
                    <a:pt x="319850" y="226219"/>
                  </a:lnTo>
                  <a:lnTo>
                    <a:pt x="1395984" y="226219"/>
                  </a:lnTo>
                  <a:lnTo>
                    <a:pt x="1395984" y="0"/>
                  </a:lnTo>
                  <a:close/>
                </a:path>
              </a:pathLst>
            </a:custGeom>
            <a:grpFill/>
            <a:ln w="9525" cap="flat">
              <a:noFill/>
              <a:prstDash val="solid"/>
              <a:miter/>
            </a:ln>
          </p:spPr>
          <p:txBody>
            <a:bodyPr lIns="0" tIns="0" rIns="0" bIns="0" rtlCol="0" anchor="ctr"/>
            <a:lstStyle/>
            <a:p>
              <a:endParaRPr lang="de-DE" sz="100" noProof="0"/>
            </a:p>
          </p:txBody>
        </p:sp>
        <p:sp>
          <p:nvSpPr>
            <p:cNvPr id="34" name="r">
              <a:extLst>
                <a:ext uri="{FF2B5EF4-FFF2-40B4-BE49-F238E27FC236}">
                  <a16:creationId xmlns:a16="http://schemas.microsoft.com/office/drawing/2014/main" id="{80BACD1C-7D09-C096-ED0A-5214E3921F2D}"/>
                </a:ext>
              </a:extLst>
            </p:cNvPr>
            <p:cNvSpPr/>
            <p:nvPr/>
          </p:nvSpPr>
          <p:spPr bwMode="gray">
            <a:xfrm>
              <a:off x="10504356" y="3966498"/>
              <a:ext cx="1579811" cy="1275212"/>
            </a:xfrm>
            <a:custGeom>
              <a:avLst/>
              <a:gdLst>
                <a:gd name="connsiteX0" fmla="*/ 1015937 w 1579817"/>
                <a:gd name="connsiteY0" fmla="*/ 220028 h 1275207"/>
                <a:gd name="connsiteX1" fmla="*/ 1157669 w 1579817"/>
                <a:gd name="connsiteY1" fmla="*/ 322517 h 1275207"/>
                <a:gd name="connsiteX2" fmla="*/ 1157669 w 1579817"/>
                <a:gd name="connsiteY2" fmla="*/ 470249 h 1275207"/>
                <a:gd name="connsiteX3" fmla="*/ 1015937 w 1579817"/>
                <a:gd name="connsiteY3" fmla="*/ 572738 h 1275207"/>
                <a:gd name="connsiteX4" fmla="*/ 307467 w 1579817"/>
                <a:gd name="connsiteY4" fmla="*/ 572738 h 1275207"/>
                <a:gd name="connsiteX5" fmla="*/ 307467 w 1579817"/>
                <a:gd name="connsiteY5" fmla="*/ 220028 h 1275207"/>
                <a:gd name="connsiteX6" fmla="*/ 1015937 w 1579817"/>
                <a:gd name="connsiteY6" fmla="*/ 220028 h 1275207"/>
                <a:gd name="connsiteX7" fmla="*/ 0 w 1579817"/>
                <a:gd name="connsiteY7" fmla="*/ 1275207 h 1275207"/>
                <a:gd name="connsiteX8" fmla="*/ 307563 w 1579817"/>
                <a:gd name="connsiteY8" fmla="*/ 1275207 h 1275207"/>
                <a:gd name="connsiteX9" fmla="*/ 307563 w 1579817"/>
                <a:gd name="connsiteY9" fmla="*/ 792766 h 1275207"/>
                <a:gd name="connsiteX10" fmla="*/ 599981 w 1579817"/>
                <a:gd name="connsiteY10" fmla="*/ 792766 h 1275207"/>
                <a:gd name="connsiteX11" fmla="*/ 1133570 w 1579817"/>
                <a:gd name="connsiteY11" fmla="*/ 1275207 h 1275207"/>
                <a:gd name="connsiteX12" fmla="*/ 1579818 w 1579817"/>
                <a:gd name="connsiteY12" fmla="*/ 1275207 h 1275207"/>
                <a:gd name="connsiteX13" fmla="*/ 973931 w 1579817"/>
                <a:gd name="connsiteY13" fmla="*/ 792766 h 1275207"/>
                <a:gd name="connsiteX14" fmla="*/ 1148811 w 1579817"/>
                <a:gd name="connsiteY14" fmla="*/ 792766 h 1275207"/>
                <a:gd name="connsiteX15" fmla="*/ 1447229 w 1579817"/>
                <a:gd name="connsiteY15" fmla="*/ 548545 h 1275207"/>
                <a:gd name="connsiteX16" fmla="*/ 1447229 w 1579817"/>
                <a:gd name="connsiteY16" fmla="*/ 247174 h 1275207"/>
                <a:gd name="connsiteX17" fmla="*/ 1148811 w 1579817"/>
                <a:gd name="connsiteY17" fmla="*/ 0 h 1275207"/>
                <a:gd name="connsiteX18" fmla="*/ 191 w 1579817"/>
                <a:gd name="connsiteY18" fmla="*/ 0 h 1275207"/>
                <a:gd name="connsiteX19" fmla="*/ 191 w 1579817"/>
                <a:gd name="connsiteY19" fmla="*/ 1275207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79817" h="1275207">
                  <a:moveTo>
                    <a:pt x="1015937" y="220028"/>
                  </a:moveTo>
                  <a:cubicBezTo>
                    <a:pt x="1109282" y="220028"/>
                    <a:pt x="1157669" y="238220"/>
                    <a:pt x="1157669" y="322517"/>
                  </a:cubicBezTo>
                  <a:lnTo>
                    <a:pt x="1157669" y="470249"/>
                  </a:lnTo>
                  <a:cubicBezTo>
                    <a:pt x="1157669" y="554736"/>
                    <a:pt x="1109282" y="572738"/>
                    <a:pt x="1015937" y="572738"/>
                  </a:cubicBezTo>
                  <a:lnTo>
                    <a:pt x="307467" y="572738"/>
                  </a:lnTo>
                  <a:lnTo>
                    <a:pt x="307467" y="220028"/>
                  </a:lnTo>
                  <a:lnTo>
                    <a:pt x="1015937" y="220028"/>
                  </a:lnTo>
                  <a:close/>
                  <a:moveTo>
                    <a:pt x="0" y="1275207"/>
                  </a:moveTo>
                  <a:lnTo>
                    <a:pt x="307563" y="1275207"/>
                  </a:lnTo>
                  <a:lnTo>
                    <a:pt x="307563" y="792766"/>
                  </a:lnTo>
                  <a:lnTo>
                    <a:pt x="599981" y="792766"/>
                  </a:lnTo>
                  <a:lnTo>
                    <a:pt x="1133570" y="1275207"/>
                  </a:lnTo>
                  <a:lnTo>
                    <a:pt x="1579818" y="1275207"/>
                  </a:lnTo>
                  <a:lnTo>
                    <a:pt x="973931" y="792766"/>
                  </a:lnTo>
                  <a:lnTo>
                    <a:pt x="1148811" y="792766"/>
                  </a:lnTo>
                  <a:cubicBezTo>
                    <a:pt x="1353693" y="792766"/>
                    <a:pt x="1447229" y="723424"/>
                    <a:pt x="1447229" y="548545"/>
                  </a:cubicBezTo>
                  <a:lnTo>
                    <a:pt x="1447229" y="247174"/>
                  </a:lnTo>
                  <a:cubicBezTo>
                    <a:pt x="1447229" y="69342"/>
                    <a:pt x="1353693" y="0"/>
                    <a:pt x="1148811" y="0"/>
                  </a:cubicBezTo>
                  <a:lnTo>
                    <a:pt x="191" y="0"/>
                  </a:lnTo>
                  <a:lnTo>
                    <a:pt x="191" y="1275207"/>
                  </a:lnTo>
                  <a:close/>
                </a:path>
              </a:pathLst>
            </a:custGeom>
            <a:grpFill/>
            <a:ln w="9525" cap="flat">
              <a:noFill/>
              <a:prstDash val="solid"/>
              <a:miter/>
            </a:ln>
          </p:spPr>
          <p:txBody>
            <a:bodyPr lIns="0" tIns="0" rIns="0" bIns="0" rtlCol="0" anchor="ctr"/>
            <a:lstStyle/>
            <a:p>
              <a:endParaRPr lang="de-DE" sz="100" noProof="0"/>
            </a:p>
          </p:txBody>
        </p:sp>
      </p:grpSp>
      <p:grpSp>
        <p:nvGrpSpPr>
          <p:cNvPr id="19" name="info">
            <a:extLst>
              <a:ext uri="{FF2B5EF4-FFF2-40B4-BE49-F238E27FC236}">
                <a16:creationId xmlns:a16="http://schemas.microsoft.com/office/drawing/2014/main" id="{26A97780-3CF6-139F-D648-3F1C071B3ACA}"/>
              </a:ext>
            </a:extLst>
          </p:cNvPr>
          <p:cNvGrpSpPr/>
          <p:nvPr userDrawn="1"/>
        </p:nvGrpSpPr>
        <p:grpSpPr>
          <a:xfrm>
            <a:off x="12327529" y="2455567"/>
            <a:ext cx="2500337" cy="3640432"/>
            <a:chOff x="12327529" y="2995784"/>
            <a:chExt cx="2500337" cy="3640432"/>
          </a:xfrm>
          <a:effectLst>
            <a:outerShdw blurRad="50800" dist="38100" dir="8100000" algn="tr" rotWithShape="0">
              <a:prstClr val="black">
                <a:alpha val="40000"/>
              </a:prstClr>
            </a:outerShdw>
          </a:effectLst>
        </p:grpSpPr>
        <p:grpSp>
          <p:nvGrpSpPr>
            <p:cNvPr id="20" name="info">
              <a:extLst>
                <a:ext uri="{FF2B5EF4-FFF2-40B4-BE49-F238E27FC236}">
                  <a16:creationId xmlns:a16="http://schemas.microsoft.com/office/drawing/2014/main" id="{E7CC4BD9-825F-BF10-8E4E-F35585900573}"/>
                </a:ext>
              </a:extLst>
            </p:cNvPr>
            <p:cNvGrpSpPr/>
            <p:nvPr userDrawn="1"/>
          </p:nvGrpSpPr>
          <p:grpSpPr>
            <a:xfrm>
              <a:off x="12596337" y="2995784"/>
              <a:ext cx="2231529" cy="1408806"/>
              <a:chOff x="12565380" y="2356671"/>
              <a:chExt cx="2231529" cy="1408806"/>
            </a:xfrm>
          </p:grpSpPr>
          <p:sp>
            <p:nvSpPr>
              <p:cNvPr id="35" name="info">
                <a:extLst>
                  <a:ext uri="{FF2B5EF4-FFF2-40B4-BE49-F238E27FC236}">
                    <a16:creationId xmlns:a16="http://schemas.microsoft.com/office/drawing/2014/main" id="{2B164708-0289-C741-75E8-768EC9E22F19}"/>
                  </a:ext>
                </a:extLst>
              </p:cNvPr>
              <p:cNvSpPr/>
              <p:nvPr userDrawn="1"/>
            </p:nvSpPr>
            <p:spPr bwMode="gray">
              <a:xfrm rot="16200000" flipH="1">
                <a:off x="12153929" y="2814026"/>
                <a:ext cx="1362902"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tx1"/>
                  </a:solidFill>
                </a:endParaRPr>
              </a:p>
              <a:p>
                <a:pPr indent="0" algn="l">
                  <a:lnSpc>
                    <a:spcPct val="100000"/>
                  </a:lnSpc>
                  <a:spcBef>
                    <a:spcPts val="400"/>
                  </a:spcBef>
                  <a:spcAft>
                    <a:spcPts val="400"/>
                  </a:spcAft>
                </a:pPr>
                <a:endParaRPr lang="en-US" sz="1050">
                  <a:solidFill>
                    <a:schemeClr val="tx1"/>
                  </a:solidFill>
                </a:endParaRPr>
              </a:p>
            </p:txBody>
          </p:sp>
          <p:sp>
            <p:nvSpPr>
              <p:cNvPr id="36" name="info">
                <a:extLst>
                  <a:ext uri="{FF2B5EF4-FFF2-40B4-BE49-F238E27FC236}">
                    <a16:creationId xmlns:a16="http://schemas.microsoft.com/office/drawing/2014/main" id="{5F21326F-71D9-3803-EA86-570CCBF01665}"/>
                  </a:ext>
                </a:extLst>
              </p:cNvPr>
              <p:cNvSpPr/>
              <p:nvPr userDrawn="1"/>
            </p:nvSpPr>
            <p:spPr bwMode="gray">
              <a:xfrm flipH="1">
                <a:off x="12565380" y="2356671"/>
                <a:ext cx="2231529" cy="114232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kern="1200" cap="all">
                    <a:solidFill>
                      <a:schemeClr val="tx1"/>
                    </a:solidFill>
                    <a:latin typeface="+mn-lt"/>
                    <a:ea typeface="+mn-ea"/>
                    <a:cs typeface="+mn-cs"/>
                  </a:rPr>
                  <a:t>IMAGE Credit Formatting</a:t>
                </a:r>
              </a:p>
              <a:p>
                <a:pPr indent="0" algn="l">
                  <a:lnSpc>
                    <a:spcPct val="100000"/>
                  </a:lnSpc>
                  <a:spcBef>
                    <a:spcPts val="400"/>
                  </a:spcBef>
                  <a:spcAft>
                    <a:spcPts val="400"/>
                  </a:spcAft>
                </a:pPr>
                <a:r>
                  <a:rPr lang="en-US" sz="1050" b="0" kern="1200" cap="none">
                    <a:solidFill>
                      <a:schemeClr val="tx1"/>
                    </a:solidFill>
                    <a:latin typeface="+mn-lt"/>
                    <a:ea typeface="+mn-ea"/>
                    <a:cs typeface="+mn-cs"/>
                  </a:rPr>
                  <a:t>Examples!</a:t>
                </a:r>
              </a:p>
              <a:p>
                <a:pPr indent="0" algn="l">
                  <a:lnSpc>
                    <a:spcPct val="100000"/>
                  </a:lnSpc>
                  <a:spcBef>
                    <a:spcPts val="400"/>
                  </a:spcBef>
                  <a:spcAft>
                    <a:spcPts val="400"/>
                  </a:spcAft>
                </a:pPr>
                <a:r>
                  <a:rPr lang="en-US" sz="1050" b="0" kern="1200" cap="none">
                    <a:solidFill>
                      <a:schemeClr val="tx1"/>
                    </a:solidFill>
                    <a:latin typeface="+mn-lt"/>
                    <a:ea typeface="+mn-ea"/>
                    <a:cs typeface="+mn-cs"/>
                  </a:rPr>
                  <a:t>© Westend66 – gettyimages.com</a:t>
                </a:r>
                <a:br>
                  <a:rPr lang="en-US" sz="1050" b="0" kern="1200" cap="none">
                    <a:solidFill>
                      <a:schemeClr val="tx1"/>
                    </a:solidFill>
                    <a:latin typeface="+mn-lt"/>
                    <a:ea typeface="+mn-ea"/>
                    <a:cs typeface="+mn-cs"/>
                  </a:rPr>
                </a:br>
                <a:r>
                  <a:rPr lang="en-US" sz="1050" b="0" kern="1200" cap="none">
                    <a:solidFill>
                      <a:schemeClr val="tx1"/>
                    </a:solidFill>
                    <a:latin typeface="+mn-lt"/>
                    <a:ea typeface="+mn-ea"/>
                    <a:cs typeface="+mn-cs"/>
                  </a:rPr>
                  <a:t>© AI generated – Drees &amp; Sommer</a:t>
                </a:r>
              </a:p>
            </p:txBody>
          </p:sp>
        </p:grpSp>
        <p:grpSp>
          <p:nvGrpSpPr>
            <p:cNvPr id="21" name="info">
              <a:extLst>
                <a:ext uri="{FF2B5EF4-FFF2-40B4-BE49-F238E27FC236}">
                  <a16:creationId xmlns:a16="http://schemas.microsoft.com/office/drawing/2014/main" id="{6449EFDA-CACB-DA3C-CC79-1B8D1F341468}"/>
                </a:ext>
              </a:extLst>
            </p:cNvPr>
            <p:cNvGrpSpPr>
              <a:grpSpLocks/>
            </p:cNvGrpSpPr>
            <p:nvPr userDrawn="1"/>
          </p:nvGrpSpPr>
          <p:grpSpPr>
            <a:xfrm>
              <a:off x="12327529" y="4480790"/>
              <a:ext cx="2500335" cy="2155426"/>
              <a:chOff x="12327530" y="4187428"/>
              <a:chExt cx="2500335" cy="2155426"/>
            </a:xfrm>
          </p:grpSpPr>
          <p:sp>
            <p:nvSpPr>
              <p:cNvPr id="22" name="info">
                <a:extLst>
                  <a:ext uri="{FF2B5EF4-FFF2-40B4-BE49-F238E27FC236}">
                    <a16:creationId xmlns:a16="http://schemas.microsoft.com/office/drawing/2014/main" id="{9E33C14E-BFB5-B1F6-89A1-157C3B9EA3A4}"/>
                  </a:ext>
                </a:extLst>
              </p:cNvPr>
              <p:cNvSpPr/>
              <p:nvPr userDrawn="1"/>
            </p:nvSpPr>
            <p:spPr bwMode="gray">
              <a:xfrm flipH="1">
                <a:off x="12327530" y="5802854"/>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indent="0" algn="l">
                  <a:lnSpc>
                    <a:spcPct val="100000"/>
                  </a:lnSpc>
                  <a:spcBef>
                    <a:spcPts val="400"/>
                  </a:spcBef>
                  <a:spcAft>
                    <a:spcPts val="400"/>
                  </a:spcAft>
                </a:pPr>
                <a:endParaRPr lang="en-US" sz="1050">
                  <a:solidFill>
                    <a:schemeClr val="tx1"/>
                  </a:solidFill>
                </a:endParaRPr>
              </a:p>
              <a:p>
                <a:pPr indent="0" algn="l">
                  <a:lnSpc>
                    <a:spcPct val="100000"/>
                  </a:lnSpc>
                  <a:spcBef>
                    <a:spcPts val="400"/>
                  </a:spcBef>
                  <a:spcAft>
                    <a:spcPts val="400"/>
                  </a:spcAft>
                </a:pPr>
                <a:endParaRPr lang="en-US" sz="1050">
                  <a:solidFill>
                    <a:schemeClr val="tx1"/>
                  </a:solidFill>
                </a:endParaRPr>
              </a:p>
            </p:txBody>
          </p:sp>
          <p:sp>
            <p:nvSpPr>
              <p:cNvPr id="23" name="info">
                <a:extLst>
                  <a:ext uri="{FF2B5EF4-FFF2-40B4-BE49-F238E27FC236}">
                    <a16:creationId xmlns:a16="http://schemas.microsoft.com/office/drawing/2014/main" id="{AF2D3A02-5E08-F8FC-90E5-2DD843F3B27F}"/>
                  </a:ext>
                </a:extLst>
              </p:cNvPr>
              <p:cNvSpPr/>
              <p:nvPr userDrawn="1"/>
            </p:nvSpPr>
            <p:spPr bwMode="gray">
              <a:xfrm flipH="1">
                <a:off x="12596336" y="4187428"/>
                <a:ext cx="2231529" cy="215542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cap="all">
                    <a:solidFill>
                      <a:schemeClr val="tx1"/>
                    </a:solidFill>
                  </a:rPr>
                  <a:t>image credit</a:t>
                </a:r>
              </a:p>
              <a:p>
                <a:pPr indent="0" algn="l">
                  <a:lnSpc>
                    <a:spcPct val="100000"/>
                  </a:lnSpc>
                  <a:spcBef>
                    <a:spcPts val="400"/>
                  </a:spcBef>
                  <a:spcAft>
                    <a:spcPts val="400"/>
                  </a:spcAft>
                </a:pPr>
                <a:r>
                  <a:rPr lang="en-US" sz="1050" b="1">
                    <a:solidFill>
                      <a:schemeClr val="tx1"/>
                    </a:solidFill>
                  </a:rPr>
                  <a:t>Always include </a:t>
                </a:r>
                <a:r>
                  <a:rPr lang="en-US" sz="1050">
                    <a:solidFill>
                      <a:schemeClr val="tx1"/>
                    </a:solidFill>
                  </a:rPr>
                  <a:t>the image credit!</a:t>
                </a:r>
              </a:p>
              <a:p>
                <a:pPr indent="0" algn="l">
                  <a:lnSpc>
                    <a:spcPct val="100000"/>
                  </a:lnSpc>
                  <a:spcBef>
                    <a:spcPts val="400"/>
                  </a:spcBef>
                  <a:spcAft>
                    <a:spcPts val="400"/>
                  </a:spcAft>
                </a:pPr>
                <a:r>
                  <a:rPr lang="en-US" sz="1050">
                    <a:solidFill>
                      <a:schemeClr val="tx1"/>
                    </a:solidFill>
                  </a:rPr>
                  <a:t>How to get the image credit </a:t>
                </a:r>
                <a:r>
                  <a:rPr lang="en-US" sz="1050" b="1">
                    <a:solidFill>
                      <a:schemeClr val="tx1"/>
                    </a:solidFill>
                  </a:rPr>
                  <a:t>placeholder</a:t>
                </a:r>
                <a:r>
                  <a:rPr lang="en-US" sz="1050">
                    <a:solidFill>
                      <a:schemeClr val="tx1"/>
                    </a:solidFill>
                  </a:rPr>
                  <a:t> if it is no longer available on your slide by default: </a:t>
                </a:r>
              </a:p>
              <a:p>
                <a:pPr indent="0" algn="l">
                  <a:lnSpc>
                    <a:spcPct val="100000"/>
                  </a:lnSpc>
                  <a:spcBef>
                    <a:spcPts val="400"/>
                  </a:spcBef>
                  <a:spcAft>
                    <a:spcPts val="400"/>
                  </a:spcAft>
                </a:pPr>
                <a:r>
                  <a:rPr lang="en-US" sz="1050">
                    <a:solidFill>
                      <a:schemeClr val="tx1"/>
                    </a:solidFill>
                  </a:rPr>
                  <a:t>&gt; </a:t>
                </a:r>
                <a:r>
                  <a:rPr lang="en-US" sz="1050" b="0">
                    <a:solidFill>
                      <a:schemeClr val="tx1"/>
                    </a:solidFill>
                  </a:rPr>
                  <a:t>right-click on a free area</a:t>
                </a:r>
                <a:br>
                  <a:rPr lang="en-US" sz="1050" b="0">
                    <a:solidFill>
                      <a:schemeClr val="tx1"/>
                    </a:solidFill>
                  </a:rPr>
                </a:br>
                <a:r>
                  <a:rPr lang="en-US" sz="1050" b="0">
                    <a:solidFill>
                      <a:schemeClr val="tx1"/>
                    </a:solidFill>
                  </a:rPr>
                  <a:t>   on the slide</a:t>
                </a:r>
                <a:br>
                  <a:rPr lang="en-US" sz="1050" b="0">
                    <a:solidFill>
                      <a:schemeClr val="tx1"/>
                    </a:solidFill>
                  </a:rPr>
                </a:br>
                <a:r>
                  <a:rPr lang="en-US" sz="1050" b="0">
                    <a:solidFill>
                      <a:schemeClr val="tx1"/>
                    </a:solidFill>
                  </a:rPr>
                  <a:t>&gt; insert text element</a:t>
                </a:r>
                <a:endParaRPr lang="en-US" sz="1050">
                  <a:solidFill>
                    <a:schemeClr val="tx1"/>
                  </a:solidFill>
                </a:endParaRPr>
              </a:p>
              <a:p>
                <a:pPr indent="0" algn="l">
                  <a:lnSpc>
                    <a:spcPct val="100000"/>
                  </a:lnSpc>
                  <a:spcBef>
                    <a:spcPts val="400"/>
                  </a:spcBef>
                  <a:spcAft>
                    <a:spcPts val="400"/>
                  </a:spcAft>
                </a:pPr>
                <a:r>
                  <a:rPr lang="en-US" sz="1050">
                    <a:solidFill>
                      <a:schemeClr val="tx1"/>
                    </a:solidFill>
                  </a:rPr>
                  <a:t>“</a:t>
                </a:r>
                <a:r>
                  <a:rPr lang="en-US" sz="1050" b="1">
                    <a:solidFill>
                      <a:schemeClr val="tx1"/>
                    </a:solidFill>
                  </a:rPr>
                  <a:t>Copyright right</a:t>
                </a:r>
                <a:r>
                  <a:rPr lang="en-US" sz="1050">
                    <a:solidFill>
                      <a:schemeClr val="tx1"/>
                    </a:solidFill>
                  </a:rPr>
                  <a:t>”</a:t>
                </a:r>
              </a:p>
            </p:txBody>
          </p:sp>
        </p:grpSp>
      </p:grpSp>
    </p:spTree>
    <p:extLst>
      <p:ext uri="{BB962C8B-B14F-4D97-AF65-F5344CB8AC3E}">
        <p14:creationId xmlns:p14="http://schemas.microsoft.com/office/powerpoint/2010/main" val="368633052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644">
          <p15:clr>
            <a:srgbClr val="FBAE40"/>
          </p15:clr>
        </p15:guide>
        <p15:guide id="2" orient="horz" pos="1305">
          <p15:clr>
            <a:srgbClr val="FBAE40"/>
          </p15:clr>
        </p15:guide>
        <p15:guide id="3" pos="4596">
          <p15:clr>
            <a:srgbClr val="FBAE40"/>
          </p15:clr>
        </p15:guide>
        <p15:guide id="4" pos="4686">
          <p15:clr>
            <a:srgbClr val="FBAE40"/>
          </p15:clr>
        </p15:guide>
        <p15:guide id="5" orient="horz" pos="139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ull Picture">
    <p:spTree>
      <p:nvGrpSpPr>
        <p:cNvPr id="1" name=""/>
        <p:cNvGrpSpPr/>
        <p:nvPr/>
      </p:nvGrpSpPr>
      <p:grpSpPr>
        <a:xfrm>
          <a:off x="0" y="0"/>
          <a:ext cx="0" cy="0"/>
          <a:chOff x="0" y="0"/>
          <a:chExt cx="0" cy="0"/>
        </a:xfrm>
      </p:grpSpPr>
      <p:sp>
        <p:nvSpPr>
          <p:cNvPr id="23" name="logo drees&amp;sommer blue mask">
            <a:extLst>
              <a:ext uri="{FF2B5EF4-FFF2-40B4-BE49-F238E27FC236}">
                <a16:creationId xmlns:a16="http://schemas.microsoft.com/office/drawing/2014/main" id="{E20494AC-6547-4123-B4F0-80FEF2AFE0E2}"/>
              </a:ext>
              <a:ext uri="{C183D7F6-B498-43B3-948B-1728B52AA6E4}">
                <adec:decorative xmlns:adec="http://schemas.microsoft.com/office/drawing/2017/decorative" val="1"/>
              </a:ext>
            </a:extLst>
          </p:cNvPr>
          <p:cNvSpPr/>
          <p:nvPr/>
        </p:nvSpPr>
        <p:spPr bwMode="gray">
          <a:xfrm>
            <a:off x="10579100" y="6197600"/>
            <a:ext cx="1270000" cy="584200"/>
          </a:xfrm>
          <a:prstGeom prst="rect">
            <a:avLst/>
          </a:prstGeom>
          <a:solidFill>
            <a:srgbClr val="00296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a:p>
        </p:txBody>
      </p:sp>
      <p:sp>
        <p:nvSpPr>
          <p:cNvPr id="9" name="picture">
            <a:extLst>
              <a:ext uri="{FF2B5EF4-FFF2-40B4-BE49-F238E27FC236}">
                <a16:creationId xmlns:a16="http://schemas.microsoft.com/office/drawing/2014/main" id="{F631FF25-0395-4B6E-60C2-BFAAFE852FC0}"/>
              </a:ext>
            </a:extLst>
          </p:cNvPr>
          <p:cNvSpPr>
            <a:spLocks noGrp="1"/>
          </p:cNvSpPr>
          <p:nvPr>
            <p:ph type="pic" sz="quarter" idx="18"/>
          </p:nvPr>
        </p:nvSpPr>
        <p:spPr bwMode="ltGray">
          <a:xfrm>
            <a:off x="0" y="1"/>
            <a:ext cx="12192000" cy="6858000"/>
          </a:xfrm>
          <a:custGeom>
            <a:avLst/>
            <a:gdLst>
              <a:gd name="connsiteX0" fmla="*/ 10909343 w 12192000"/>
              <a:gd name="connsiteY0" fmla="*/ 6535878 h 6858000"/>
              <a:gd name="connsiteX1" fmla="*/ 10992168 w 12192000"/>
              <a:gd name="connsiteY1" fmla="*/ 6535878 h 6858000"/>
              <a:gd name="connsiteX2" fmla="*/ 10992168 w 12192000"/>
              <a:gd name="connsiteY2" fmla="*/ 6598744 h 6858000"/>
              <a:gd name="connsiteX3" fmla="*/ 10909343 w 12192000"/>
              <a:gd name="connsiteY3" fmla="*/ 6598744 h 6858000"/>
              <a:gd name="connsiteX4" fmla="*/ 11563256 w 12192000"/>
              <a:gd name="connsiteY4" fmla="*/ 6534689 h 6858000"/>
              <a:gd name="connsiteX5" fmla="*/ 11619215 w 12192000"/>
              <a:gd name="connsiteY5" fmla="*/ 6534689 h 6858000"/>
              <a:gd name="connsiteX6" fmla="*/ 11630409 w 12192000"/>
              <a:gd name="connsiteY6" fmla="*/ 6542785 h 6858000"/>
              <a:gd name="connsiteX7" fmla="*/ 11630409 w 12192000"/>
              <a:gd name="connsiteY7" fmla="*/ 6554454 h 6858000"/>
              <a:gd name="connsiteX8" fmla="*/ 11619215 w 12192000"/>
              <a:gd name="connsiteY8" fmla="*/ 6562549 h 6858000"/>
              <a:gd name="connsiteX9" fmla="*/ 11563256 w 12192000"/>
              <a:gd name="connsiteY9" fmla="*/ 6562549 h 6858000"/>
              <a:gd name="connsiteX10" fmla="*/ 10910306 w 12192000"/>
              <a:gd name="connsiteY10" fmla="*/ 6517317 h 6858000"/>
              <a:gd name="connsiteX11" fmla="*/ 10883590 w 12192000"/>
              <a:gd name="connsiteY11" fmla="*/ 6541121 h 6858000"/>
              <a:gd name="connsiteX12" fmla="*/ 10883590 w 12192000"/>
              <a:gd name="connsiteY12" fmla="*/ 6594222 h 6858000"/>
              <a:gd name="connsiteX13" fmla="*/ 10910306 w 12192000"/>
              <a:gd name="connsiteY13" fmla="*/ 6618041 h 6858000"/>
              <a:gd name="connsiteX14" fmla="*/ 10989730 w 12192000"/>
              <a:gd name="connsiteY14" fmla="*/ 6618041 h 6858000"/>
              <a:gd name="connsiteX15" fmla="*/ 11016446 w 12192000"/>
              <a:gd name="connsiteY15" fmla="*/ 6594222 h 6858000"/>
              <a:gd name="connsiteX16" fmla="*/ 11016446 w 12192000"/>
              <a:gd name="connsiteY16" fmla="*/ 6541121 h 6858000"/>
              <a:gd name="connsiteX17" fmla="*/ 10989730 w 12192000"/>
              <a:gd name="connsiteY17" fmla="*/ 6517317 h 6858000"/>
              <a:gd name="connsiteX18" fmla="*/ 11538985 w 12192000"/>
              <a:gd name="connsiteY18" fmla="*/ 6517310 h 6858000"/>
              <a:gd name="connsiteX19" fmla="*/ 11538985 w 12192000"/>
              <a:gd name="connsiteY19" fmla="*/ 6618034 h 6858000"/>
              <a:gd name="connsiteX20" fmla="*/ 11563263 w 12192000"/>
              <a:gd name="connsiteY20" fmla="*/ 6618034 h 6858000"/>
              <a:gd name="connsiteX21" fmla="*/ 11563263 w 12192000"/>
              <a:gd name="connsiteY21" fmla="*/ 6579928 h 6858000"/>
              <a:gd name="connsiteX22" fmla="*/ 11586360 w 12192000"/>
              <a:gd name="connsiteY22" fmla="*/ 6579928 h 6858000"/>
              <a:gd name="connsiteX23" fmla="*/ 11628506 w 12192000"/>
              <a:gd name="connsiteY23" fmla="*/ 6618034 h 6858000"/>
              <a:gd name="connsiteX24" fmla="*/ 11663753 w 12192000"/>
              <a:gd name="connsiteY24" fmla="*/ 6618034 h 6858000"/>
              <a:gd name="connsiteX25" fmla="*/ 11615897 w 12192000"/>
              <a:gd name="connsiteY25" fmla="*/ 6579928 h 6858000"/>
              <a:gd name="connsiteX26" fmla="*/ 11629710 w 12192000"/>
              <a:gd name="connsiteY26" fmla="*/ 6579928 h 6858000"/>
              <a:gd name="connsiteX27" fmla="*/ 11653280 w 12192000"/>
              <a:gd name="connsiteY27" fmla="*/ 6560638 h 6858000"/>
              <a:gd name="connsiteX28" fmla="*/ 11653280 w 12192000"/>
              <a:gd name="connsiteY28" fmla="*/ 6536834 h 6858000"/>
              <a:gd name="connsiteX29" fmla="*/ 11629710 w 12192000"/>
              <a:gd name="connsiteY29" fmla="*/ 6517310 h 6858000"/>
              <a:gd name="connsiteX30" fmla="*/ 11401645 w 12192000"/>
              <a:gd name="connsiteY30" fmla="*/ 6517310 h 6858000"/>
              <a:gd name="connsiteX31" fmla="*/ 11401645 w 12192000"/>
              <a:gd name="connsiteY31" fmla="*/ 6618034 h 6858000"/>
              <a:gd name="connsiteX32" fmla="*/ 11513119 w 12192000"/>
              <a:gd name="connsiteY32" fmla="*/ 6618034 h 6858000"/>
              <a:gd name="connsiteX33" fmla="*/ 11513119 w 12192000"/>
              <a:gd name="connsiteY33" fmla="*/ 6599218 h 6858000"/>
              <a:gd name="connsiteX34" fmla="*/ 11426909 w 12192000"/>
              <a:gd name="connsiteY34" fmla="*/ 6599218 h 6858000"/>
              <a:gd name="connsiteX35" fmla="*/ 11426909 w 12192000"/>
              <a:gd name="connsiteY35" fmla="*/ 6574451 h 6858000"/>
              <a:gd name="connsiteX36" fmla="*/ 11476458 w 12192000"/>
              <a:gd name="connsiteY36" fmla="*/ 6574451 h 6858000"/>
              <a:gd name="connsiteX37" fmla="*/ 11476458 w 12192000"/>
              <a:gd name="connsiteY37" fmla="*/ 6557072 h 6858000"/>
              <a:gd name="connsiteX38" fmla="*/ 11426909 w 12192000"/>
              <a:gd name="connsiteY38" fmla="*/ 6557072 h 6858000"/>
              <a:gd name="connsiteX39" fmla="*/ 11426909 w 12192000"/>
              <a:gd name="connsiteY39" fmla="*/ 6535178 h 6858000"/>
              <a:gd name="connsiteX40" fmla="*/ 11511908 w 12192000"/>
              <a:gd name="connsiteY40" fmla="*/ 6535178 h 6858000"/>
              <a:gd name="connsiteX41" fmla="*/ 11511908 w 12192000"/>
              <a:gd name="connsiteY41" fmla="*/ 6517310 h 6858000"/>
              <a:gd name="connsiteX42" fmla="*/ 11225454 w 12192000"/>
              <a:gd name="connsiteY42" fmla="*/ 6517310 h 6858000"/>
              <a:gd name="connsiteX43" fmla="*/ 11225454 w 12192000"/>
              <a:gd name="connsiteY43" fmla="*/ 6618034 h 6858000"/>
              <a:gd name="connsiteX44" fmla="*/ 11248423 w 12192000"/>
              <a:gd name="connsiteY44" fmla="*/ 6618034 h 6858000"/>
              <a:gd name="connsiteX45" fmla="*/ 11248423 w 12192000"/>
              <a:gd name="connsiteY45" fmla="*/ 6550413 h 6858000"/>
              <a:gd name="connsiteX46" fmla="*/ 11294805 w 12192000"/>
              <a:gd name="connsiteY46" fmla="*/ 6605891 h 6858000"/>
              <a:gd name="connsiteX47" fmla="*/ 11299665 w 12192000"/>
              <a:gd name="connsiteY47" fmla="*/ 6605891 h 6858000"/>
              <a:gd name="connsiteX48" fmla="*/ 11345558 w 12192000"/>
              <a:gd name="connsiteY48" fmla="*/ 6548736 h 6858000"/>
              <a:gd name="connsiteX49" fmla="*/ 11345558 w 12192000"/>
              <a:gd name="connsiteY49" fmla="*/ 6618034 h 6858000"/>
              <a:gd name="connsiteX50" fmla="*/ 11368873 w 12192000"/>
              <a:gd name="connsiteY50" fmla="*/ 6618034 h 6858000"/>
              <a:gd name="connsiteX51" fmla="*/ 11368873 w 12192000"/>
              <a:gd name="connsiteY51" fmla="*/ 6517310 h 6858000"/>
              <a:gd name="connsiteX52" fmla="*/ 11348725 w 12192000"/>
              <a:gd name="connsiteY52" fmla="*/ 6517310 h 6858000"/>
              <a:gd name="connsiteX53" fmla="*/ 11298687 w 12192000"/>
              <a:gd name="connsiteY53" fmla="*/ 6577069 h 6858000"/>
              <a:gd name="connsiteX54" fmla="*/ 11248423 w 12192000"/>
              <a:gd name="connsiteY54" fmla="*/ 6517310 h 6858000"/>
              <a:gd name="connsiteX55" fmla="*/ 11048135 w 12192000"/>
              <a:gd name="connsiteY55" fmla="*/ 6517310 h 6858000"/>
              <a:gd name="connsiteX56" fmla="*/ 11048135 w 12192000"/>
              <a:gd name="connsiteY56" fmla="*/ 6618034 h 6858000"/>
              <a:gd name="connsiteX57" fmla="*/ 11071096 w 12192000"/>
              <a:gd name="connsiteY57" fmla="*/ 6618034 h 6858000"/>
              <a:gd name="connsiteX58" fmla="*/ 11071096 w 12192000"/>
              <a:gd name="connsiteY58" fmla="*/ 6550413 h 6858000"/>
              <a:gd name="connsiteX59" fmla="*/ 11117478 w 12192000"/>
              <a:gd name="connsiteY59" fmla="*/ 6605891 h 6858000"/>
              <a:gd name="connsiteX60" fmla="*/ 11122331 w 12192000"/>
              <a:gd name="connsiteY60" fmla="*/ 6605891 h 6858000"/>
              <a:gd name="connsiteX61" fmla="*/ 11168239 w 12192000"/>
              <a:gd name="connsiteY61" fmla="*/ 6548736 h 6858000"/>
              <a:gd name="connsiteX62" fmla="*/ 11168239 w 12192000"/>
              <a:gd name="connsiteY62" fmla="*/ 6618034 h 6858000"/>
              <a:gd name="connsiteX63" fmla="*/ 11191554 w 12192000"/>
              <a:gd name="connsiteY63" fmla="*/ 6618034 h 6858000"/>
              <a:gd name="connsiteX64" fmla="*/ 11191554 w 12192000"/>
              <a:gd name="connsiteY64" fmla="*/ 6517310 h 6858000"/>
              <a:gd name="connsiteX65" fmla="*/ 11171399 w 12192000"/>
              <a:gd name="connsiteY65" fmla="*/ 6517310 h 6858000"/>
              <a:gd name="connsiteX66" fmla="*/ 11121368 w 12192000"/>
              <a:gd name="connsiteY66" fmla="*/ 6577069 h 6858000"/>
              <a:gd name="connsiteX67" fmla="*/ 11071096 w 12192000"/>
              <a:gd name="connsiteY67" fmla="*/ 6517310 h 6858000"/>
              <a:gd name="connsiteX68" fmla="*/ 10752277 w 12192000"/>
              <a:gd name="connsiteY68" fmla="*/ 6495161 h 6858000"/>
              <a:gd name="connsiteX69" fmla="*/ 10721799 w 12192000"/>
              <a:gd name="connsiteY69" fmla="*/ 6524217 h 6858000"/>
              <a:gd name="connsiteX70" fmla="*/ 10721799 w 12192000"/>
              <a:gd name="connsiteY70" fmla="*/ 6537774 h 6858000"/>
              <a:gd name="connsiteX71" fmla="*/ 10752277 w 12192000"/>
              <a:gd name="connsiteY71" fmla="*/ 6566829 h 6858000"/>
              <a:gd name="connsiteX72" fmla="*/ 10828955 w 12192000"/>
              <a:gd name="connsiteY72" fmla="*/ 6566829 h 6858000"/>
              <a:gd name="connsiteX73" fmla="*/ 10828955 w 12192000"/>
              <a:gd name="connsiteY73" fmla="*/ 6594929 h 6858000"/>
              <a:gd name="connsiteX74" fmla="*/ 10742052 w 12192000"/>
              <a:gd name="connsiteY74" fmla="*/ 6594929 h 6858000"/>
              <a:gd name="connsiteX75" fmla="*/ 10742052 w 12192000"/>
              <a:gd name="connsiteY75" fmla="*/ 6581703 h 6858000"/>
              <a:gd name="connsiteX76" fmla="*/ 10716796 w 12192000"/>
              <a:gd name="connsiteY76" fmla="*/ 6586947 h 6858000"/>
              <a:gd name="connsiteX77" fmla="*/ 10716796 w 12192000"/>
              <a:gd name="connsiteY77" fmla="*/ 6588978 h 6858000"/>
              <a:gd name="connsiteX78" fmla="*/ 10747514 w 12192000"/>
              <a:gd name="connsiteY78" fmla="*/ 6618026 h 6858000"/>
              <a:gd name="connsiteX79" fmla="*/ 10823486 w 12192000"/>
              <a:gd name="connsiteY79" fmla="*/ 6618026 h 6858000"/>
              <a:gd name="connsiteX80" fmla="*/ 10854204 w 12192000"/>
              <a:gd name="connsiteY80" fmla="*/ 6588978 h 6858000"/>
              <a:gd name="connsiteX81" fmla="*/ 10854204 w 12192000"/>
              <a:gd name="connsiteY81" fmla="*/ 6572073 h 6858000"/>
              <a:gd name="connsiteX82" fmla="*/ 10823486 w 12192000"/>
              <a:gd name="connsiteY82" fmla="*/ 6543018 h 6858000"/>
              <a:gd name="connsiteX83" fmla="*/ 10746799 w 12192000"/>
              <a:gd name="connsiteY83" fmla="*/ 6543018 h 6858000"/>
              <a:gd name="connsiteX84" fmla="*/ 10746799 w 12192000"/>
              <a:gd name="connsiteY84" fmla="*/ 6516595 h 6858000"/>
              <a:gd name="connsiteX85" fmla="*/ 10827285 w 12192000"/>
              <a:gd name="connsiteY85" fmla="*/ 6516595 h 6858000"/>
              <a:gd name="connsiteX86" fmla="*/ 10827285 w 12192000"/>
              <a:gd name="connsiteY86" fmla="*/ 6529904 h 6858000"/>
              <a:gd name="connsiteX87" fmla="*/ 10852526 w 12192000"/>
              <a:gd name="connsiteY87" fmla="*/ 6523953 h 6858000"/>
              <a:gd name="connsiteX88" fmla="*/ 10852526 w 12192000"/>
              <a:gd name="connsiteY88" fmla="*/ 6522073 h 6858000"/>
              <a:gd name="connsiteX89" fmla="*/ 10822049 w 12192000"/>
              <a:gd name="connsiteY89" fmla="*/ 6495161 h 6858000"/>
              <a:gd name="connsiteX90" fmla="*/ 11554221 w 12192000"/>
              <a:gd name="connsiteY90" fmla="*/ 6392872 h 6858000"/>
              <a:gd name="connsiteX91" fmla="*/ 11591123 w 12192000"/>
              <a:gd name="connsiteY91" fmla="*/ 6423590 h 6858000"/>
              <a:gd name="connsiteX92" fmla="*/ 11579695 w 12192000"/>
              <a:gd name="connsiteY92" fmla="*/ 6433348 h 6858000"/>
              <a:gd name="connsiteX93" fmla="*/ 11522795 w 12192000"/>
              <a:gd name="connsiteY93" fmla="*/ 6433348 h 6858000"/>
              <a:gd name="connsiteX94" fmla="*/ 11522795 w 12192000"/>
              <a:gd name="connsiteY94" fmla="*/ 6433341 h 6858000"/>
              <a:gd name="connsiteX95" fmla="*/ 11522795 w 12192000"/>
              <a:gd name="connsiteY95" fmla="*/ 6412395 h 6858000"/>
              <a:gd name="connsiteX96" fmla="*/ 10923532 w 12192000"/>
              <a:gd name="connsiteY96" fmla="*/ 6371438 h 6858000"/>
              <a:gd name="connsiteX97" fmla="*/ 10979491 w 12192000"/>
              <a:gd name="connsiteY97" fmla="*/ 6371438 h 6858000"/>
              <a:gd name="connsiteX98" fmla="*/ 10990685 w 12192000"/>
              <a:gd name="connsiteY98" fmla="*/ 6379533 h 6858000"/>
              <a:gd name="connsiteX99" fmla="*/ 10990685 w 12192000"/>
              <a:gd name="connsiteY99" fmla="*/ 6391202 h 6858000"/>
              <a:gd name="connsiteX100" fmla="*/ 10979491 w 12192000"/>
              <a:gd name="connsiteY100" fmla="*/ 6399297 h 6858000"/>
              <a:gd name="connsiteX101" fmla="*/ 10923532 w 12192000"/>
              <a:gd name="connsiteY101" fmla="*/ 6399297 h 6858000"/>
              <a:gd name="connsiteX102" fmla="*/ 11349305 w 12192000"/>
              <a:gd name="connsiteY102" fmla="*/ 6354059 h 6858000"/>
              <a:gd name="connsiteX103" fmla="*/ 11322868 w 12192000"/>
              <a:gd name="connsiteY103" fmla="*/ 6377878 h 6858000"/>
              <a:gd name="connsiteX104" fmla="*/ 11322868 w 12192000"/>
              <a:gd name="connsiteY104" fmla="*/ 6389073 h 6858000"/>
              <a:gd name="connsiteX105" fmla="*/ 11349305 w 12192000"/>
              <a:gd name="connsiteY105" fmla="*/ 6412877 h 6858000"/>
              <a:gd name="connsiteX106" fmla="*/ 11414541 w 12192000"/>
              <a:gd name="connsiteY106" fmla="*/ 6412877 h 6858000"/>
              <a:gd name="connsiteX107" fmla="*/ 11414541 w 12192000"/>
              <a:gd name="connsiteY107" fmla="*/ 6435982 h 6858000"/>
              <a:gd name="connsiteX108" fmla="*/ 11340480 w 12192000"/>
              <a:gd name="connsiteY108" fmla="*/ 6435982 h 6858000"/>
              <a:gd name="connsiteX109" fmla="*/ 11340480 w 12192000"/>
              <a:gd name="connsiteY109" fmla="*/ 6425374 h 6858000"/>
              <a:gd name="connsiteX110" fmla="*/ 11318587 w 12192000"/>
              <a:gd name="connsiteY110" fmla="*/ 6429429 h 6858000"/>
              <a:gd name="connsiteX111" fmla="*/ 11318587 w 12192000"/>
              <a:gd name="connsiteY111" fmla="*/ 6430979 h 6858000"/>
              <a:gd name="connsiteX112" fmla="*/ 11345009 w 12192000"/>
              <a:gd name="connsiteY112" fmla="*/ 6454783 h 6858000"/>
              <a:gd name="connsiteX113" fmla="*/ 11410501 w 12192000"/>
              <a:gd name="connsiteY113" fmla="*/ 6454783 h 6858000"/>
              <a:gd name="connsiteX114" fmla="*/ 11436690 w 12192000"/>
              <a:gd name="connsiteY114" fmla="*/ 6430979 h 6858000"/>
              <a:gd name="connsiteX115" fmla="*/ 11436690 w 12192000"/>
              <a:gd name="connsiteY115" fmla="*/ 6417165 h 6858000"/>
              <a:gd name="connsiteX116" fmla="*/ 11410501 w 12192000"/>
              <a:gd name="connsiteY116" fmla="*/ 6393361 h 6858000"/>
              <a:gd name="connsiteX117" fmla="*/ 11345009 w 12192000"/>
              <a:gd name="connsiteY117" fmla="*/ 6393361 h 6858000"/>
              <a:gd name="connsiteX118" fmla="*/ 11345009 w 12192000"/>
              <a:gd name="connsiteY118" fmla="*/ 6372153 h 6858000"/>
              <a:gd name="connsiteX119" fmla="*/ 11414300 w 12192000"/>
              <a:gd name="connsiteY119" fmla="*/ 6372153 h 6858000"/>
              <a:gd name="connsiteX120" fmla="*/ 11414300 w 12192000"/>
              <a:gd name="connsiteY120" fmla="*/ 6381564 h 6858000"/>
              <a:gd name="connsiteX121" fmla="*/ 11435486 w 12192000"/>
              <a:gd name="connsiteY121" fmla="*/ 6377050 h 6858000"/>
              <a:gd name="connsiteX122" fmla="*/ 11435486 w 12192000"/>
              <a:gd name="connsiteY122" fmla="*/ 6375967 h 6858000"/>
              <a:gd name="connsiteX123" fmla="*/ 11409064 w 12192000"/>
              <a:gd name="connsiteY123" fmla="*/ 6354059 h 6858000"/>
              <a:gd name="connsiteX124" fmla="*/ 11184971 w 12192000"/>
              <a:gd name="connsiteY124" fmla="*/ 6354059 h 6858000"/>
              <a:gd name="connsiteX125" fmla="*/ 11184971 w 12192000"/>
              <a:gd name="connsiteY125" fmla="*/ 6454775 h 6858000"/>
              <a:gd name="connsiteX126" fmla="*/ 11294264 w 12192000"/>
              <a:gd name="connsiteY126" fmla="*/ 6454775 h 6858000"/>
              <a:gd name="connsiteX127" fmla="*/ 11294264 w 12192000"/>
              <a:gd name="connsiteY127" fmla="*/ 6435966 h 6858000"/>
              <a:gd name="connsiteX128" fmla="*/ 11209738 w 12192000"/>
              <a:gd name="connsiteY128" fmla="*/ 6435966 h 6858000"/>
              <a:gd name="connsiteX129" fmla="*/ 11209738 w 12192000"/>
              <a:gd name="connsiteY129" fmla="*/ 6411199 h 6858000"/>
              <a:gd name="connsiteX130" fmla="*/ 11258310 w 12192000"/>
              <a:gd name="connsiteY130" fmla="*/ 6411199 h 6858000"/>
              <a:gd name="connsiteX131" fmla="*/ 11258310 w 12192000"/>
              <a:gd name="connsiteY131" fmla="*/ 6393820 h 6858000"/>
              <a:gd name="connsiteX132" fmla="*/ 11209738 w 12192000"/>
              <a:gd name="connsiteY132" fmla="*/ 6393820 h 6858000"/>
              <a:gd name="connsiteX133" fmla="*/ 11209738 w 12192000"/>
              <a:gd name="connsiteY133" fmla="*/ 6371912 h 6858000"/>
              <a:gd name="connsiteX134" fmla="*/ 11293083 w 12192000"/>
              <a:gd name="connsiteY134" fmla="*/ 6371912 h 6858000"/>
              <a:gd name="connsiteX135" fmla="*/ 11293083 w 12192000"/>
              <a:gd name="connsiteY135" fmla="*/ 6354059 h 6858000"/>
              <a:gd name="connsiteX136" fmla="*/ 11047262 w 12192000"/>
              <a:gd name="connsiteY136" fmla="*/ 6354059 h 6858000"/>
              <a:gd name="connsiteX137" fmla="*/ 11047262 w 12192000"/>
              <a:gd name="connsiteY137" fmla="*/ 6454775 h 6858000"/>
              <a:gd name="connsiteX138" fmla="*/ 11156555 w 12192000"/>
              <a:gd name="connsiteY138" fmla="*/ 6454775 h 6858000"/>
              <a:gd name="connsiteX139" fmla="*/ 11156555 w 12192000"/>
              <a:gd name="connsiteY139" fmla="*/ 6435966 h 6858000"/>
              <a:gd name="connsiteX140" fmla="*/ 11072029 w 12192000"/>
              <a:gd name="connsiteY140" fmla="*/ 6435966 h 6858000"/>
              <a:gd name="connsiteX141" fmla="*/ 11072029 w 12192000"/>
              <a:gd name="connsiteY141" fmla="*/ 6411199 h 6858000"/>
              <a:gd name="connsiteX142" fmla="*/ 11120601 w 12192000"/>
              <a:gd name="connsiteY142" fmla="*/ 6411199 h 6858000"/>
              <a:gd name="connsiteX143" fmla="*/ 11120601 w 12192000"/>
              <a:gd name="connsiteY143" fmla="*/ 6393820 h 6858000"/>
              <a:gd name="connsiteX144" fmla="*/ 11072029 w 12192000"/>
              <a:gd name="connsiteY144" fmla="*/ 6393820 h 6858000"/>
              <a:gd name="connsiteX145" fmla="*/ 11072029 w 12192000"/>
              <a:gd name="connsiteY145" fmla="*/ 6371912 h 6858000"/>
              <a:gd name="connsiteX146" fmla="*/ 11155374 w 12192000"/>
              <a:gd name="connsiteY146" fmla="*/ 6371912 h 6858000"/>
              <a:gd name="connsiteX147" fmla="*/ 11155374 w 12192000"/>
              <a:gd name="connsiteY147" fmla="*/ 6354059 h 6858000"/>
              <a:gd name="connsiteX148" fmla="*/ 10899246 w 12192000"/>
              <a:gd name="connsiteY148" fmla="*/ 6354059 h 6858000"/>
              <a:gd name="connsiteX149" fmla="*/ 10899246 w 12192000"/>
              <a:gd name="connsiteY149" fmla="*/ 6454775 h 6858000"/>
              <a:gd name="connsiteX150" fmla="*/ 10923539 w 12192000"/>
              <a:gd name="connsiteY150" fmla="*/ 6454775 h 6858000"/>
              <a:gd name="connsiteX151" fmla="*/ 10923539 w 12192000"/>
              <a:gd name="connsiteY151" fmla="*/ 6416669 h 6858000"/>
              <a:gd name="connsiteX152" fmla="*/ 10946636 w 12192000"/>
              <a:gd name="connsiteY152" fmla="*/ 6416669 h 6858000"/>
              <a:gd name="connsiteX153" fmla="*/ 10988782 w 12192000"/>
              <a:gd name="connsiteY153" fmla="*/ 6454775 h 6858000"/>
              <a:gd name="connsiteX154" fmla="*/ 11024029 w 12192000"/>
              <a:gd name="connsiteY154" fmla="*/ 6454775 h 6858000"/>
              <a:gd name="connsiteX155" fmla="*/ 10976158 w 12192000"/>
              <a:gd name="connsiteY155" fmla="*/ 6416669 h 6858000"/>
              <a:gd name="connsiteX156" fmla="*/ 10989971 w 12192000"/>
              <a:gd name="connsiteY156" fmla="*/ 6416669 h 6858000"/>
              <a:gd name="connsiteX157" fmla="*/ 11013549 w 12192000"/>
              <a:gd name="connsiteY157" fmla="*/ 6397394 h 6858000"/>
              <a:gd name="connsiteX158" fmla="*/ 11013549 w 12192000"/>
              <a:gd name="connsiteY158" fmla="*/ 6373582 h 6858000"/>
              <a:gd name="connsiteX159" fmla="*/ 10989971 w 12192000"/>
              <a:gd name="connsiteY159" fmla="*/ 6354059 h 6858000"/>
              <a:gd name="connsiteX160" fmla="*/ 10749425 w 12192000"/>
              <a:gd name="connsiteY160" fmla="*/ 6353818 h 6858000"/>
              <a:gd name="connsiteX161" fmla="*/ 10800140 w 12192000"/>
              <a:gd name="connsiteY161" fmla="*/ 6353818 h 6858000"/>
              <a:gd name="connsiteX162" fmla="*/ 10840624 w 12192000"/>
              <a:gd name="connsiteY162" fmla="*/ 6392157 h 6858000"/>
              <a:gd name="connsiteX163" fmla="*/ 10786327 w 12192000"/>
              <a:gd name="connsiteY163" fmla="*/ 6431685 h 6858000"/>
              <a:gd name="connsiteX164" fmla="*/ 10749425 w 12192000"/>
              <a:gd name="connsiteY164" fmla="*/ 6431685 h 6858000"/>
              <a:gd name="connsiteX165" fmla="*/ 11558990 w 12192000"/>
              <a:gd name="connsiteY165" fmla="*/ 6331910 h 6858000"/>
              <a:gd name="connsiteX166" fmla="*/ 11528513 w 12192000"/>
              <a:gd name="connsiteY166" fmla="*/ 6354292 h 6858000"/>
              <a:gd name="connsiteX167" fmla="*/ 11528513 w 12192000"/>
              <a:gd name="connsiteY167" fmla="*/ 6361191 h 6858000"/>
              <a:gd name="connsiteX168" fmla="*/ 11538993 w 12192000"/>
              <a:gd name="connsiteY168" fmla="*/ 6379766 h 6858000"/>
              <a:gd name="connsiteX169" fmla="*/ 11513978 w 12192000"/>
              <a:gd name="connsiteY169" fmla="*/ 6394775 h 6858000"/>
              <a:gd name="connsiteX170" fmla="*/ 11498743 w 12192000"/>
              <a:gd name="connsiteY170" fmla="*/ 6417632 h 6858000"/>
              <a:gd name="connsiteX171" fmla="*/ 11498743 w 12192000"/>
              <a:gd name="connsiteY171" fmla="*/ 6425727 h 6858000"/>
              <a:gd name="connsiteX172" fmla="*/ 11529454 w 12192000"/>
              <a:gd name="connsiteY172" fmla="*/ 6454775 h 6858000"/>
              <a:gd name="connsiteX173" fmla="*/ 11573270 w 12192000"/>
              <a:gd name="connsiteY173" fmla="*/ 6454775 h 6858000"/>
              <a:gd name="connsiteX174" fmla="*/ 11596367 w 12192000"/>
              <a:gd name="connsiteY174" fmla="*/ 6447387 h 6858000"/>
              <a:gd name="connsiteX175" fmla="*/ 11607321 w 12192000"/>
              <a:gd name="connsiteY175" fmla="*/ 6437629 h 6858000"/>
              <a:gd name="connsiteX176" fmla="*/ 11627559 w 12192000"/>
              <a:gd name="connsiteY176" fmla="*/ 6454775 h 6858000"/>
              <a:gd name="connsiteX177" fmla="*/ 11664950 w 12192000"/>
              <a:gd name="connsiteY177" fmla="*/ 6454775 h 6858000"/>
              <a:gd name="connsiteX178" fmla="*/ 11626137 w 12192000"/>
              <a:gd name="connsiteY178" fmla="*/ 6422146 h 6858000"/>
              <a:gd name="connsiteX179" fmla="*/ 11654470 w 12192000"/>
              <a:gd name="connsiteY179" fmla="*/ 6398582 h 6858000"/>
              <a:gd name="connsiteX180" fmla="*/ 11638272 w 12192000"/>
              <a:gd name="connsiteY180" fmla="*/ 6384536 h 6858000"/>
              <a:gd name="connsiteX181" fmla="*/ 11609698 w 12192000"/>
              <a:gd name="connsiteY181" fmla="*/ 6408340 h 6858000"/>
              <a:gd name="connsiteX182" fmla="*/ 11551836 w 12192000"/>
              <a:gd name="connsiteY182" fmla="*/ 6360243 h 6858000"/>
              <a:gd name="connsiteX183" fmla="*/ 11551836 w 12192000"/>
              <a:gd name="connsiteY183" fmla="*/ 6351433 h 6858000"/>
              <a:gd name="connsiteX184" fmla="*/ 11592086 w 12192000"/>
              <a:gd name="connsiteY184" fmla="*/ 6351433 h 6858000"/>
              <a:gd name="connsiteX185" fmla="*/ 11592086 w 12192000"/>
              <a:gd name="connsiteY185" fmla="*/ 6367872 h 6858000"/>
              <a:gd name="connsiteX186" fmla="*/ 11614220 w 12192000"/>
              <a:gd name="connsiteY186" fmla="*/ 6364065 h 6858000"/>
              <a:gd name="connsiteX187" fmla="*/ 11614220 w 12192000"/>
              <a:gd name="connsiteY187" fmla="*/ 6356677 h 6858000"/>
              <a:gd name="connsiteX188" fmla="*/ 11583742 w 12192000"/>
              <a:gd name="connsiteY188" fmla="*/ 6331910 h 6858000"/>
              <a:gd name="connsiteX189" fmla="*/ 10720851 w 12192000"/>
              <a:gd name="connsiteY189" fmla="*/ 6331910 h 6858000"/>
              <a:gd name="connsiteX190" fmla="*/ 10720851 w 12192000"/>
              <a:gd name="connsiteY190" fmla="*/ 6454775 h 6858000"/>
              <a:gd name="connsiteX191" fmla="*/ 10792527 w 12192000"/>
              <a:gd name="connsiteY191" fmla="*/ 6454775 h 6858000"/>
              <a:gd name="connsiteX192" fmla="*/ 10843009 w 12192000"/>
              <a:gd name="connsiteY192" fmla="*/ 6445258 h 6858000"/>
              <a:gd name="connsiteX193" fmla="*/ 10870146 w 12192000"/>
              <a:gd name="connsiteY193" fmla="*/ 6392631 h 6858000"/>
              <a:gd name="connsiteX194" fmla="*/ 10799900 w 12192000"/>
              <a:gd name="connsiteY194" fmla="*/ 6331910 h 6858000"/>
              <a:gd name="connsiteX195" fmla="*/ 0 w 12192000"/>
              <a:gd name="connsiteY195" fmla="*/ 0 h 6858000"/>
              <a:gd name="connsiteX196" fmla="*/ 12192000 w 12192000"/>
              <a:gd name="connsiteY196" fmla="*/ 0 h 6858000"/>
              <a:gd name="connsiteX197" fmla="*/ 12192000 w 12192000"/>
              <a:gd name="connsiteY197" fmla="*/ 6858000 h 6858000"/>
              <a:gd name="connsiteX198" fmla="*/ 0 w 12192000"/>
              <a:gd name="connsiteY19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12192000" h="6858000">
                <a:moveTo>
                  <a:pt x="10909343" y="6535878"/>
                </a:moveTo>
                <a:lnTo>
                  <a:pt x="10992168" y="6535878"/>
                </a:lnTo>
                <a:lnTo>
                  <a:pt x="10992168" y="6598744"/>
                </a:lnTo>
                <a:lnTo>
                  <a:pt x="10909343" y="6598744"/>
                </a:lnTo>
                <a:close/>
                <a:moveTo>
                  <a:pt x="11563256" y="6534689"/>
                </a:moveTo>
                <a:lnTo>
                  <a:pt x="11619215" y="6534689"/>
                </a:lnTo>
                <a:cubicBezTo>
                  <a:pt x="11626587" y="6534689"/>
                  <a:pt x="11630409" y="6536126"/>
                  <a:pt x="11630409" y="6542785"/>
                </a:cubicBezTo>
                <a:lnTo>
                  <a:pt x="11630409" y="6554454"/>
                </a:lnTo>
                <a:cubicBezTo>
                  <a:pt x="11630409" y="6561127"/>
                  <a:pt x="11626587" y="6562549"/>
                  <a:pt x="11619215" y="6562549"/>
                </a:cubicBezTo>
                <a:lnTo>
                  <a:pt x="11563256" y="6562549"/>
                </a:lnTo>
                <a:close/>
                <a:moveTo>
                  <a:pt x="10910306" y="6517317"/>
                </a:moveTo>
                <a:cubicBezTo>
                  <a:pt x="10890158" y="6517317"/>
                  <a:pt x="10883590" y="6521831"/>
                  <a:pt x="10883590" y="6541121"/>
                </a:cubicBezTo>
                <a:lnTo>
                  <a:pt x="10883590" y="6594222"/>
                </a:lnTo>
                <a:cubicBezTo>
                  <a:pt x="10883590" y="6613271"/>
                  <a:pt x="10889902" y="6618041"/>
                  <a:pt x="10910306" y="6618041"/>
                </a:cubicBezTo>
                <a:lnTo>
                  <a:pt x="10989730" y="6618041"/>
                </a:lnTo>
                <a:cubicBezTo>
                  <a:pt x="11009886" y="6618041"/>
                  <a:pt x="11016446" y="6613271"/>
                  <a:pt x="11016446" y="6594222"/>
                </a:cubicBezTo>
                <a:lnTo>
                  <a:pt x="11016446" y="6541121"/>
                </a:lnTo>
                <a:cubicBezTo>
                  <a:pt x="11016446" y="6521831"/>
                  <a:pt x="11009878" y="6517317"/>
                  <a:pt x="10989730" y="6517317"/>
                </a:cubicBezTo>
                <a:close/>
                <a:moveTo>
                  <a:pt x="11538985" y="6517310"/>
                </a:moveTo>
                <a:lnTo>
                  <a:pt x="11538985" y="6618034"/>
                </a:lnTo>
                <a:lnTo>
                  <a:pt x="11563263" y="6618034"/>
                </a:lnTo>
                <a:lnTo>
                  <a:pt x="11563263" y="6579928"/>
                </a:lnTo>
                <a:lnTo>
                  <a:pt x="11586360" y="6579928"/>
                </a:lnTo>
                <a:lnTo>
                  <a:pt x="11628506" y="6618034"/>
                </a:lnTo>
                <a:lnTo>
                  <a:pt x="11663753" y="6618034"/>
                </a:lnTo>
                <a:lnTo>
                  <a:pt x="11615897" y="6579928"/>
                </a:lnTo>
                <a:lnTo>
                  <a:pt x="11629710" y="6579928"/>
                </a:lnTo>
                <a:cubicBezTo>
                  <a:pt x="11645892" y="6579928"/>
                  <a:pt x="11653280" y="6574451"/>
                  <a:pt x="11653280" y="6560638"/>
                </a:cubicBezTo>
                <a:lnTo>
                  <a:pt x="11653280" y="6536834"/>
                </a:lnTo>
                <a:cubicBezTo>
                  <a:pt x="11653280" y="6522787"/>
                  <a:pt x="11645892" y="6517310"/>
                  <a:pt x="11629710" y="6517310"/>
                </a:cubicBezTo>
                <a:close/>
                <a:moveTo>
                  <a:pt x="11401645" y="6517310"/>
                </a:moveTo>
                <a:lnTo>
                  <a:pt x="11401645" y="6618034"/>
                </a:lnTo>
                <a:lnTo>
                  <a:pt x="11513119" y="6618034"/>
                </a:lnTo>
                <a:lnTo>
                  <a:pt x="11513119" y="6599218"/>
                </a:lnTo>
                <a:lnTo>
                  <a:pt x="11426909" y="6599218"/>
                </a:lnTo>
                <a:lnTo>
                  <a:pt x="11426909" y="6574451"/>
                </a:lnTo>
                <a:lnTo>
                  <a:pt x="11476458" y="6574451"/>
                </a:lnTo>
                <a:lnTo>
                  <a:pt x="11476458" y="6557072"/>
                </a:lnTo>
                <a:lnTo>
                  <a:pt x="11426909" y="6557072"/>
                </a:lnTo>
                <a:lnTo>
                  <a:pt x="11426909" y="6535178"/>
                </a:lnTo>
                <a:lnTo>
                  <a:pt x="11511908" y="6535178"/>
                </a:lnTo>
                <a:lnTo>
                  <a:pt x="11511908" y="6517310"/>
                </a:lnTo>
                <a:close/>
                <a:moveTo>
                  <a:pt x="11225454" y="6517310"/>
                </a:moveTo>
                <a:lnTo>
                  <a:pt x="11225454" y="6618034"/>
                </a:lnTo>
                <a:lnTo>
                  <a:pt x="11248423" y="6618034"/>
                </a:lnTo>
                <a:lnTo>
                  <a:pt x="11248423" y="6550413"/>
                </a:lnTo>
                <a:lnTo>
                  <a:pt x="11294805" y="6605891"/>
                </a:lnTo>
                <a:lnTo>
                  <a:pt x="11299665" y="6605891"/>
                </a:lnTo>
                <a:lnTo>
                  <a:pt x="11345558" y="6548736"/>
                </a:lnTo>
                <a:lnTo>
                  <a:pt x="11345558" y="6618034"/>
                </a:lnTo>
                <a:lnTo>
                  <a:pt x="11368873" y="6618034"/>
                </a:lnTo>
                <a:lnTo>
                  <a:pt x="11368873" y="6517310"/>
                </a:lnTo>
                <a:lnTo>
                  <a:pt x="11348725" y="6517310"/>
                </a:lnTo>
                <a:lnTo>
                  <a:pt x="11298687" y="6577069"/>
                </a:lnTo>
                <a:lnTo>
                  <a:pt x="11248423" y="6517310"/>
                </a:lnTo>
                <a:close/>
                <a:moveTo>
                  <a:pt x="11048135" y="6517310"/>
                </a:moveTo>
                <a:lnTo>
                  <a:pt x="11048135" y="6618034"/>
                </a:lnTo>
                <a:lnTo>
                  <a:pt x="11071096" y="6618034"/>
                </a:lnTo>
                <a:lnTo>
                  <a:pt x="11071096" y="6550413"/>
                </a:lnTo>
                <a:lnTo>
                  <a:pt x="11117478" y="6605891"/>
                </a:lnTo>
                <a:lnTo>
                  <a:pt x="11122331" y="6605891"/>
                </a:lnTo>
                <a:lnTo>
                  <a:pt x="11168239" y="6548736"/>
                </a:lnTo>
                <a:lnTo>
                  <a:pt x="11168239" y="6618034"/>
                </a:lnTo>
                <a:lnTo>
                  <a:pt x="11191554" y="6618034"/>
                </a:lnTo>
                <a:lnTo>
                  <a:pt x="11191554" y="6517310"/>
                </a:lnTo>
                <a:lnTo>
                  <a:pt x="11171399" y="6517310"/>
                </a:lnTo>
                <a:lnTo>
                  <a:pt x="11121368" y="6577069"/>
                </a:lnTo>
                <a:lnTo>
                  <a:pt x="11071096" y="6517310"/>
                </a:lnTo>
                <a:close/>
                <a:moveTo>
                  <a:pt x="10752277" y="6495161"/>
                </a:moveTo>
                <a:cubicBezTo>
                  <a:pt x="10729180" y="6495161"/>
                  <a:pt x="10721799" y="6501112"/>
                  <a:pt x="10721799" y="6524217"/>
                </a:cubicBezTo>
                <a:lnTo>
                  <a:pt x="10721799" y="6537774"/>
                </a:lnTo>
                <a:cubicBezTo>
                  <a:pt x="10721799" y="6560878"/>
                  <a:pt x="10729187" y="6566829"/>
                  <a:pt x="10752277" y="6566829"/>
                </a:cubicBezTo>
                <a:lnTo>
                  <a:pt x="10828955" y="6566829"/>
                </a:lnTo>
                <a:lnTo>
                  <a:pt x="10828955" y="6594929"/>
                </a:lnTo>
                <a:lnTo>
                  <a:pt x="10742052" y="6594929"/>
                </a:lnTo>
                <a:lnTo>
                  <a:pt x="10742052" y="6581703"/>
                </a:lnTo>
                <a:lnTo>
                  <a:pt x="10716796" y="6586947"/>
                </a:lnTo>
                <a:lnTo>
                  <a:pt x="10716796" y="6588978"/>
                </a:lnTo>
                <a:cubicBezTo>
                  <a:pt x="10716796" y="6612075"/>
                  <a:pt x="10724417" y="6618026"/>
                  <a:pt x="10747514" y="6618026"/>
                </a:cubicBezTo>
                <a:lnTo>
                  <a:pt x="10823486" y="6618026"/>
                </a:lnTo>
                <a:cubicBezTo>
                  <a:pt x="10846583" y="6618026"/>
                  <a:pt x="10854204" y="6612075"/>
                  <a:pt x="10854204" y="6588978"/>
                </a:cubicBezTo>
                <a:lnTo>
                  <a:pt x="10854204" y="6572073"/>
                </a:lnTo>
                <a:cubicBezTo>
                  <a:pt x="10854204" y="6548969"/>
                  <a:pt x="10846583" y="6543018"/>
                  <a:pt x="10823486" y="6543018"/>
                </a:cubicBezTo>
                <a:lnTo>
                  <a:pt x="10746799" y="6543018"/>
                </a:lnTo>
                <a:lnTo>
                  <a:pt x="10746799" y="6516595"/>
                </a:lnTo>
                <a:lnTo>
                  <a:pt x="10827285" y="6516595"/>
                </a:lnTo>
                <a:lnTo>
                  <a:pt x="10827285" y="6529904"/>
                </a:lnTo>
                <a:lnTo>
                  <a:pt x="10852526" y="6523953"/>
                </a:lnTo>
                <a:lnTo>
                  <a:pt x="10852526" y="6522073"/>
                </a:lnTo>
                <a:cubicBezTo>
                  <a:pt x="10852526" y="6500871"/>
                  <a:pt x="10843957" y="6495161"/>
                  <a:pt x="10822049" y="6495161"/>
                </a:cubicBezTo>
                <a:close/>
                <a:moveTo>
                  <a:pt x="11554221" y="6392872"/>
                </a:moveTo>
                <a:lnTo>
                  <a:pt x="11591123" y="6423590"/>
                </a:lnTo>
                <a:lnTo>
                  <a:pt x="11579695" y="6433348"/>
                </a:lnTo>
                <a:lnTo>
                  <a:pt x="11522795" y="6433348"/>
                </a:lnTo>
                <a:lnTo>
                  <a:pt x="11522795" y="6433341"/>
                </a:lnTo>
                <a:lnTo>
                  <a:pt x="11522795" y="6412395"/>
                </a:lnTo>
                <a:close/>
                <a:moveTo>
                  <a:pt x="10923532" y="6371438"/>
                </a:moveTo>
                <a:lnTo>
                  <a:pt x="10979491" y="6371438"/>
                </a:lnTo>
                <a:cubicBezTo>
                  <a:pt x="10986864" y="6371438"/>
                  <a:pt x="10990685" y="6372875"/>
                  <a:pt x="10990685" y="6379533"/>
                </a:cubicBezTo>
                <a:lnTo>
                  <a:pt x="10990685" y="6391202"/>
                </a:lnTo>
                <a:cubicBezTo>
                  <a:pt x="10990685" y="6397875"/>
                  <a:pt x="10986864" y="6399297"/>
                  <a:pt x="10979491" y="6399297"/>
                </a:cubicBezTo>
                <a:lnTo>
                  <a:pt x="10923532" y="6399297"/>
                </a:lnTo>
                <a:close/>
                <a:moveTo>
                  <a:pt x="11349305" y="6354059"/>
                </a:moveTo>
                <a:cubicBezTo>
                  <a:pt x="11329541" y="6354059"/>
                  <a:pt x="11322868" y="6358829"/>
                  <a:pt x="11322868" y="6377878"/>
                </a:cubicBezTo>
                <a:lnTo>
                  <a:pt x="11322868" y="6389073"/>
                </a:lnTo>
                <a:cubicBezTo>
                  <a:pt x="11322868" y="6408122"/>
                  <a:pt x="11329541" y="6412877"/>
                  <a:pt x="11349305" y="6412877"/>
                </a:cubicBezTo>
                <a:lnTo>
                  <a:pt x="11414541" y="6412877"/>
                </a:lnTo>
                <a:lnTo>
                  <a:pt x="11414541" y="6435982"/>
                </a:lnTo>
                <a:lnTo>
                  <a:pt x="11340480" y="6435982"/>
                </a:lnTo>
                <a:lnTo>
                  <a:pt x="11340480" y="6425374"/>
                </a:lnTo>
                <a:lnTo>
                  <a:pt x="11318587" y="6429429"/>
                </a:lnTo>
                <a:lnTo>
                  <a:pt x="11318587" y="6430979"/>
                </a:lnTo>
                <a:cubicBezTo>
                  <a:pt x="11318587" y="6449795"/>
                  <a:pt x="11325012" y="6454783"/>
                  <a:pt x="11345009" y="6454783"/>
                </a:cubicBezTo>
                <a:lnTo>
                  <a:pt x="11410501" y="6454783"/>
                </a:lnTo>
                <a:cubicBezTo>
                  <a:pt x="11430498" y="6454783"/>
                  <a:pt x="11436690" y="6449795"/>
                  <a:pt x="11436690" y="6430979"/>
                </a:cubicBezTo>
                <a:lnTo>
                  <a:pt x="11436690" y="6417165"/>
                </a:lnTo>
                <a:cubicBezTo>
                  <a:pt x="11436690" y="6398116"/>
                  <a:pt x="11430506" y="6393361"/>
                  <a:pt x="11410501" y="6393361"/>
                </a:cubicBezTo>
                <a:lnTo>
                  <a:pt x="11345009" y="6393361"/>
                </a:lnTo>
                <a:lnTo>
                  <a:pt x="11345009" y="6372153"/>
                </a:lnTo>
                <a:lnTo>
                  <a:pt x="11414300" y="6372153"/>
                </a:lnTo>
                <a:lnTo>
                  <a:pt x="11414300" y="6381564"/>
                </a:lnTo>
                <a:lnTo>
                  <a:pt x="11435486" y="6377050"/>
                </a:lnTo>
                <a:lnTo>
                  <a:pt x="11435486" y="6375967"/>
                </a:lnTo>
                <a:cubicBezTo>
                  <a:pt x="11435486" y="6358355"/>
                  <a:pt x="11427639" y="6354059"/>
                  <a:pt x="11409064" y="6354059"/>
                </a:cubicBezTo>
                <a:close/>
                <a:moveTo>
                  <a:pt x="11184971" y="6354059"/>
                </a:moveTo>
                <a:lnTo>
                  <a:pt x="11184971" y="6454775"/>
                </a:lnTo>
                <a:lnTo>
                  <a:pt x="11294264" y="6454775"/>
                </a:lnTo>
                <a:lnTo>
                  <a:pt x="11294264" y="6435966"/>
                </a:lnTo>
                <a:lnTo>
                  <a:pt x="11209738" y="6435966"/>
                </a:lnTo>
                <a:lnTo>
                  <a:pt x="11209738" y="6411199"/>
                </a:lnTo>
                <a:lnTo>
                  <a:pt x="11258310" y="6411199"/>
                </a:lnTo>
                <a:lnTo>
                  <a:pt x="11258310" y="6393820"/>
                </a:lnTo>
                <a:lnTo>
                  <a:pt x="11209738" y="6393820"/>
                </a:lnTo>
                <a:lnTo>
                  <a:pt x="11209738" y="6371912"/>
                </a:lnTo>
                <a:lnTo>
                  <a:pt x="11293083" y="6371912"/>
                </a:lnTo>
                <a:lnTo>
                  <a:pt x="11293083" y="6354059"/>
                </a:lnTo>
                <a:close/>
                <a:moveTo>
                  <a:pt x="11047262" y="6354059"/>
                </a:moveTo>
                <a:lnTo>
                  <a:pt x="11047262" y="6454775"/>
                </a:lnTo>
                <a:lnTo>
                  <a:pt x="11156555" y="6454775"/>
                </a:lnTo>
                <a:lnTo>
                  <a:pt x="11156555" y="6435966"/>
                </a:lnTo>
                <a:lnTo>
                  <a:pt x="11072029" y="6435966"/>
                </a:lnTo>
                <a:lnTo>
                  <a:pt x="11072029" y="6411199"/>
                </a:lnTo>
                <a:lnTo>
                  <a:pt x="11120601" y="6411199"/>
                </a:lnTo>
                <a:lnTo>
                  <a:pt x="11120601" y="6393820"/>
                </a:lnTo>
                <a:lnTo>
                  <a:pt x="11072029" y="6393820"/>
                </a:lnTo>
                <a:lnTo>
                  <a:pt x="11072029" y="6371912"/>
                </a:lnTo>
                <a:lnTo>
                  <a:pt x="11155374" y="6371912"/>
                </a:lnTo>
                <a:lnTo>
                  <a:pt x="11155374" y="6354059"/>
                </a:lnTo>
                <a:close/>
                <a:moveTo>
                  <a:pt x="10899246" y="6354059"/>
                </a:moveTo>
                <a:lnTo>
                  <a:pt x="10899246" y="6454775"/>
                </a:lnTo>
                <a:lnTo>
                  <a:pt x="10923539" y="6454775"/>
                </a:lnTo>
                <a:lnTo>
                  <a:pt x="10923539" y="6416669"/>
                </a:lnTo>
                <a:lnTo>
                  <a:pt x="10946636" y="6416669"/>
                </a:lnTo>
                <a:lnTo>
                  <a:pt x="10988782" y="6454775"/>
                </a:lnTo>
                <a:lnTo>
                  <a:pt x="11024029" y="6454775"/>
                </a:lnTo>
                <a:lnTo>
                  <a:pt x="10976158" y="6416669"/>
                </a:lnTo>
                <a:lnTo>
                  <a:pt x="10989971" y="6416669"/>
                </a:lnTo>
                <a:cubicBezTo>
                  <a:pt x="11006169" y="6416669"/>
                  <a:pt x="11013549" y="6411192"/>
                  <a:pt x="11013549" y="6397394"/>
                </a:cubicBezTo>
                <a:lnTo>
                  <a:pt x="11013549" y="6373582"/>
                </a:lnTo>
                <a:cubicBezTo>
                  <a:pt x="11013549" y="6359536"/>
                  <a:pt x="11006161" y="6354059"/>
                  <a:pt x="10989971" y="6354059"/>
                </a:cubicBezTo>
                <a:close/>
                <a:moveTo>
                  <a:pt x="10749425" y="6353818"/>
                </a:moveTo>
                <a:lnTo>
                  <a:pt x="10800140" y="6353818"/>
                </a:lnTo>
                <a:cubicBezTo>
                  <a:pt x="10827052" y="6353818"/>
                  <a:pt x="10840624" y="6367157"/>
                  <a:pt x="10840624" y="6392157"/>
                </a:cubicBezTo>
                <a:cubicBezTo>
                  <a:pt x="10840624" y="6422635"/>
                  <a:pt x="10822523" y="6431685"/>
                  <a:pt x="10786327" y="6431685"/>
                </a:cubicBezTo>
                <a:lnTo>
                  <a:pt x="10749425" y="6431685"/>
                </a:lnTo>
                <a:close/>
                <a:moveTo>
                  <a:pt x="11558990" y="6331910"/>
                </a:moveTo>
                <a:cubicBezTo>
                  <a:pt x="11538030" y="6331910"/>
                  <a:pt x="11528513" y="6336680"/>
                  <a:pt x="11528513" y="6354292"/>
                </a:cubicBezTo>
                <a:lnTo>
                  <a:pt x="11528513" y="6361191"/>
                </a:lnTo>
                <a:cubicBezTo>
                  <a:pt x="11528513" y="6368338"/>
                  <a:pt x="11531846" y="6373815"/>
                  <a:pt x="11538993" y="6379766"/>
                </a:cubicBezTo>
                <a:lnTo>
                  <a:pt x="11513978" y="6394775"/>
                </a:lnTo>
                <a:cubicBezTo>
                  <a:pt x="11503272" y="6401201"/>
                  <a:pt x="11498743" y="6405007"/>
                  <a:pt x="11498743" y="6417632"/>
                </a:cubicBezTo>
                <a:lnTo>
                  <a:pt x="11498743" y="6425727"/>
                </a:lnTo>
                <a:cubicBezTo>
                  <a:pt x="11498743" y="6448824"/>
                  <a:pt x="11506364" y="6454775"/>
                  <a:pt x="11529454" y="6454775"/>
                </a:cubicBezTo>
                <a:lnTo>
                  <a:pt x="11573270" y="6454775"/>
                </a:lnTo>
                <a:cubicBezTo>
                  <a:pt x="11583502" y="6454775"/>
                  <a:pt x="11588505" y="6454301"/>
                  <a:pt x="11596367" y="6447387"/>
                </a:cubicBezTo>
                <a:lnTo>
                  <a:pt x="11607321" y="6437629"/>
                </a:lnTo>
                <a:lnTo>
                  <a:pt x="11627559" y="6454775"/>
                </a:lnTo>
                <a:lnTo>
                  <a:pt x="11664950" y="6454775"/>
                </a:lnTo>
                <a:lnTo>
                  <a:pt x="11626137" y="6422146"/>
                </a:lnTo>
                <a:lnTo>
                  <a:pt x="11654470" y="6398582"/>
                </a:lnTo>
                <a:lnTo>
                  <a:pt x="11638272" y="6384536"/>
                </a:lnTo>
                <a:lnTo>
                  <a:pt x="11609698" y="6408340"/>
                </a:lnTo>
                <a:lnTo>
                  <a:pt x="11551836" y="6360243"/>
                </a:lnTo>
                <a:lnTo>
                  <a:pt x="11551836" y="6351433"/>
                </a:lnTo>
                <a:lnTo>
                  <a:pt x="11592086" y="6351433"/>
                </a:lnTo>
                <a:lnTo>
                  <a:pt x="11592086" y="6367872"/>
                </a:lnTo>
                <a:lnTo>
                  <a:pt x="11614220" y="6364065"/>
                </a:lnTo>
                <a:lnTo>
                  <a:pt x="11614220" y="6356677"/>
                </a:lnTo>
                <a:cubicBezTo>
                  <a:pt x="11614220" y="6336680"/>
                  <a:pt x="11605884" y="6331910"/>
                  <a:pt x="11583742" y="6331910"/>
                </a:cubicBezTo>
                <a:close/>
                <a:moveTo>
                  <a:pt x="10720851" y="6331910"/>
                </a:moveTo>
                <a:lnTo>
                  <a:pt x="10720851" y="6454775"/>
                </a:lnTo>
                <a:lnTo>
                  <a:pt x="10792527" y="6454775"/>
                </a:lnTo>
                <a:cubicBezTo>
                  <a:pt x="10814420" y="6454775"/>
                  <a:pt x="10831092" y="6452631"/>
                  <a:pt x="10843009" y="6445258"/>
                </a:cubicBezTo>
                <a:cubicBezTo>
                  <a:pt x="10860155" y="6434778"/>
                  <a:pt x="10870146" y="6415728"/>
                  <a:pt x="10870146" y="6392631"/>
                </a:cubicBezTo>
                <a:cubicBezTo>
                  <a:pt x="10870146" y="6354533"/>
                  <a:pt x="10845868" y="6331910"/>
                  <a:pt x="10799900" y="6331910"/>
                </a:cubicBezTo>
                <a:close/>
                <a:moveTo>
                  <a:pt x="0" y="0"/>
                </a:moveTo>
                <a:lnTo>
                  <a:pt x="12192000" y="0"/>
                </a:lnTo>
                <a:lnTo>
                  <a:pt x="12192000" y="6858000"/>
                </a:lnTo>
                <a:lnTo>
                  <a:pt x="0" y="6858000"/>
                </a:lnTo>
                <a:close/>
              </a:path>
            </a:pathLst>
          </a:custGeom>
          <a:pattFill prst="ltUpDiag">
            <a:fgClr>
              <a:schemeClr val="bg1">
                <a:lumMod val="95000"/>
              </a:schemeClr>
            </a:fgClr>
            <a:bgClr>
              <a:schemeClr val="bg1"/>
            </a:bgClr>
          </a:pattFill>
        </p:spPr>
        <p:txBody>
          <a:bodyPr wrap="square">
            <a:noAutofit/>
          </a:bodyPr>
          <a:lstStyle/>
          <a:p>
            <a:r>
              <a:rPr lang="de-DE"/>
              <a:t>Bild durch Klicken auf Symbol hinzufügen</a:t>
            </a:r>
            <a:endParaRPr lang="en-US"/>
          </a:p>
        </p:txBody>
      </p:sp>
      <p:sp>
        <p:nvSpPr>
          <p:cNvPr id="2" name="title">
            <a:extLst>
              <a:ext uri="{FF2B5EF4-FFF2-40B4-BE49-F238E27FC236}">
                <a16:creationId xmlns:a16="http://schemas.microsoft.com/office/drawing/2014/main" id="{8FFCB50B-5503-4467-8A0F-9FBB8B48B97D}"/>
              </a:ext>
            </a:extLst>
          </p:cNvPr>
          <p:cNvSpPr>
            <a:spLocks noGrp="1"/>
          </p:cNvSpPr>
          <p:nvPr>
            <p:ph type="title"/>
          </p:nvPr>
        </p:nvSpPr>
        <p:spPr bwMode="gray"/>
        <p:txBody>
          <a:bodyPr lIns="0" tIns="0" rIns="0" bIns="0"/>
          <a:lstStyle>
            <a:lvl1pPr>
              <a:defRPr>
                <a:solidFill>
                  <a:schemeClr val="bg1"/>
                </a:solidFill>
              </a:defRPr>
            </a:lvl1pPr>
          </a:lstStyle>
          <a:p>
            <a:r>
              <a:rPr lang="de-DE"/>
              <a:t>Mastertitelformat bearbeiten</a:t>
            </a:r>
            <a:endParaRPr lang="en-US"/>
          </a:p>
        </p:txBody>
      </p:sp>
      <p:sp>
        <p:nvSpPr>
          <p:cNvPr id="4" name="MIO_CONVERT_SLIDES_SUBTITLE">
            <a:extLst>
              <a:ext uri="{FF2B5EF4-FFF2-40B4-BE49-F238E27FC236}">
                <a16:creationId xmlns:a16="http://schemas.microsoft.com/office/drawing/2014/main" id="{7086919D-8D03-4875-B9F0-05F0C8564079}"/>
              </a:ext>
            </a:extLst>
          </p:cNvPr>
          <p:cNvSpPr>
            <a:spLocks noGrp="1"/>
          </p:cNvSpPr>
          <p:nvPr>
            <p:ph type="body" sz="quarter" idx="14" hasCustomPrompt="1"/>
          </p:nvPr>
        </p:nvSpPr>
        <p:spPr bwMode="gray">
          <a:xfrm>
            <a:off x="525600" y="1022400"/>
            <a:ext cx="11138400" cy="504000"/>
          </a:xfrm>
        </p:spPr>
        <p:txBody>
          <a:bodyPr/>
          <a:lstStyle>
            <a:lvl1pPr>
              <a:lnSpc>
                <a:spcPct val="85000"/>
              </a:lnSpc>
              <a:spcBef>
                <a:spcPts val="0"/>
              </a:spcBef>
              <a:spcAft>
                <a:spcPts val="0"/>
              </a:spcAft>
              <a:defRPr sz="2000">
                <a:solidFill>
                  <a:schemeClr val="bg1"/>
                </a:solidFill>
              </a:defRPr>
            </a:lvl1pPr>
          </a:lstStyle>
          <a:p>
            <a:pPr lvl="0"/>
            <a:r>
              <a:rPr lang="de-DE" err="1"/>
              <a:t>Subtitle</a:t>
            </a:r>
            <a:endParaRPr lang="en-US"/>
          </a:p>
        </p:txBody>
      </p:sp>
      <p:sp>
        <p:nvSpPr>
          <p:cNvPr id="10" name="copyright right">
            <a:extLst>
              <a:ext uri="{FF2B5EF4-FFF2-40B4-BE49-F238E27FC236}">
                <a16:creationId xmlns:a16="http://schemas.microsoft.com/office/drawing/2014/main" id="{C7C5375F-DC04-F71C-484D-DBE34D7E6BAC}"/>
              </a:ext>
              <a:ext uri="{C183D7F6-B498-43B3-948B-1728B52AA6E4}">
                <adec:decorative xmlns:adec="http://schemas.microsoft.com/office/drawing/2017/decorative" val="1"/>
              </a:ext>
            </a:extLst>
          </p:cNvPr>
          <p:cNvSpPr>
            <a:spLocks noGrp="1"/>
          </p:cNvSpPr>
          <p:nvPr>
            <p:ph type="body" sz="quarter" idx="19" hasCustomPrompt="1"/>
          </p:nvPr>
        </p:nvSpPr>
        <p:spPr>
          <a:xfrm rot="16200000">
            <a:off x="11672798" y="5759643"/>
            <a:ext cx="580379" cy="92333"/>
          </a:xfrm>
          <a:solidFill>
            <a:schemeClr val="bg1">
              <a:alpha val="0"/>
            </a:schemeClr>
          </a:solidFill>
        </p:spPr>
        <p:txBody>
          <a:bodyPr wrap="none" anchor="t"/>
          <a:lstStyle>
            <a:lvl1pPr>
              <a:spcBef>
                <a:spcPts val="0"/>
              </a:spcBef>
              <a:spcAft>
                <a:spcPts val="0"/>
              </a:spcAft>
              <a:defRPr sz="600">
                <a:solidFill>
                  <a:srgbClr val="B2B2B2"/>
                </a:solidFill>
              </a:defRPr>
            </a:lvl1pPr>
          </a:lstStyle>
          <a:p>
            <a:pPr lvl="0"/>
            <a:r>
              <a:rPr lang="de-DE" noProof="0"/>
              <a:t>© Copyright</a:t>
            </a:r>
          </a:p>
        </p:txBody>
      </p:sp>
      <p:sp>
        <p:nvSpPr>
          <p:cNvPr id="6" name="slide number">
            <a:extLst>
              <a:ext uri="{FF2B5EF4-FFF2-40B4-BE49-F238E27FC236}">
                <a16:creationId xmlns:a16="http://schemas.microsoft.com/office/drawing/2014/main" id="{90B54C2D-8235-4852-8EB7-5E05529B2499}"/>
              </a:ext>
            </a:extLst>
          </p:cNvPr>
          <p:cNvSpPr>
            <a:spLocks noGrp="1"/>
          </p:cNvSpPr>
          <p:nvPr>
            <p:ph type="sldNum" sz="quarter" idx="12"/>
          </p:nvPr>
        </p:nvSpPr>
        <p:spPr bwMode="gray">
          <a:xfrm>
            <a:off x="525600" y="6386400"/>
            <a:ext cx="234000" cy="180000"/>
          </a:xfrm>
        </p:spPr>
        <p:txBody>
          <a:bodyPr lIns="0" tIns="0" rIns="0" bIns="0"/>
          <a:lstStyle>
            <a:lvl1pPr>
              <a:defRPr>
                <a:solidFill>
                  <a:schemeClr val="bg1"/>
                </a:solidFill>
              </a:defRPr>
            </a:lvl1pPr>
          </a:lstStyle>
          <a:p>
            <a:fld id="{9829449A-3FF3-45CE-9F4F-09BADC0910C6}" type="slidenum">
              <a:rPr lang="de-DE"/>
              <a:pPr/>
              <a:t>‹Nr.›</a:t>
            </a:fld>
            <a:endParaRPr lang="de-DE"/>
          </a:p>
        </p:txBody>
      </p:sp>
      <p:sp>
        <p:nvSpPr>
          <p:cNvPr id="5" name="footer">
            <a:extLst>
              <a:ext uri="{FF2B5EF4-FFF2-40B4-BE49-F238E27FC236}">
                <a16:creationId xmlns:a16="http://schemas.microsoft.com/office/drawing/2014/main" id="{A4534FC4-D037-44B0-B266-D9E820FC1DF2}"/>
              </a:ext>
            </a:extLst>
          </p:cNvPr>
          <p:cNvSpPr>
            <a:spLocks noGrp="1"/>
          </p:cNvSpPr>
          <p:nvPr>
            <p:ph type="ftr" sz="quarter" idx="11"/>
          </p:nvPr>
        </p:nvSpPr>
        <p:spPr bwMode="gray">
          <a:xfrm>
            <a:off x="763200" y="6386400"/>
            <a:ext cx="7880400" cy="180000"/>
          </a:xfrm>
        </p:spPr>
        <p:txBody>
          <a:bodyPr lIns="0" tIns="0" rIns="0" bIns="0"/>
          <a:lstStyle>
            <a:lvl1pPr>
              <a:defRPr>
                <a:solidFill>
                  <a:schemeClr val="bg1"/>
                </a:solidFill>
              </a:defRPr>
            </a:lvl1pPr>
          </a:lstStyle>
          <a:p>
            <a:r>
              <a:rPr lang="de-DE"/>
              <a:t>SNB - TGA - 28.08.2026</a:t>
            </a:r>
          </a:p>
        </p:txBody>
      </p:sp>
      <p:sp>
        <p:nvSpPr>
          <p:cNvPr id="25" name="logo drees&amp;sommer white">
            <a:extLst>
              <a:ext uri="{FF2B5EF4-FFF2-40B4-BE49-F238E27FC236}">
                <a16:creationId xmlns:a16="http://schemas.microsoft.com/office/drawing/2014/main" id="{BBD52182-BB05-4B63-AA99-000774620C1E}"/>
              </a:ext>
              <a:ext uri="{C183D7F6-B498-43B3-948B-1728B52AA6E4}">
                <adec:decorative xmlns:adec="http://schemas.microsoft.com/office/drawing/2017/decorative" val="1"/>
              </a:ext>
            </a:extLst>
          </p:cNvPr>
          <p:cNvSpPr>
            <a:spLocks noGrp="1"/>
          </p:cNvSpPr>
          <p:nvPr>
            <p:ph type="media" sz="quarter" idx="20"/>
          </p:nvPr>
        </p:nvSpPr>
        <p:spPr bwMode="gray">
          <a:xfrm>
            <a:off x="10716797" y="6330042"/>
            <a:ext cx="946800" cy="288000"/>
          </a:xfrm>
          <a:blipFill>
            <a:blip r:embed="rId3" cstate="print">
              <a:extLst>
                <a:ext uri="{28A0092B-C50C-407E-A947-70E740481C1C}">
                  <a14:useLocalDpi xmlns:a14="http://schemas.microsoft.com/office/drawing/2010/main"/>
                </a:ext>
              </a:extLst>
            </a:blip>
            <a:stretch>
              <a:fillRect/>
            </a:stretch>
          </a:blipFill>
          <a:ln w="15875" cap="flat">
            <a:noFill/>
            <a:prstDash val="lgDash"/>
          </a:ln>
        </p:spPr>
        <p:txBody>
          <a:bodyPr/>
          <a:lstStyle>
            <a:lvl1pPr>
              <a:defRPr sz="100">
                <a:solidFill>
                  <a:schemeClr val="bg1"/>
                </a:solidFill>
              </a:defRPr>
            </a:lvl1pPr>
          </a:lstStyle>
          <a:p>
            <a:r>
              <a:rPr lang="de-DE"/>
              <a:t>Mediaclip durch Klicken auf Symbol hinzufügen</a:t>
            </a:r>
          </a:p>
        </p:txBody>
      </p:sp>
      <p:grpSp>
        <p:nvGrpSpPr>
          <p:cNvPr id="8" name="info">
            <a:extLst>
              <a:ext uri="{FF2B5EF4-FFF2-40B4-BE49-F238E27FC236}">
                <a16:creationId xmlns:a16="http://schemas.microsoft.com/office/drawing/2014/main" id="{948AD81B-883D-7012-AEB5-EFD16AEA636D}"/>
              </a:ext>
              <a:ext uri="{C183D7F6-B498-43B3-948B-1728B52AA6E4}">
                <adec:decorative xmlns:adec="http://schemas.microsoft.com/office/drawing/2017/decorative" val="1"/>
              </a:ext>
            </a:extLst>
          </p:cNvPr>
          <p:cNvGrpSpPr/>
          <p:nvPr userDrawn="1"/>
        </p:nvGrpSpPr>
        <p:grpSpPr>
          <a:xfrm flipH="1">
            <a:off x="11233150" y="6990442"/>
            <a:ext cx="1501080" cy="886759"/>
            <a:chOff x="11406324" y="7739173"/>
            <a:chExt cx="1501080" cy="886759"/>
          </a:xfrm>
          <a:effectLst>
            <a:outerShdw blurRad="50800" dist="38100" dir="13500000" algn="br" rotWithShape="0">
              <a:prstClr val="black">
                <a:alpha val="40000"/>
              </a:prstClr>
            </a:outerShdw>
          </a:effectLst>
        </p:grpSpPr>
        <p:sp>
          <p:nvSpPr>
            <p:cNvPr id="19" name="info">
              <a:extLst>
                <a:ext uri="{FF2B5EF4-FFF2-40B4-BE49-F238E27FC236}">
                  <a16:creationId xmlns:a16="http://schemas.microsoft.com/office/drawing/2014/main" id="{14B3E7FD-5430-57BD-B808-FD34E8C8CF88}"/>
                </a:ext>
              </a:extLst>
            </p:cNvPr>
            <p:cNvSpPr/>
            <p:nvPr userDrawn="1"/>
          </p:nvSpPr>
          <p:spPr bwMode="gray">
            <a:xfrm rot="5400000" flipH="1" flipV="1">
              <a:off x="12275350" y="7831227"/>
              <a:ext cx="724107"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tx2"/>
                </a:solidFill>
              </a:endParaRPr>
            </a:p>
            <a:p>
              <a:pPr indent="0" algn="l">
                <a:lnSpc>
                  <a:spcPct val="100000"/>
                </a:lnSpc>
                <a:spcBef>
                  <a:spcPts val="400"/>
                </a:spcBef>
                <a:spcAft>
                  <a:spcPts val="400"/>
                </a:spcAft>
              </a:pPr>
              <a:endParaRPr lang="en-US" sz="1050">
                <a:solidFill>
                  <a:schemeClr val="tx2"/>
                </a:solidFill>
              </a:endParaRPr>
            </a:p>
          </p:txBody>
        </p:sp>
        <p:sp>
          <p:nvSpPr>
            <p:cNvPr id="29" name="info">
              <a:extLst>
                <a:ext uri="{FF2B5EF4-FFF2-40B4-BE49-F238E27FC236}">
                  <a16:creationId xmlns:a16="http://schemas.microsoft.com/office/drawing/2014/main" id="{624A1F9F-8EE1-BBF9-0392-B7CEA07F2327}"/>
                </a:ext>
              </a:extLst>
            </p:cNvPr>
            <p:cNvSpPr/>
            <p:nvPr userDrawn="1"/>
          </p:nvSpPr>
          <p:spPr bwMode="gray">
            <a:xfrm flipH="1">
              <a:off x="11406324" y="8011954"/>
              <a:ext cx="1501080" cy="61397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spAutoFit/>
            </a:bodyPr>
            <a:lstStyle/>
            <a:p>
              <a:pPr indent="0" algn="r">
                <a:lnSpc>
                  <a:spcPct val="100000"/>
                </a:lnSpc>
                <a:spcBef>
                  <a:spcPts val="400"/>
                </a:spcBef>
                <a:spcAft>
                  <a:spcPts val="400"/>
                </a:spcAft>
              </a:pPr>
              <a:r>
                <a:rPr lang="en-US" sz="1050" b="0" kern="1200" cap="none">
                  <a:solidFill>
                    <a:schemeClr val="bg1"/>
                  </a:solidFill>
                  <a:latin typeface="+mn-lt"/>
                  <a:ea typeface="+mn-ea"/>
                  <a:cs typeface="+mn-cs"/>
                </a:rPr>
                <a:t>Delete the white logo </a:t>
              </a:r>
              <a:br>
                <a:rPr lang="en-US" sz="1050" b="0" kern="1200" cap="none">
                  <a:solidFill>
                    <a:schemeClr val="bg1"/>
                  </a:solidFill>
                  <a:latin typeface="+mn-lt"/>
                  <a:ea typeface="+mn-ea"/>
                  <a:cs typeface="+mn-cs"/>
                </a:rPr>
              </a:br>
              <a:r>
                <a:rPr lang="en-US" sz="1050" b="0" kern="1200" cap="none">
                  <a:solidFill>
                    <a:schemeClr val="bg1"/>
                  </a:solidFill>
                  <a:latin typeface="+mn-lt"/>
                  <a:ea typeface="+mn-ea"/>
                  <a:cs typeface="+mn-cs"/>
                </a:rPr>
                <a:t>to get the </a:t>
              </a:r>
              <a:r>
                <a:rPr lang="en-US" sz="1050" b="1" kern="1200" cap="all">
                  <a:solidFill>
                    <a:schemeClr val="bg1"/>
                  </a:solidFill>
                  <a:latin typeface="+mn-lt"/>
                  <a:ea typeface="+mn-ea"/>
                  <a:cs typeface="+mn-cs"/>
                </a:rPr>
                <a:t>BLUE LOGO</a:t>
              </a:r>
            </a:p>
          </p:txBody>
        </p:sp>
      </p:grpSp>
      <p:sp>
        <p:nvSpPr>
          <p:cNvPr id="3" name="MIO_Placeholder_Mapping" hidden="1">
            <a:extLst>
              <a:ext uri="{FF2B5EF4-FFF2-40B4-BE49-F238E27FC236}">
                <a16:creationId xmlns:a16="http://schemas.microsoft.com/office/drawing/2014/main" id="{8E26593B-601A-CB48-4041-8C9B239F35F3}"/>
              </a:ext>
            </a:extLst>
          </p:cNvPr>
          <p:cNvSpPr/>
          <p:nvPr userDrawn="1">
            <p:custDataLst>
              <p:tags r:id="rId1"/>
            </p:custDataLst>
          </p:nvPr>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grpSp>
        <p:nvGrpSpPr>
          <p:cNvPr id="7" name="info">
            <a:extLst>
              <a:ext uri="{FF2B5EF4-FFF2-40B4-BE49-F238E27FC236}">
                <a16:creationId xmlns:a16="http://schemas.microsoft.com/office/drawing/2014/main" id="{51590D70-66F2-4B11-B040-B3FD7340BCD5}"/>
              </a:ext>
            </a:extLst>
          </p:cNvPr>
          <p:cNvGrpSpPr/>
          <p:nvPr userDrawn="1"/>
        </p:nvGrpSpPr>
        <p:grpSpPr>
          <a:xfrm>
            <a:off x="12327529" y="2286672"/>
            <a:ext cx="2500337" cy="3809327"/>
            <a:chOff x="12327529" y="2826889"/>
            <a:chExt cx="2500337" cy="3809327"/>
          </a:xfrm>
          <a:effectLst>
            <a:outerShdw blurRad="50800" dist="38100" dir="8100000" algn="tr" rotWithShape="0">
              <a:prstClr val="black">
                <a:alpha val="40000"/>
              </a:prstClr>
            </a:outerShdw>
          </a:effectLst>
        </p:grpSpPr>
        <p:grpSp>
          <p:nvGrpSpPr>
            <p:cNvPr id="11" name="info">
              <a:extLst>
                <a:ext uri="{FF2B5EF4-FFF2-40B4-BE49-F238E27FC236}">
                  <a16:creationId xmlns:a16="http://schemas.microsoft.com/office/drawing/2014/main" id="{49162A0D-8664-5FFA-4CA5-06E1D3815DA5}"/>
                </a:ext>
              </a:extLst>
            </p:cNvPr>
            <p:cNvGrpSpPr/>
            <p:nvPr userDrawn="1"/>
          </p:nvGrpSpPr>
          <p:grpSpPr>
            <a:xfrm>
              <a:off x="12596337" y="2826889"/>
              <a:ext cx="2231529" cy="1408806"/>
              <a:chOff x="12565380" y="2187776"/>
              <a:chExt cx="2231529" cy="1408806"/>
            </a:xfrm>
          </p:grpSpPr>
          <p:sp>
            <p:nvSpPr>
              <p:cNvPr id="15" name="info">
                <a:extLst>
                  <a:ext uri="{FF2B5EF4-FFF2-40B4-BE49-F238E27FC236}">
                    <a16:creationId xmlns:a16="http://schemas.microsoft.com/office/drawing/2014/main" id="{5BDF5AC0-71DC-3DB6-8062-489261A54980}"/>
                  </a:ext>
                </a:extLst>
              </p:cNvPr>
              <p:cNvSpPr/>
              <p:nvPr userDrawn="1"/>
            </p:nvSpPr>
            <p:spPr bwMode="gray">
              <a:xfrm rot="16200000" flipH="1">
                <a:off x="12153929" y="2645131"/>
                <a:ext cx="1362902"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16" name="info">
                <a:extLst>
                  <a:ext uri="{FF2B5EF4-FFF2-40B4-BE49-F238E27FC236}">
                    <a16:creationId xmlns:a16="http://schemas.microsoft.com/office/drawing/2014/main" id="{E0F0D882-78B5-1FB4-7F3B-E8B84558C68E}"/>
                  </a:ext>
                </a:extLst>
              </p:cNvPr>
              <p:cNvSpPr/>
              <p:nvPr userDrawn="1"/>
            </p:nvSpPr>
            <p:spPr bwMode="gray">
              <a:xfrm flipH="1">
                <a:off x="12565380" y="2187776"/>
                <a:ext cx="2231529" cy="114232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kern="1200" cap="all">
                    <a:solidFill>
                      <a:schemeClr val="bg1"/>
                    </a:solidFill>
                    <a:latin typeface="+mn-lt"/>
                    <a:ea typeface="+mn-ea"/>
                    <a:cs typeface="+mn-cs"/>
                  </a:rPr>
                  <a:t>IMAGE Credit Formatting</a:t>
                </a:r>
              </a:p>
              <a:p>
                <a:pPr indent="0" algn="l">
                  <a:lnSpc>
                    <a:spcPct val="100000"/>
                  </a:lnSpc>
                  <a:spcBef>
                    <a:spcPts val="400"/>
                  </a:spcBef>
                  <a:spcAft>
                    <a:spcPts val="400"/>
                  </a:spcAft>
                </a:pPr>
                <a:r>
                  <a:rPr lang="en-US" sz="1050" b="0" kern="1200" cap="none">
                    <a:solidFill>
                      <a:schemeClr val="bg1"/>
                    </a:solidFill>
                    <a:latin typeface="+mn-lt"/>
                    <a:ea typeface="+mn-ea"/>
                    <a:cs typeface="+mn-cs"/>
                  </a:rPr>
                  <a:t>Examples!</a:t>
                </a:r>
              </a:p>
              <a:p>
                <a:pPr indent="0" algn="l">
                  <a:lnSpc>
                    <a:spcPct val="100000"/>
                  </a:lnSpc>
                  <a:spcBef>
                    <a:spcPts val="400"/>
                  </a:spcBef>
                  <a:spcAft>
                    <a:spcPts val="400"/>
                  </a:spcAft>
                </a:pPr>
                <a:r>
                  <a:rPr lang="en-US" sz="1050" b="0" kern="1200" cap="none">
                    <a:solidFill>
                      <a:schemeClr val="bg1"/>
                    </a:solidFill>
                    <a:latin typeface="+mn-lt"/>
                    <a:ea typeface="+mn-ea"/>
                    <a:cs typeface="+mn-cs"/>
                  </a:rPr>
                  <a:t>© Westend66 – gettyimages.com</a:t>
                </a:r>
                <a:br>
                  <a:rPr lang="en-US" sz="1050" b="0" kern="1200" cap="none">
                    <a:solidFill>
                      <a:schemeClr val="bg1"/>
                    </a:solidFill>
                    <a:latin typeface="+mn-lt"/>
                    <a:ea typeface="+mn-ea"/>
                    <a:cs typeface="+mn-cs"/>
                  </a:rPr>
                </a:br>
                <a:r>
                  <a:rPr lang="en-US" sz="1050" b="0" kern="1200" cap="none">
                    <a:solidFill>
                      <a:schemeClr val="bg1"/>
                    </a:solidFill>
                    <a:latin typeface="+mn-lt"/>
                    <a:ea typeface="+mn-ea"/>
                    <a:cs typeface="+mn-cs"/>
                  </a:rPr>
                  <a:t>© AI generated – Drees &amp; Sommer</a:t>
                </a:r>
              </a:p>
            </p:txBody>
          </p:sp>
        </p:grpSp>
        <p:grpSp>
          <p:nvGrpSpPr>
            <p:cNvPr id="12" name="info">
              <a:extLst>
                <a:ext uri="{FF2B5EF4-FFF2-40B4-BE49-F238E27FC236}">
                  <a16:creationId xmlns:a16="http://schemas.microsoft.com/office/drawing/2014/main" id="{85EADE9F-6AD6-263C-9271-24E43E551F73}"/>
                </a:ext>
              </a:extLst>
            </p:cNvPr>
            <p:cNvGrpSpPr>
              <a:grpSpLocks/>
            </p:cNvGrpSpPr>
            <p:nvPr userDrawn="1"/>
          </p:nvGrpSpPr>
          <p:grpSpPr>
            <a:xfrm>
              <a:off x="12327529" y="4319208"/>
              <a:ext cx="2500335" cy="2317008"/>
              <a:chOff x="12327530" y="4025846"/>
              <a:chExt cx="2500335" cy="2317008"/>
            </a:xfrm>
          </p:grpSpPr>
          <p:sp>
            <p:nvSpPr>
              <p:cNvPr id="13" name="info">
                <a:extLst>
                  <a:ext uri="{FF2B5EF4-FFF2-40B4-BE49-F238E27FC236}">
                    <a16:creationId xmlns:a16="http://schemas.microsoft.com/office/drawing/2014/main" id="{1CC473F3-8775-BC11-8615-63F3A4BF9657}"/>
                  </a:ext>
                </a:extLst>
              </p:cNvPr>
              <p:cNvSpPr/>
              <p:nvPr userDrawn="1"/>
            </p:nvSpPr>
            <p:spPr bwMode="gray">
              <a:xfrm flipH="1">
                <a:off x="12327530" y="5802854"/>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14" name="info">
                <a:extLst>
                  <a:ext uri="{FF2B5EF4-FFF2-40B4-BE49-F238E27FC236}">
                    <a16:creationId xmlns:a16="http://schemas.microsoft.com/office/drawing/2014/main" id="{C49BC573-8557-EC38-6382-58824F1DDDD7}"/>
                  </a:ext>
                </a:extLst>
              </p:cNvPr>
              <p:cNvSpPr/>
              <p:nvPr userDrawn="1"/>
            </p:nvSpPr>
            <p:spPr bwMode="gray">
              <a:xfrm flipH="1">
                <a:off x="12596336" y="4025846"/>
                <a:ext cx="2231529" cy="231700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cap="all">
                    <a:solidFill>
                      <a:schemeClr val="bg1"/>
                    </a:solidFill>
                  </a:rPr>
                  <a:t>image credit</a:t>
                </a:r>
              </a:p>
              <a:p>
                <a:pPr indent="0" algn="l">
                  <a:lnSpc>
                    <a:spcPct val="100000"/>
                  </a:lnSpc>
                  <a:spcBef>
                    <a:spcPts val="400"/>
                  </a:spcBef>
                  <a:spcAft>
                    <a:spcPts val="400"/>
                  </a:spcAft>
                </a:pPr>
                <a:r>
                  <a:rPr lang="en-US" sz="1050" b="1">
                    <a:solidFill>
                      <a:schemeClr val="bg1"/>
                    </a:solidFill>
                  </a:rPr>
                  <a:t>Always include </a:t>
                </a:r>
                <a:r>
                  <a:rPr lang="en-US" sz="1050">
                    <a:solidFill>
                      <a:schemeClr val="bg1"/>
                    </a:solidFill>
                  </a:rPr>
                  <a:t>the image credit!</a:t>
                </a:r>
              </a:p>
              <a:p>
                <a:pPr indent="0" algn="l">
                  <a:lnSpc>
                    <a:spcPct val="100000"/>
                  </a:lnSpc>
                  <a:spcBef>
                    <a:spcPts val="400"/>
                  </a:spcBef>
                  <a:spcAft>
                    <a:spcPts val="400"/>
                  </a:spcAft>
                </a:pPr>
                <a:r>
                  <a:rPr lang="en-US" sz="1050">
                    <a:solidFill>
                      <a:schemeClr val="bg1"/>
                    </a:solidFill>
                  </a:rPr>
                  <a:t>How to get the image credit </a:t>
                </a:r>
                <a:r>
                  <a:rPr lang="en-US" sz="1050" b="1">
                    <a:solidFill>
                      <a:schemeClr val="bg1"/>
                    </a:solidFill>
                  </a:rPr>
                  <a:t>placeholder</a:t>
                </a:r>
                <a:r>
                  <a:rPr lang="en-US" sz="1050">
                    <a:solidFill>
                      <a:schemeClr val="bg1"/>
                    </a:solidFill>
                  </a:rPr>
                  <a:t> if it is no longer available on your slide by default: </a:t>
                </a:r>
              </a:p>
              <a:p>
                <a:pPr indent="0" algn="l">
                  <a:lnSpc>
                    <a:spcPct val="100000"/>
                  </a:lnSpc>
                  <a:spcBef>
                    <a:spcPts val="400"/>
                  </a:spcBef>
                  <a:spcAft>
                    <a:spcPts val="400"/>
                  </a:spcAft>
                </a:pPr>
                <a:r>
                  <a:rPr lang="en-US" sz="1050">
                    <a:solidFill>
                      <a:schemeClr val="bg1"/>
                    </a:solidFill>
                  </a:rPr>
                  <a:t>&gt; </a:t>
                </a:r>
                <a:r>
                  <a:rPr lang="en-US" sz="1050" b="0">
                    <a:solidFill>
                      <a:schemeClr val="bg1"/>
                    </a:solidFill>
                  </a:rPr>
                  <a:t>right-click on a free area</a:t>
                </a:r>
                <a:br>
                  <a:rPr lang="en-US" sz="1050" b="0">
                    <a:solidFill>
                      <a:schemeClr val="bg1"/>
                    </a:solidFill>
                  </a:rPr>
                </a:br>
                <a:r>
                  <a:rPr lang="en-US" sz="1050" b="0">
                    <a:solidFill>
                      <a:schemeClr val="bg1"/>
                    </a:solidFill>
                  </a:rPr>
                  <a:t>   on the slide</a:t>
                </a:r>
                <a:br>
                  <a:rPr lang="en-US" sz="1050" b="0">
                    <a:solidFill>
                      <a:schemeClr val="bg1"/>
                    </a:solidFill>
                  </a:rPr>
                </a:br>
                <a:r>
                  <a:rPr lang="en-US" sz="1050" b="0">
                    <a:solidFill>
                      <a:schemeClr val="bg1"/>
                    </a:solidFill>
                  </a:rPr>
                  <a:t>&gt; insert text element</a:t>
                </a:r>
                <a:endParaRPr lang="en-US" sz="1050">
                  <a:solidFill>
                    <a:schemeClr val="bg1"/>
                  </a:solidFill>
                </a:endParaRPr>
              </a:p>
              <a:p>
                <a:pPr indent="0" algn="l">
                  <a:lnSpc>
                    <a:spcPct val="100000"/>
                  </a:lnSpc>
                  <a:spcBef>
                    <a:spcPts val="400"/>
                  </a:spcBef>
                  <a:spcAft>
                    <a:spcPts val="400"/>
                  </a:spcAft>
                </a:pPr>
                <a:r>
                  <a:rPr lang="en-US" sz="1050">
                    <a:solidFill>
                      <a:schemeClr val="bg1"/>
                    </a:solidFill>
                  </a:rPr>
                  <a:t>“</a:t>
                </a:r>
                <a:r>
                  <a:rPr lang="en-US" sz="1050" b="1">
                    <a:solidFill>
                      <a:schemeClr val="bg1"/>
                    </a:solidFill>
                  </a:rPr>
                  <a:t>Copyright right</a:t>
                </a:r>
                <a:r>
                  <a:rPr lang="en-US" sz="1050">
                    <a:solidFill>
                      <a:schemeClr val="bg1"/>
                    </a:solidFill>
                  </a:rPr>
                  <a:t>” or </a:t>
                </a:r>
                <a:br>
                  <a:rPr lang="en-US" sz="1050">
                    <a:solidFill>
                      <a:schemeClr val="bg1"/>
                    </a:solidFill>
                  </a:rPr>
                </a:br>
                <a:r>
                  <a:rPr lang="en-US" sz="1050" b="1">
                    <a:solidFill>
                      <a:schemeClr val="bg1"/>
                    </a:solidFill>
                  </a:rPr>
                  <a:t>“Copyright left”</a:t>
                </a:r>
              </a:p>
            </p:txBody>
          </p:sp>
        </p:grpSp>
      </p:grpSp>
    </p:spTree>
    <p:extLst>
      <p:ext uri="{BB962C8B-B14F-4D97-AF65-F5344CB8AC3E}">
        <p14:creationId xmlns:p14="http://schemas.microsoft.com/office/powerpoint/2010/main" val="4151878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64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ull Picture &amp; Text right">
    <p:spTree>
      <p:nvGrpSpPr>
        <p:cNvPr id="1" name=""/>
        <p:cNvGrpSpPr/>
        <p:nvPr/>
      </p:nvGrpSpPr>
      <p:grpSpPr>
        <a:xfrm>
          <a:off x="0" y="0"/>
          <a:ext cx="0" cy="0"/>
          <a:chOff x="0" y="0"/>
          <a:chExt cx="0" cy="0"/>
        </a:xfrm>
      </p:grpSpPr>
      <p:sp>
        <p:nvSpPr>
          <p:cNvPr id="68" name="logo drees&amp;sommer blue mask">
            <a:extLst>
              <a:ext uri="{FF2B5EF4-FFF2-40B4-BE49-F238E27FC236}">
                <a16:creationId xmlns:a16="http://schemas.microsoft.com/office/drawing/2014/main" id="{D9030723-5634-4783-823D-AF507FF94972}"/>
              </a:ext>
              <a:ext uri="{C183D7F6-B498-43B3-948B-1728B52AA6E4}">
                <adec:decorative xmlns:adec="http://schemas.microsoft.com/office/drawing/2017/decorative" val="1"/>
              </a:ext>
            </a:extLst>
          </p:cNvPr>
          <p:cNvSpPr/>
          <p:nvPr/>
        </p:nvSpPr>
        <p:spPr bwMode="gray">
          <a:xfrm>
            <a:off x="10579100" y="6197600"/>
            <a:ext cx="1270000" cy="584200"/>
          </a:xfrm>
          <a:prstGeom prst="rect">
            <a:avLst/>
          </a:prstGeom>
          <a:solidFill>
            <a:srgbClr val="00296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a:p>
        </p:txBody>
      </p:sp>
      <p:sp>
        <p:nvSpPr>
          <p:cNvPr id="63" name="picture">
            <a:extLst>
              <a:ext uri="{FF2B5EF4-FFF2-40B4-BE49-F238E27FC236}">
                <a16:creationId xmlns:a16="http://schemas.microsoft.com/office/drawing/2014/main" id="{FA19F108-87FA-49A1-8D84-551E625B5935}"/>
              </a:ext>
            </a:extLst>
          </p:cNvPr>
          <p:cNvSpPr>
            <a:spLocks noGrp="1"/>
          </p:cNvSpPr>
          <p:nvPr>
            <p:ph type="pic" sz="quarter" idx="18"/>
          </p:nvPr>
        </p:nvSpPr>
        <p:spPr bwMode="gray">
          <a:xfrm>
            <a:off x="0" y="1"/>
            <a:ext cx="12192000" cy="6858000"/>
          </a:xfrm>
          <a:custGeom>
            <a:avLst/>
            <a:gdLst>
              <a:gd name="connsiteX0" fmla="*/ 10909343 w 12192000"/>
              <a:gd name="connsiteY0" fmla="*/ 6535878 h 6858000"/>
              <a:gd name="connsiteX1" fmla="*/ 10992168 w 12192000"/>
              <a:gd name="connsiteY1" fmla="*/ 6535878 h 6858000"/>
              <a:gd name="connsiteX2" fmla="*/ 10992168 w 12192000"/>
              <a:gd name="connsiteY2" fmla="*/ 6598744 h 6858000"/>
              <a:gd name="connsiteX3" fmla="*/ 10909343 w 12192000"/>
              <a:gd name="connsiteY3" fmla="*/ 6598744 h 6858000"/>
              <a:gd name="connsiteX4" fmla="*/ 11563256 w 12192000"/>
              <a:gd name="connsiteY4" fmla="*/ 6534689 h 6858000"/>
              <a:gd name="connsiteX5" fmla="*/ 11619215 w 12192000"/>
              <a:gd name="connsiteY5" fmla="*/ 6534689 h 6858000"/>
              <a:gd name="connsiteX6" fmla="*/ 11630409 w 12192000"/>
              <a:gd name="connsiteY6" fmla="*/ 6542785 h 6858000"/>
              <a:gd name="connsiteX7" fmla="*/ 11630409 w 12192000"/>
              <a:gd name="connsiteY7" fmla="*/ 6554454 h 6858000"/>
              <a:gd name="connsiteX8" fmla="*/ 11619215 w 12192000"/>
              <a:gd name="connsiteY8" fmla="*/ 6562549 h 6858000"/>
              <a:gd name="connsiteX9" fmla="*/ 11563256 w 12192000"/>
              <a:gd name="connsiteY9" fmla="*/ 6562549 h 6858000"/>
              <a:gd name="connsiteX10" fmla="*/ 10910306 w 12192000"/>
              <a:gd name="connsiteY10" fmla="*/ 6517317 h 6858000"/>
              <a:gd name="connsiteX11" fmla="*/ 10883590 w 12192000"/>
              <a:gd name="connsiteY11" fmla="*/ 6541121 h 6858000"/>
              <a:gd name="connsiteX12" fmla="*/ 10883590 w 12192000"/>
              <a:gd name="connsiteY12" fmla="*/ 6594222 h 6858000"/>
              <a:gd name="connsiteX13" fmla="*/ 10910306 w 12192000"/>
              <a:gd name="connsiteY13" fmla="*/ 6618041 h 6858000"/>
              <a:gd name="connsiteX14" fmla="*/ 10989730 w 12192000"/>
              <a:gd name="connsiteY14" fmla="*/ 6618041 h 6858000"/>
              <a:gd name="connsiteX15" fmla="*/ 11016446 w 12192000"/>
              <a:gd name="connsiteY15" fmla="*/ 6594222 h 6858000"/>
              <a:gd name="connsiteX16" fmla="*/ 11016446 w 12192000"/>
              <a:gd name="connsiteY16" fmla="*/ 6541121 h 6858000"/>
              <a:gd name="connsiteX17" fmla="*/ 10989730 w 12192000"/>
              <a:gd name="connsiteY17" fmla="*/ 6517317 h 6858000"/>
              <a:gd name="connsiteX18" fmla="*/ 11538985 w 12192000"/>
              <a:gd name="connsiteY18" fmla="*/ 6517310 h 6858000"/>
              <a:gd name="connsiteX19" fmla="*/ 11538985 w 12192000"/>
              <a:gd name="connsiteY19" fmla="*/ 6618034 h 6858000"/>
              <a:gd name="connsiteX20" fmla="*/ 11563263 w 12192000"/>
              <a:gd name="connsiteY20" fmla="*/ 6618034 h 6858000"/>
              <a:gd name="connsiteX21" fmla="*/ 11563263 w 12192000"/>
              <a:gd name="connsiteY21" fmla="*/ 6579928 h 6858000"/>
              <a:gd name="connsiteX22" fmla="*/ 11586360 w 12192000"/>
              <a:gd name="connsiteY22" fmla="*/ 6579928 h 6858000"/>
              <a:gd name="connsiteX23" fmla="*/ 11628506 w 12192000"/>
              <a:gd name="connsiteY23" fmla="*/ 6618034 h 6858000"/>
              <a:gd name="connsiteX24" fmla="*/ 11663753 w 12192000"/>
              <a:gd name="connsiteY24" fmla="*/ 6618034 h 6858000"/>
              <a:gd name="connsiteX25" fmla="*/ 11615897 w 12192000"/>
              <a:gd name="connsiteY25" fmla="*/ 6579928 h 6858000"/>
              <a:gd name="connsiteX26" fmla="*/ 11629710 w 12192000"/>
              <a:gd name="connsiteY26" fmla="*/ 6579928 h 6858000"/>
              <a:gd name="connsiteX27" fmla="*/ 11653280 w 12192000"/>
              <a:gd name="connsiteY27" fmla="*/ 6560638 h 6858000"/>
              <a:gd name="connsiteX28" fmla="*/ 11653280 w 12192000"/>
              <a:gd name="connsiteY28" fmla="*/ 6536834 h 6858000"/>
              <a:gd name="connsiteX29" fmla="*/ 11629710 w 12192000"/>
              <a:gd name="connsiteY29" fmla="*/ 6517310 h 6858000"/>
              <a:gd name="connsiteX30" fmla="*/ 11401645 w 12192000"/>
              <a:gd name="connsiteY30" fmla="*/ 6517310 h 6858000"/>
              <a:gd name="connsiteX31" fmla="*/ 11401645 w 12192000"/>
              <a:gd name="connsiteY31" fmla="*/ 6618034 h 6858000"/>
              <a:gd name="connsiteX32" fmla="*/ 11513119 w 12192000"/>
              <a:gd name="connsiteY32" fmla="*/ 6618034 h 6858000"/>
              <a:gd name="connsiteX33" fmla="*/ 11513119 w 12192000"/>
              <a:gd name="connsiteY33" fmla="*/ 6599218 h 6858000"/>
              <a:gd name="connsiteX34" fmla="*/ 11426909 w 12192000"/>
              <a:gd name="connsiteY34" fmla="*/ 6599218 h 6858000"/>
              <a:gd name="connsiteX35" fmla="*/ 11426909 w 12192000"/>
              <a:gd name="connsiteY35" fmla="*/ 6574451 h 6858000"/>
              <a:gd name="connsiteX36" fmla="*/ 11476458 w 12192000"/>
              <a:gd name="connsiteY36" fmla="*/ 6574451 h 6858000"/>
              <a:gd name="connsiteX37" fmla="*/ 11476458 w 12192000"/>
              <a:gd name="connsiteY37" fmla="*/ 6557072 h 6858000"/>
              <a:gd name="connsiteX38" fmla="*/ 11426909 w 12192000"/>
              <a:gd name="connsiteY38" fmla="*/ 6557072 h 6858000"/>
              <a:gd name="connsiteX39" fmla="*/ 11426909 w 12192000"/>
              <a:gd name="connsiteY39" fmla="*/ 6535178 h 6858000"/>
              <a:gd name="connsiteX40" fmla="*/ 11511908 w 12192000"/>
              <a:gd name="connsiteY40" fmla="*/ 6535178 h 6858000"/>
              <a:gd name="connsiteX41" fmla="*/ 11511908 w 12192000"/>
              <a:gd name="connsiteY41" fmla="*/ 6517310 h 6858000"/>
              <a:gd name="connsiteX42" fmla="*/ 11225454 w 12192000"/>
              <a:gd name="connsiteY42" fmla="*/ 6517310 h 6858000"/>
              <a:gd name="connsiteX43" fmla="*/ 11225454 w 12192000"/>
              <a:gd name="connsiteY43" fmla="*/ 6618034 h 6858000"/>
              <a:gd name="connsiteX44" fmla="*/ 11248423 w 12192000"/>
              <a:gd name="connsiteY44" fmla="*/ 6618034 h 6858000"/>
              <a:gd name="connsiteX45" fmla="*/ 11248423 w 12192000"/>
              <a:gd name="connsiteY45" fmla="*/ 6550413 h 6858000"/>
              <a:gd name="connsiteX46" fmla="*/ 11294805 w 12192000"/>
              <a:gd name="connsiteY46" fmla="*/ 6605891 h 6858000"/>
              <a:gd name="connsiteX47" fmla="*/ 11299665 w 12192000"/>
              <a:gd name="connsiteY47" fmla="*/ 6605891 h 6858000"/>
              <a:gd name="connsiteX48" fmla="*/ 11345558 w 12192000"/>
              <a:gd name="connsiteY48" fmla="*/ 6548736 h 6858000"/>
              <a:gd name="connsiteX49" fmla="*/ 11345558 w 12192000"/>
              <a:gd name="connsiteY49" fmla="*/ 6618034 h 6858000"/>
              <a:gd name="connsiteX50" fmla="*/ 11368873 w 12192000"/>
              <a:gd name="connsiteY50" fmla="*/ 6618034 h 6858000"/>
              <a:gd name="connsiteX51" fmla="*/ 11368873 w 12192000"/>
              <a:gd name="connsiteY51" fmla="*/ 6517310 h 6858000"/>
              <a:gd name="connsiteX52" fmla="*/ 11348725 w 12192000"/>
              <a:gd name="connsiteY52" fmla="*/ 6517310 h 6858000"/>
              <a:gd name="connsiteX53" fmla="*/ 11298687 w 12192000"/>
              <a:gd name="connsiteY53" fmla="*/ 6577069 h 6858000"/>
              <a:gd name="connsiteX54" fmla="*/ 11248423 w 12192000"/>
              <a:gd name="connsiteY54" fmla="*/ 6517310 h 6858000"/>
              <a:gd name="connsiteX55" fmla="*/ 11048135 w 12192000"/>
              <a:gd name="connsiteY55" fmla="*/ 6517310 h 6858000"/>
              <a:gd name="connsiteX56" fmla="*/ 11048135 w 12192000"/>
              <a:gd name="connsiteY56" fmla="*/ 6618034 h 6858000"/>
              <a:gd name="connsiteX57" fmla="*/ 11071096 w 12192000"/>
              <a:gd name="connsiteY57" fmla="*/ 6618034 h 6858000"/>
              <a:gd name="connsiteX58" fmla="*/ 11071096 w 12192000"/>
              <a:gd name="connsiteY58" fmla="*/ 6550413 h 6858000"/>
              <a:gd name="connsiteX59" fmla="*/ 11117478 w 12192000"/>
              <a:gd name="connsiteY59" fmla="*/ 6605891 h 6858000"/>
              <a:gd name="connsiteX60" fmla="*/ 11122331 w 12192000"/>
              <a:gd name="connsiteY60" fmla="*/ 6605891 h 6858000"/>
              <a:gd name="connsiteX61" fmla="*/ 11168239 w 12192000"/>
              <a:gd name="connsiteY61" fmla="*/ 6548736 h 6858000"/>
              <a:gd name="connsiteX62" fmla="*/ 11168239 w 12192000"/>
              <a:gd name="connsiteY62" fmla="*/ 6618034 h 6858000"/>
              <a:gd name="connsiteX63" fmla="*/ 11191554 w 12192000"/>
              <a:gd name="connsiteY63" fmla="*/ 6618034 h 6858000"/>
              <a:gd name="connsiteX64" fmla="*/ 11191554 w 12192000"/>
              <a:gd name="connsiteY64" fmla="*/ 6517310 h 6858000"/>
              <a:gd name="connsiteX65" fmla="*/ 11171399 w 12192000"/>
              <a:gd name="connsiteY65" fmla="*/ 6517310 h 6858000"/>
              <a:gd name="connsiteX66" fmla="*/ 11121368 w 12192000"/>
              <a:gd name="connsiteY66" fmla="*/ 6577069 h 6858000"/>
              <a:gd name="connsiteX67" fmla="*/ 11071096 w 12192000"/>
              <a:gd name="connsiteY67" fmla="*/ 6517310 h 6858000"/>
              <a:gd name="connsiteX68" fmla="*/ 10752277 w 12192000"/>
              <a:gd name="connsiteY68" fmla="*/ 6495161 h 6858000"/>
              <a:gd name="connsiteX69" fmla="*/ 10721799 w 12192000"/>
              <a:gd name="connsiteY69" fmla="*/ 6524217 h 6858000"/>
              <a:gd name="connsiteX70" fmla="*/ 10721799 w 12192000"/>
              <a:gd name="connsiteY70" fmla="*/ 6537774 h 6858000"/>
              <a:gd name="connsiteX71" fmla="*/ 10752277 w 12192000"/>
              <a:gd name="connsiteY71" fmla="*/ 6566829 h 6858000"/>
              <a:gd name="connsiteX72" fmla="*/ 10828955 w 12192000"/>
              <a:gd name="connsiteY72" fmla="*/ 6566829 h 6858000"/>
              <a:gd name="connsiteX73" fmla="*/ 10828955 w 12192000"/>
              <a:gd name="connsiteY73" fmla="*/ 6594929 h 6858000"/>
              <a:gd name="connsiteX74" fmla="*/ 10742052 w 12192000"/>
              <a:gd name="connsiteY74" fmla="*/ 6594929 h 6858000"/>
              <a:gd name="connsiteX75" fmla="*/ 10742052 w 12192000"/>
              <a:gd name="connsiteY75" fmla="*/ 6581703 h 6858000"/>
              <a:gd name="connsiteX76" fmla="*/ 10716796 w 12192000"/>
              <a:gd name="connsiteY76" fmla="*/ 6586947 h 6858000"/>
              <a:gd name="connsiteX77" fmla="*/ 10716796 w 12192000"/>
              <a:gd name="connsiteY77" fmla="*/ 6588978 h 6858000"/>
              <a:gd name="connsiteX78" fmla="*/ 10747514 w 12192000"/>
              <a:gd name="connsiteY78" fmla="*/ 6618026 h 6858000"/>
              <a:gd name="connsiteX79" fmla="*/ 10823486 w 12192000"/>
              <a:gd name="connsiteY79" fmla="*/ 6618026 h 6858000"/>
              <a:gd name="connsiteX80" fmla="*/ 10854204 w 12192000"/>
              <a:gd name="connsiteY80" fmla="*/ 6588978 h 6858000"/>
              <a:gd name="connsiteX81" fmla="*/ 10854204 w 12192000"/>
              <a:gd name="connsiteY81" fmla="*/ 6572073 h 6858000"/>
              <a:gd name="connsiteX82" fmla="*/ 10823486 w 12192000"/>
              <a:gd name="connsiteY82" fmla="*/ 6543018 h 6858000"/>
              <a:gd name="connsiteX83" fmla="*/ 10746799 w 12192000"/>
              <a:gd name="connsiteY83" fmla="*/ 6543018 h 6858000"/>
              <a:gd name="connsiteX84" fmla="*/ 10746799 w 12192000"/>
              <a:gd name="connsiteY84" fmla="*/ 6516595 h 6858000"/>
              <a:gd name="connsiteX85" fmla="*/ 10827285 w 12192000"/>
              <a:gd name="connsiteY85" fmla="*/ 6516595 h 6858000"/>
              <a:gd name="connsiteX86" fmla="*/ 10827285 w 12192000"/>
              <a:gd name="connsiteY86" fmla="*/ 6529904 h 6858000"/>
              <a:gd name="connsiteX87" fmla="*/ 10852526 w 12192000"/>
              <a:gd name="connsiteY87" fmla="*/ 6523953 h 6858000"/>
              <a:gd name="connsiteX88" fmla="*/ 10852526 w 12192000"/>
              <a:gd name="connsiteY88" fmla="*/ 6522073 h 6858000"/>
              <a:gd name="connsiteX89" fmla="*/ 10822049 w 12192000"/>
              <a:gd name="connsiteY89" fmla="*/ 6495161 h 6858000"/>
              <a:gd name="connsiteX90" fmla="*/ 11554221 w 12192000"/>
              <a:gd name="connsiteY90" fmla="*/ 6392872 h 6858000"/>
              <a:gd name="connsiteX91" fmla="*/ 11591123 w 12192000"/>
              <a:gd name="connsiteY91" fmla="*/ 6423590 h 6858000"/>
              <a:gd name="connsiteX92" fmla="*/ 11579695 w 12192000"/>
              <a:gd name="connsiteY92" fmla="*/ 6433348 h 6858000"/>
              <a:gd name="connsiteX93" fmla="*/ 11522795 w 12192000"/>
              <a:gd name="connsiteY93" fmla="*/ 6433348 h 6858000"/>
              <a:gd name="connsiteX94" fmla="*/ 11522795 w 12192000"/>
              <a:gd name="connsiteY94" fmla="*/ 6433341 h 6858000"/>
              <a:gd name="connsiteX95" fmla="*/ 11522795 w 12192000"/>
              <a:gd name="connsiteY95" fmla="*/ 6412395 h 6858000"/>
              <a:gd name="connsiteX96" fmla="*/ 10923532 w 12192000"/>
              <a:gd name="connsiteY96" fmla="*/ 6371438 h 6858000"/>
              <a:gd name="connsiteX97" fmla="*/ 10979491 w 12192000"/>
              <a:gd name="connsiteY97" fmla="*/ 6371438 h 6858000"/>
              <a:gd name="connsiteX98" fmla="*/ 10990685 w 12192000"/>
              <a:gd name="connsiteY98" fmla="*/ 6379533 h 6858000"/>
              <a:gd name="connsiteX99" fmla="*/ 10990685 w 12192000"/>
              <a:gd name="connsiteY99" fmla="*/ 6391202 h 6858000"/>
              <a:gd name="connsiteX100" fmla="*/ 10979491 w 12192000"/>
              <a:gd name="connsiteY100" fmla="*/ 6399297 h 6858000"/>
              <a:gd name="connsiteX101" fmla="*/ 10923532 w 12192000"/>
              <a:gd name="connsiteY101" fmla="*/ 6399297 h 6858000"/>
              <a:gd name="connsiteX102" fmla="*/ 11349305 w 12192000"/>
              <a:gd name="connsiteY102" fmla="*/ 6354059 h 6858000"/>
              <a:gd name="connsiteX103" fmla="*/ 11322868 w 12192000"/>
              <a:gd name="connsiteY103" fmla="*/ 6377878 h 6858000"/>
              <a:gd name="connsiteX104" fmla="*/ 11322868 w 12192000"/>
              <a:gd name="connsiteY104" fmla="*/ 6389073 h 6858000"/>
              <a:gd name="connsiteX105" fmla="*/ 11349305 w 12192000"/>
              <a:gd name="connsiteY105" fmla="*/ 6412877 h 6858000"/>
              <a:gd name="connsiteX106" fmla="*/ 11414541 w 12192000"/>
              <a:gd name="connsiteY106" fmla="*/ 6412877 h 6858000"/>
              <a:gd name="connsiteX107" fmla="*/ 11414541 w 12192000"/>
              <a:gd name="connsiteY107" fmla="*/ 6435982 h 6858000"/>
              <a:gd name="connsiteX108" fmla="*/ 11340480 w 12192000"/>
              <a:gd name="connsiteY108" fmla="*/ 6435982 h 6858000"/>
              <a:gd name="connsiteX109" fmla="*/ 11340480 w 12192000"/>
              <a:gd name="connsiteY109" fmla="*/ 6425374 h 6858000"/>
              <a:gd name="connsiteX110" fmla="*/ 11318587 w 12192000"/>
              <a:gd name="connsiteY110" fmla="*/ 6429429 h 6858000"/>
              <a:gd name="connsiteX111" fmla="*/ 11318587 w 12192000"/>
              <a:gd name="connsiteY111" fmla="*/ 6430979 h 6858000"/>
              <a:gd name="connsiteX112" fmla="*/ 11345009 w 12192000"/>
              <a:gd name="connsiteY112" fmla="*/ 6454783 h 6858000"/>
              <a:gd name="connsiteX113" fmla="*/ 11410501 w 12192000"/>
              <a:gd name="connsiteY113" fmla="*/ 6454783 h 6858000"/>
              <a:gd name="connsiteX114" fmla="*/ 11436690 w 12192000"/>
              <a:gd name="connsiteY114" fmla="*/ 6430979 h 6858000"/>
              <a:gd name="connsiteX115" fmla="*/ 11436690 w 12192000"/>
              <a:gd name="connsiteY115" fmla="*/ 6417165 h 6858000"/>
              <a:gd name="connsiteX116" fmla="*/ 11410501 w 12192000"/>
              <a:gd name="connsiteY116" fmla="*/ 6393361 h 6858000"/>
              <a:gd name="connsiteX117" fmla="*/ 11345009 w 12192000"/>
              <a:gd name="connsiteY117" fmla="*/ 6393361 h 6858000"/>
              <a:gd name="connsiteX118" fmla="*/ 11345009 w 12192000"/>
              <a:gd name="connsiteY118" fmla="*/ 6372153 h 6858000"/>
              <a:gd name="connsiteX119" fmla="*/ 11414300 w 12192000"/>
              <a:gd name="connsiteY119" fmla="*/ 6372153 h 6858000"/>
              <a:gd name="connsiteX120" fmla="*/ 11414300 w 12192000"/>
              <a:gd name="connsiteY120" fmla="*/ 6381564 h 6858000"/>
              <a:gd name="connsiteX121" fmla="*/ 11435486 w 12192000"/>
              <a:gd name="connsiteY121" fmla="*/ 6377050 h 6858000"/>
              <a:gd name="connsiteX122" fmla="*/ 11435486 w 12192000"/>
              <a:gd name="connsiteY122" fmla="*/ 6375967 h 6858000"/>
              <a:gd name="connsiteX123" fmla="*/ 11409064 w 12192000"/>
              <a:gd name="connsiteY123" fmla="*/ 6354059 h 6858000"/>
              <a:gd name="connsiteX124" fmla="*/ 11184971 w 12192000"/>
              <a:gd name="connsiteY124" fmla="*/ 6354059 h 6858000"/>
              <a:gd name="connsiteX125" fmla="*/ 11184971 w 12192000"/>
              <a:gd name="connsiteY125" fmla="*/ 6454775 h 6858000"/>
              <a:gd name="connsiteX126" fmla="*/ 11294264 w 12192000"/>
              <a:gd name="connsiteY126" fmla="*/ 6454775 h 6858000"/>
              <a:gd name="connsiteX127" fmla="*/ 11294264 w 12192000"/>
              <a:gd name="connsiteY127" fmla="*/ 6435966 h 6858000"/>
              <a:gd name="connsiteX128" fmla="*/ 11209738 w 12192000"/>
              <a:gd name="connsiteY128" fmla="*/ 6435966 h 6858000"/>
              <a:gd name="connsiteX129" fmla="*/ 11209738 w 12192000"/>
              <a:gd name="connsiteY129" fmla="*/ 6411199 h 6858000"/>
              <a:gd name="connsiteX130" fmla="*/ 11258310 w 12192000"/>
              <a:gd name="connsiteY130" fmla="*/ 6411199 h 6858000"/>
              <a:gd name="connsiteX131" fmla="*/ 11258310 w 12192000"/>
              <a:gd name="connsiteY131" fmla="*/ 6393820 h 6858000"/>
              <a:gd name="connsiteX132" fmla="*/ 11209738 w 12192000"/>
              <a:gd name="connsiteY132" fmla="*/ 6393820 h 6858000"/>
              <a:gd name="connsiteX133" fmla="*/ 11209738 w 12192000"/>
              <a:gd name="connsiteY133" fmla="*/ 6371912 h 6858000"/>
              <a:gd name="connsiteX134" fmla="*/ 11293083 w 12192000"/>
              <a:gd name="connsiteY134" fmla="*/ 6371912 h 6858000"/>
              <a:gd name="connsiteX135" fmla="*/ 11293083 w 12192000"/>
              <a:gd name="connsiteY135" fmla="*/ 6354059 h 6858000"/>
              <a:gd name="connsiteX136" fmla="*/ 11047262 w 12192000"/>
              <a:gd name="connsiteY136" fmla="*/ 6354059 h 6858000"/>
              <a:gd name="connsiteX137" fmla="*/ 11047262 w 12192000"/>
              <a:gd name="connsiteY137" fmla="*/ 6454775 h 6858000"/>
              <a:gd name="connsiteX138" fmla="*/ 11156555 w 12192000"/>
              <a:gd name="connsiteY138" fmla="*/ 6454775 h 6858000"/>
              <a:gd name="connsiteX139" fmla="*/ 11156555 w 12192000"/>
              <a:gd name="connsiteY139" fmla="*/ 6435966 h 6858000"/>
              <a:gd name="connsiteX140" fmla="*/ 11072029 w 12192000"/>
              <a:gd name="connsiteY140" fmla="*/ 6435966 h 6858000"/>
              <a:gd name="connsiteX141" fmla="*/ 11072029 w 12192000"/>
              <a:gd name="connsiteY141" fmla="*/ 6411199 h 6858000"/>
              <a:gd name="connsiteX142" fmla="*/ 11120601 w 12192000"/>
              <a:gd name="connsiteY142" fmla="*/ 6411199 h 6858000"/>
              <a:gd name="connsiteX143" fmla="*/ 11120601 w 12192000"/>
              <a:gd name="connsiteY143" fmla="*/ 6393820 h 6858000"/>
              <a:gd name="connsiteX144" fmla="*/ 11072029 w 12192000"/>
              <a:gd name="connsiteY144" fmla="*/ 6393820 h 6858000"/>
              <a:gd name="connsiteX145" fmla="*/ 11072029 w 12192000"/>
              <a:gd name="connsiteY145" fmla="*/ 6371912 h 6858000"/>
              <a:gd name="connsiteX146" fmla="*/ 11155374 w 12192000"/>
              <a:gd name="connsiteY146" fmla="*/ 6371912 h 6858000"/>
              <a:gd name="connsiteX147" fmla="*/ 11155374 w 12192000"/>
              <a:gd name="connsiteY147" fmla="*/ 6354059 h 6858000"/>
              <a:gd name="connsiteX148" fmla="*/ 10899246 w 12192000"/>
              <a:gd name="connsiteY148" fmla="*/ 6354059 h 6858000"/>
              <a:gd name="connsiteX149" fmla="*/ 10899246 w 12192000"/>
              <a:gd name="connsiteY149" fmla="*/ 6454775 h 6858000"/>
              <a:gd name="connsiteX150" fmla="*/ 10923539 w 12192000"/>
              <a:gd name="connsiteY150" fmla="*/ 6454775 h 6858000"/>
              <a:gd name="connsiteX151" fmla="*/ 10923539 w 12192000"/>
              <a:gd name="connsiteY151" fmla="*/ 6416669 h 6858000"/>
              <a:gd name="connsiteX152" fmla="*/ 10946636 w 12192000"/>
              <a:gd name="connsiteY152" fmla="*/ 6416669 h 6858000"/>
              <a:gd name="connsiteX153" fmla="*/ 10988782 w 12192000"/>
              <a:gd name="connsiteY153" fmla="*/ 6454775 h 6858000"/>
              <a:gd name="connsiteX154" fmla="*/ 11024029 w 12192000"/>
              <a:gd name="connsiteY154" fmla="*/ 6454775 h 6858000"/>
              <a:gd name="connsiteX155" fmla="*/ 10976158 w 12192000"/>
              <a:gd name="connsiteY155" fmla="*/ 6416669 h 6858000"/>
              <a:gd name="connsiteX156" fmla="*/ 10989971 w 12192000"/>
              <a:gd name="connsiteY156" fmla="*/ 6416669 h 6858000"/>
              <a:gd name="connsiteX157" fmla="*/ 11013549 w 12192000"/>
              <a:gd name="connsiteY157" fmla="*/ 6397394 h 6858000"/>
              <a:gd name="connsiteX158" fmla="*/ 11013549 w 12192000"/>
              <a:gd name="connsiteY158" fmla="*/ 6373582 h 6858000"/>
              <a:gd name="connsiteX159" fmla="*/ 10989971 w 12192000"/>
              <a:gd name="connsiteY159" fmla="*/ 6354059 h 6858000"/>
              <a:gd name="connsiteX160" fmla="*/ 10749425 w 12192000"/>
              <a:gd name="connsiteY160" fmla="*/ 6353818 h 6858000"/>
              <a:gd name="connsiteX161" fmla="*/ 10800140 w 12192000"/>
              <a:gd name="connsiteY161" fmla="*/ 6353818 h 6858000"/>
              <a:gd name="connsiteX162" fmla="*/ 10840624 w 12192000"/>
              <a:gd name="connsiteY162" fmla="*/ 6392157 h 6858000"/>
              <a:gd name="connsiteX163" fmla="*/ 10786327 w 12192000"/>
              <a:gd name="connsiteY163" fmla="*/ 6431685 h 6858000"/>
              <a:gd name="connsiteX164" fmla="*/ 10749425 w 12192000"/>
              <a:gd name="connsiteY164" fmla="*/ 6431685 h 6858000"/>
              <a:gd name="connsiteX165" fmla="*/ 11558990 w 12192000"/>
              <a:gd name="connsiteY165" fmla="*/ 6331910 h 6858000"/>
              <a:gd name="connsiteX166" fmla="*/ 11528513 w 12192000"/>
              <a:gd name="connsiteY166" fmla="*/ 6354292 h 6858000"/>
              <a:gd name="connsiteX167" fmla="*/ 11528513 w 12192000"/>
              <a:gd name="connsiteY167" fmla="*/ 6361191 h 6858000"/>
              <a:gd name="connsiteX168" fmla="*/ 11538993 w 12192000"/>
              <a:gd name="connsiteY168" fmla="*/ 6379766 h 6858000"/>
              <a:gd name="connsiteX169" fmla="*/ 11513978 w 12192000"/>
              <a:gd name="connsiteY169" fmla="*/ 6394775 h 6858000"/>
              <a:gd name="connsiteX170" fmla="*/ 11498743 w 12192000"/>
              <a:gd name="connsiteY170" fmla="*/ 6417632 h 6858000"/>
              <a:gd name="connsiteX171" fmla="*/ 11498743 w 12192000"/>
              <a:gd name="connsiteY171" fmla="*/ 6425727 h 6858000"/>
              <a:gd name="connsiteX172" fmla="*/ 11529454 w 12192000"/>
              <a:gd name="connsiteY172" fmla="*/ 6454775 h 6858000"/>
              <a:gd name="connsiteX173" fmla="*/ 11573270 w 12192000"/>
              <a:gd name="connsiteY173" fmla="*/ 6454775 h 6858000"/>
              <a:gd name="connsiteX174" fmla="*/ 11596367 w 12192000"/>
              <a:gd name="connsiteY174" fmla="*/ 6447387 h 6858000"/>
              <a:gd name="connsiteX175" fmla="*/ 11607321 w 12192000"/>
              <a:gd name="connsiteY175" fmla="*/ 6437629 h 6858000"/>
              <a:gd name="connsiteX176" fmla="*/ 11627559 w 12192000"/>
              <a:gd name="connsiteY176" fmla="*/ 6454775 h 6858000"/>
              <a:gd name="connsiteX177" fmla="*/ 11664950 w 12192000"/>
              <a:gd name="connsiteY177" fmla="*/ 6454775 h 6858000"/>
              <a:gd name="connsiteX178" fmla="*/ 11626137 w 12192000"/>
              <a:gd name="connsiteY178" fmla="*/ 6422146 h 6858000"/>
              <a:gd name="connsiteX179" fmla="*/ 11654470 w 12192000"/>
              <a:gd name="connsiteY179" fmla="*/ 6398582 h 6858000"/>
              <a:gd name="connsiteX180" fmla="*/ 11638272 w 12192000"/>
              <a:gd name="connsiteY180" fmla="*/ 6384536 h 6858000"/>
              <a:gd name="connsiteX181" fmla="*/ 11609698 w 12192000"/>
              <a:gd name="connsiteY181" fmla="*/ 6408340 h 6858000"/>
              <a:gd name="connsiteX182" fmla="*/ 11551836 w 12192000"/>
              <a:gd name="connsiteY182" fmla="*/ 6360243 h 6858000"/>
              <a:gd name="connsiteX183" fmla="*/ 11551836 w 12192000"/>
              <a:gd name="connsiteY183" fmla="*/ 6351433 h 6858000"/>
              <a:gd name="connsiteX184" fmla="*/ 11592086 w 12192000"/>
              <a:gd name="connsiteY184" fmla="*/ 6351433 h 6858000"/>
              <a:gd name="connsiteX185" fmla="*/ 11592086 w 12192000"/>
              <a:gd name="connsiteY185" fmla="*/ 6367872 h 6858000"/>
              <a:gd name="connsiteX186" fmla="*/ 11614220 w 12192000"/>
              <a:gd name="connsiteY186" fmla="*/ 6364065 h 6858000"/>
              <a:gd name="connsiteX187" fmla="*/ 11614220 w 12192000"/>
              <a:gd name="connsiteY187" fmla="*/ 6356677 h 6858000"/>
              <a:gd name="connsiteX188" fmla="*/ 11583742 w 12192000"/>
              <a:gd name="connsiteY188" fmla="*/ 6331910 h 6858000"/>
              <a:gd name="connsiteX189" fmla="*/ 10720851 w 12192000"/>
              <a:gd name="connsiteY189" fmla="*/ 6331910 h 6858000"/>
              <a:gd name="connsiteX190" fmla="*/ 10720851 w 12192000"/>
              <a:gd name="connsiteY190" fmla="*/ 6454775 h 6858000"/>
              <a:gd name="connsiteX191" fmla="*/ 10792527 w 12192000"/>
              <a:gd name="connsiteY191" fmla="*/ 6454775 h 6858000"/>
              <a:gd name="connsiteX192" fmla="*/ 10843009 w 12192000"/>
              <a:gd name="connsiteY192" fmla="*/ 6445258 h 6858000"/>
              <a:gd name="connsiteX193" fmla="*/ 10870146 w 12192000"/>
              <a:gd name="connsiteY193" fmla="*/ 6392631 h 6858000"/>
              <a:gd name="connsiteX194" fmla="*/ 10799900 w 12192000"/>
              <a:gd name="connsiteY194" fmla="*/ 6331910 h 6858000"/>
              <a:gd name="connsiteX195" fmla="*/ 0 w 12192000"/>
              <a:gd name="connsiteY195" fmla="*/ 0 h 6858000"/>
              <a:gd name="connsiteX196" fmla="*/ 12192000 w 12192000"/>
              <a:gd name="connsiteY196" fmla="*/ 0 h 6858000"/>
              <a:gd name="connsiteX197" fmla="*/ 12192000 w 12192000"/>
              <a:gd name="connsiteY197" fmla="*/ 6858000 h 6858000"/>
              <a:gd name="connsiteX198" fmla="*/ 0 w 12192000"/>
              <a:gd name="connsiteY19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12192000" h="6858000">
                <a:moveTo>
                  <a:pt x="10909343" y="6535878"/>
                </a:moveTo>
                <a:lnTo>
                  <a:pt x="10992168" y="6535878"/>
                </a:lnTo>
                <a:lnTo>
                  <a:pt x="10992168" y="6598744"/>
                </a:lnTo>
                <a:lnTo>
                  <a:pt x="10909343" y="6598744"/>
                </a:lnTo>
                <a:close/>
                <a:moveTo>
                  <a:pt x="11563256" y="6534689"/>
                </a:moveTo>
                <a:lnTo>
                  <a:pt x="11619215" y="6534689"/>
                </a:lnTo>
                <a:cubicBezTo>
                  <a:pt x="11626587" y="6534689"/>
                  <a:pt x="11630409" y="6536126"/>
                  <a:pt x="11630409" y="6542785"/>
                </a:cubicBezTo>
                <a:lnTo>
                  <a:pt x="11630409" y="6554454"/>
                </a:lnTo>
                <a:cubicBezTo>
                  <a:pt x="11630409" y="6561127"/>
                  <a:pt x="11626587" y="6562549"/>
                  <a:pt x="11619215" y="6562549"/>
                </a:cubicBezTo>
                <a:lnTo>
                  <a:pt x="11563256" y="6562549"/>
                </a:lnTo>
                <a:close/>
                <a:moveTo>
                  <a:pt x="10910306" y="6517317"/>
                </a:moveTo>
                <a:cubicBezTo>
                  <a:pt x="10890158" y="6517317"/>
                  <a:pt x="10883590" y="6521831"/>
                  <a:pt x="10883590" y="6541121"/>
                </a:cubicBezTo>
                <a:lnTo>
                  <a:pt x="10883590" y="6594222"/>
                </a:lnTo>
                <a:cubicBezTo>
                  <a:pt x="10883590" y="6613271"/>
                  <a:pt x="10889902" y="6618041"/>
                  <a:pt x="10910306" y="6618041"/>
                </a:cubicBezTo>
                <a:lnTo>
                  <a:pt x="10989730" y="6618041"/>
                </a:lnTo>
                <a:cubicBezTo>
                  <a:pt x="11009886" y="6618041"/>
                  <a:pt x="11016446" y="6613271"/>
                  <a:pt x="11016446" y="6594222"/>
                </a:cubicBezTo>
                <a:lnTo>
                  <a:pt x="11016446" y="6541121"/>
                </a:lnTo>
                <a:cubicBezTo>
                  <a:pt x="11016446" y="6521831"/>
                  <a:pt x="11009878" y="6517317"/>
                  <a:pt x="10989730" y="6517317"/>
                </a:cubicBezTo>
                <a:close/>
                <a:moveTo>
                  <a:pt x="11538985" y="6517310"/>
                </a:moveTo>
                <a:lnTo>
                  <a:pt x="11538985" y="6618034"/>
                </a:lnTo>
                <a:lnTo>
                  <a:pt x="11563263" y="6618034"/>
                </a:lnTo>
                <a:lnTo>
                  <a:pt x="11563263" y="6579928"/>
                </a:lnTo>
                <a:lnTo>
                  <a:pt x="11586360" y="6579928"/>
                </a:lnTo>
                <a:lnTo>
                  <a:pt x="11628506" y="6618034"/>
                </a:lnTo>
                <a:lnTo>
                  <a:pt x="11663753" y="6618034"/>
                </a:lnTo>
                <a:lnTo>
                  <a:pt x="11615897" y="6579928"/>
                </a:lnTo>
                <a:lnTo>
                  <a:pt x="11629710" y="6579928"/>
                </a:lnTo>
                <a:cubicBezTo>
                  <a:pt x="11645892" y="6579928"/>
                  <a:pt x="11653280" y="6574451"/>
                  <a:pt x="11653280" y="6560638"/>
                </a:cubicBezTo>
                <a:lnTo>
                  <a:pt x="11653280" y="6536834"/>
                </a:lnTo>
                <a:cubicBezTo>
                  <a:pt x="11653280" y="6522787"/>
                  <a:pt x="11645892" y="6517310"/>
                  <a:pt x="11629710" y="6517310"/>
                </a:cubicBezTo>
                <a:close/>
                <a:moveTo>
                  <a:pt x="11401645" y="6517310"/>
                </a:moveTo>
                <a:lnTo>
                  <a:pt x="11401645" y="6618034"/>
                </a:lnTo>
                <a:lnTo>
                  <a:pt x="11513119" y="6618034"/>
                </a:lnTo>
                <a:lnTo>
                  <a:pt x="11513119" y="6599218"/>
                </a:lnTo>
                <a:lnTo>
                  <a:pt x="11426909" y="6599218"/>
                </a:lnTo>
                <a:lnTo>
                  <a:pt x="11426909" y="6574451"/>
                </a:lnTo>
                <a:lnTo>
                  <a:pt x="11476458" y="6574451"/>
                </a:lnTo>
                <a:lnTo>
                  <a:pt x="11476458" y="6557072"/>
                </a:lnTo>
                <a:lnTo>
                  <a:pt x="11426909" y="6557072"/>
                </a:lnTo>
                <a:lnTo>
                  <a:pt x="11426909" y="6535178"/>
                </a:lnTo>
                <a:lnTo>
                  <a:pt x="11511908" y="6535178"/>
                </a:lnTo>
                <a:lnTo>
                  <a:pt x="11511908" y="6517310"/>
                </a:lnTo>
                <a:close/>
                <a:moveTo>
                  <a:pt x="11225454" y="6517310"/>
                </a:moveTo>
                <a:lnTo>
                  <a:pt x="11225454" y="6618034"/>
                </a:lnTo>
                <a:lnTo>
                  <a:pt x="11248423" y="6618034"/>
                </a:lnTo>
                <a:lnTo>
                  <a:pt x="11248423" y="6550413"/>
                </a:lnTo>
                <a:lnTo>
                  <a:pt x="11294805" y="6605891"/>
                </a:lnTo>
                <a:lnTo>
                  <a:pt x="11299665" y="6605891"/>
                </a:lnTo>
                <a:lnTo>
                  <a:pt x="11345558" y="6548736"/>
                </a:lnTo>
                <a:lnTo>
                  <a:pt x="11345558" y="6618034"/>
                </a:lnTo>
                <a:lnTo>
                  <a:pt x="11368873" y="6618034"/>
                </a:lnTo>
                <a:lnTo>
                  <a:pt x="11368873" y="6517310"/>
                </a:lnTo>
                <a:lnTo>
                  <a:pt x="11348725" y="6517310"/>
                </a:lnTo>
                <a:lnTo>
                  <a:pt x="11298687" y="6577069"/>
                </a:lnTo>
                <a:lnTo>
                  <a:pt x="11248423" y="6517310"/>
                </a:lnTo>
                <a:close/>
                <a:moveTo>
                  <a:pt x="11048135" y="6517310"/>
                </a:moveTo>
                <a:lnTo>
                  <a:pt x="11048135" y="6618034"/>
                </a:lnTo>
                <a:lnTo>
                  <a:pt x="11071096" y="6618034"/>
                </a:lnTo>
                <a:lnTo>
                  <a:pt x="11071096" y="6550413"/>
                </a:lnTo>
                <a:lnTo>
                  <a:pt x="11117478" y="6605891"/>
                </a:lnTo>
                <a:lnTo>
                  <a:pt x="11122331" y="6605891"/>
                </a:lnTo>
                <a:lnTo>
                  <a:pt x="11168239" y="6548736"/>
                </a:lnTo>
                <a:lnTo>
                  <a:pt x="11168239" y="6618034"/>
                </a:lnTo>
                <a:lnTo>
                  <a:pt x="11191554" y="6618034"/>
                </a:lnTo>
                <a:lnTo>
                  <a:pt x="11191554" y="6517310"/>
                </a:lnTo>
                <a:lnTo>
                  <a:pt x="11171399" y="6517310"/>
                </a:lnTo>
                <a:lnTo>
                  <a:pt x="11121368" y="6577069"/>
                </a:lnTo>
                <a:lnTo>
                  <a:pt x="11071096" y="6517310"/>
                </a:lnTo>
                <a:close/>
                <a:moveTo>
                  <a:pt x="10752277" y="6495161"/>
                </a:moveTo>
                <a:cubicBezTo>
                  <a:pt x="10729180" y="6495161"/>
                  <a:pt x="10721799" y="6501112"/>
                  <a:pt x="10721799" y="6524217"/>
                </a:cubicBezTo>
                <a:lnTo>
                  <a:pt x="10721799" y="6537774"/>
                </a:lnTo>
                <a:cubicBezTo>
                  <a:pt x="10721799" y="6560878"/>
                  <a:pt x="10729187" y="6566829"/>
                  <a:pt x="10752277" y="6566829"/>
                </a:cubicBezTo>
                <a:lnTo>
                  <a:pt x="10828955" y="6566829"/>
                </a:lnTo>
                <a:lnTo>
                  <a:pt x="10828955" y="6594929"/>
                </a:lnTo>
                <a:lnTo>
                  <a:pt x="10742052" y="6594929"/>
                </a:lnTo>
                <a:lnTo>
                  <a:pt x="10742052" y="6581703"/>
                </a:lnTo>
                <a:lnTo>
                  <a:pt x="10716796" y="6586947"/>
                </a:lnTo>
                <a:lnTo>
                  <a:pt x="10716796" y="6588978"/>
                </a:lnTo>
                <a:cubicBezTo>
                  <a:pt x="10716796" y="6612075"/>
                  <a:pt x="10724417" y="6618026"/>
                  <a:pt x="10747514" y="6618026"/>
                </a:cubicBezTo>
                <a:lnTo>
                  <a:pt x="10823486" y="6618026"/>
                </a:lnTo>
                <a:cubicBezTo>
                  <a:pt x="10846583" y="6618026"/>
                  <a:pt x="10854204" y="6612075"/>
                  <a:pt x="10854204" y="6588978"/>
                </a:cubicBezTo>
                <a:lnTo>
                  <a:pt x="10854204" y="6572073"/>
                </a:lnTo>
                <a:cubicBezTo>
                  <a:pt x="10854204" y="6548969"/>
                  <a:pt x="10846583" y="6543018"/>
                  <a:pt x="10823486" y="6543018"/>
                </a:cubicBezTo>
                <a:lnTo>
                  <a:pt x="10746799" y="6543018"/>
                </a:lnTo>
                <a:lnTo>
                  <a:pt x="10746799" y="6516595"/>
                </a:lnTo>
                <a:lnTo>
                  <a:pt x="10827285" y="6516595"/>
                </a:lnTo>
                <a:lnTo>
                  <a:pt x="10827285" y="6529904"/>
                </a:lnTo>
                <a:lnTo>
                  <a:pt x="10852526" y="6523953"/>
                </a:lnTo>
                <a:lnTo>
                  <a:pt x="10852526" y="6522073"/>
                </a:lnTo>
                <a:cubicBezTo>
                  <a:pt x="10852526" y="6500871"/>
                  <a:pt x="10843957" y="6495161"/>
                  <a:pt x="10822049" y="6495161"/>
                </a:cubicBezTo>
                <a:close/>
                <a:moveTo>
                  <a:pt x="11554221" y="6392872"/>
                </a:moveTo>
                <a:lnTo>
                  <a:pt x="11591123" y="6423590"/>
                </a:lnTo>
                <a:lnTo>
                  <a:pt x="11579695" y="6433348"/>
                </a:lnTo>
                <a:lnTo>
                  <a:pt x="11522795" y="6433348"/>
                </a:lnTo>
                <a:lnTo>
                  <a:pt x="11522795" y="6433341"/>
                </a:lnTo>
                <a:lnTo>
                  <a:pt x="11522795" y="6412395"/>
                </a:lnTo>
                <a:close/>
                <a:moveTo>
                  <a:pt x="10923532" y="6371438"/>
                </a:moveTo>
                <a:lnTo>
                  <a:pt x="10979491" y="6371438"/>
                </a:lnTo>
                <a:cubicBezTo>
                  <a:pt x="10986864" y="6371438"/>
                  <a:pt x="10990685" y="6372875"/>
                  <a:pt x="10990685" y="6379533"/>
                </a:cubicBezTo>
                <a:lnTo>
                  <a:pt x="10990685" y="6391202"/>
                </a:lnTo>
                <a:cubicBezTo>
                  <a:pt x="10990685" y="6397875"/>
                  <a:pt x="10986864" y="6399297"/>
                  <a:pt x="10979491" y="6399297"/>
                </a:cubicBezTo>
                <a:lnTo>
                  <a:pt x="10923532" y="6399297"/>
                </a:lnTo>
                <a:close/>
                <a:moveTo>
                  <a:pt x="11349305" y="6354059"/>
                </a:moveTo>
                <a:cubicBezTo>
                  <a:pt x="11329541" y="6354059"/>
                  <a:pt x="11322868" y="6358829"/>
                  <a:pt x="11322868" y="6377878"/>
                </a:cubicBezTo>
                <a:lnTo>
                  <a:pt x="11322868" y="6389073"/>
                </a:lnTo>
                <a:cubicBezTo>
                  <a:pt x="11322868" y="6408122"/>
                  <a:pt x="11329541" y="6412877"/>
                  <a:pt x="11349305" y="6412877"/>
                </a:cubicBezTo>
                <a:lnTo>
                  <a:pt x="11414541" y="6412877"/>
                </a:lnTo>
                <a:lnTo>
                  <a:pt x="11414541" y="6435982"/>
                </a:lnTo>
                <a:lnTo>
                  <a:pt x="11340480" y="6435982"/>
                </a:lnTo>
                <a:lnTo>
                  <a:pt x="11340480" y="6425374"/>
                </a:lnTo>
                <a:lnTo>
                  <a:pt x="11318587" y="6429429"/>
                </a:lnTo>
                <a:lnTo>
                  <a:pt x="11318587" y="6430979"/>
                </a:lnTo>
                <a:cubicBezTo>
                  <a:pt x="11318587" y="6449795"/>
                  <a:pt x="11325012" y="6454783"/>
                  <a:pt x="11345009" y="6454783"/>
                </a:cubicBezTo>
                <a:lnTo>
                  <a:pt x="11410501" y="6454783"/>
                </a:lnTo>
                <a:cubicBezTo>
                  <a:pt x="11430498" y="6454783"/>
                  <a:pt x="11436690" y="6449795"/>
                  <a:pt x="11436690" y="6430979"/>
                </a:cubicBezTo>
                <a:lnTo>
                  <a:pt x="11436690" y="6417165"/>
                </a:lnTo>
                <a:cubicBezTo>
                  <a:pt x="11436690" y="6398116"/>
                  <a:pt x="11430506" y="6393361"/>
                  <a:pt x="11410501" y="6393361"/>
                </a:cubicBezTo>
                <a:lnTo>
                  <a:pt x="11345009" y="6393361"/>
                </a:lnTo>
                <a:lnTo>
                  <a:pt x="11345009" y="6372153"/>
                </a:lnTo>
                <a:lnTo>
                  <a:pt x="11414300" y="6372153"/>
                </a:lnTo>
                <a:lnTo>
                  <a:pt x="11414300" y="6381564"/>
                </a:lnTo>
                <a:lnTo>
                  <a:pt x="11435486" y="6377050"/>
                </a:lnTo>
                <a:lnTo>
                  <a:pt x="11435486" y="6375967"/>
                </a:lnTo>
                <a:cubicBezTo>
                  <a:pt x="11435486" y="6358355"/>
                  <a:pt x="11427639" y="6354059"/>
                  <a:pt x="11409064" y="6354059"/>
                </a:cubicBezTo>
                <a:close/>
                <a:moveTo>
                  <a:pt x="11184971" y="6354059"/>
                </a:moveTo>
                <a:lnTo>
                  <a:pt x="11184971" y="6454775"/>
                </a:lnTo>
                <a:lnTo>
                  <a:pt x="11294264" y="6454775"/>
                </a:lnTo>
                <a:lnTo>
                  <a:pt x="11294264" y="6435966"/>
                </a:lnTo>
                <a:lnTo>
                  <a:pt x="11209738" y="6435966"/>
                </a:lnTo>
                <a:lnTo>
                  <a:pt x="11209738" y="6411199"/>
                </a:lnTo>
                <a:lnTo>
                  <a:pt x="11258310" y="6411199"/>
                </a:lnTo>
                <a:lnTo>
                  <a:pt x="11258310" y="6393820"/>
                </a:lnTo>
                <a:lnTo>
                  <a:pt x="11209738" y="6393820"/>
                </a:lnTo>
                <a:lnTo>
                  <a:pt x="11209738" y="6371912"/>
                </a:lnTo>
                <a:lnTo>
                  <a:pt x="11293083" y="6371912"/>
                </a:lnTo>
                <a:lnTo>
                  <a:pt x="11293083" y="6354059"/>
                </a:lnTo>
                <a:close/>
                <a:moveTo>
                  <a:pt x="11047262" y="6354059"/>
                </a:moveTo>
                <a:lnTo>
                  <a:pt x="11047262" y="6454775"/>
                </a:lnTo>
                <a:lnTo>
                  <a:pt x="11156555" y="6454775"/>
                </a:lnTo>
                <a:lnTo>
                  <a:pt x="11156555" y="6435966"/>
                </a:lnTo>
                <a:lnTo>
                  <a:pt x="11072029" y="6435966"/>
                </a:lnTo>
                <a:lnTo>
                  <a:pt x="11072029" y="6411199"/>
                </a:lnTo>
                <a:lnTo>
                  <a:pt x="11120601" y="6411199"/>
                </a:lnTo>
                <a:lnTo>
                  <a:pt x="11120601" y="6393820"/>
                </a:lnTo>
                <a:lnTo>
                  <a:pt x="11072029" y="6393820"/>
                </a:lnTo>
                <a:lnTo>
                  <a:pt x="11072029" y="6371912"/>
                </a:lnTo>
                <a:lnTo>
                  <a:pt x="11155374" y="6371912"/>
                </a:lnTo>
                <a:lnTo>
                  <a:pt x="11155374" y="6354059"/>
                </a:lnTo>
                <a:close/>
                <a:moveTo>
                  <a:pt x="10899246" y="6354059"/>
                </a:moveTo>
                <a:lnTo>
                  <a:pt x="10899246" y="6454775"/>
                </a:lnTo>
                <a:lnTo>
                  <a:pt x="10923539" y="6454775"/>
                </a:lnTo>
                <a:lnTo>
                  <a:pt x="10923539" y="6416669"/>
                </a:lnTo>
                <a:lnTo>
                  <a:pt x="10946636" y="6416669"/>
                </a:lnTo>
                <a:lnTo>
                  <a:pt x="10988782" y="6454775"/>
                </a:lnTo>
                <a:lnTo>
                  <a:pt x="11024029" y="6454775"/>
                </a:lnTo>
                <a:lnTo>
                  <a:pt x="10976158" y="6416669"/>
                </a:lnTo>
                <a:lnTo>
                  <a:pt x="10989971" y="6416669"/>
                </a:lnTo>
                <a:cubicBezTo>
                  <a:pt x="11006169" y="6416669"/>
                  <a:pt x="11013549" y="6411192"/>
                  <a:pt x="11013549" y="6397394"/>
                </a:cubicBezTo>
                <a:lnTo>
                  <a:pt x="11013549" y="6373582"/>
                </a:lnTo>
                <a:cubicBezTo>
                  <a:pt x="11013549" y="6359536"/>
                  <a:pt x="11006161" y="6354059"/>
                  <a:pt x="10989971" y="6354059"/>
                </a:cubicBezTo>
                <a:close/>
                <a:moveTo>
                  <a:pt x="10749425" y="6353818"/>
                </a:moveTo>
                <a:lnTo>
                  <a:pt x="10800140" y="6353818"/>
                </a:lnTo>
                <a:cubicBezTo>
                  <a:pt x="10827052" y="6353818"/>
                  <a:pt x="10840624" y="6367157"/>
                  <a:pt x="10840624" y="6392157"/>
                </a:cubicBezTo>
                <a:cubicBezTo>
                  <a:pt x="10840624" y="6422635"/>
                  <a:pt x="10822523" y="6431685"/>
                  <a:pt x="10786327" y="6431685"/>
                </a:cubicBezTo>
                <a:lnTo>
                  <a:pt x="10749425" y="6431685"/>
                </a:lnTo>
                <a:close/>
                <a:moveTo>
                  <a:pt x="11558990" y="6331910"/>
                </a:moveTo>
                <a:cubicBezTo>
                  <a:pt x="11538030" y="6331910"/>
                  <a:pt x="11528513" y="6336680"/>
                  <a:pt x="11528513" y="6354292"/>
                </a:cubicBezTo>
                <a:lnTo>
                  <a:pt x="11528513" y="6361191"/>
                </a:lnTo>
                <a:cubicBezTo>
                  <a:pt x="11528513" y="6368338"/>
                  <a:pt x="11531846" y="6373815"/>
                  <a:pt x="11538993" y="6379766"/>
                </a:cubicBezTo>
                <a:lnTo>
                  <a:pt x="11513978" y="6394775"/>
                </a:lnTo>
                <a:cubicBezTo>
                  <a:pt x="11503272" y="6401201"/>
                  <a:pt x="11498743" y="6405007"/>
                  <a:pt x="11498743" y="6417632"/>
                </a:cubicBezTo>
                <a:lnTo>
                  <a:pt x="11498743" y="6425727"/>
                </a:lnTo>
                <a:cubicBezTo>
                  <a:pt x="11498743" y="6448824"/>
                  <a:pt x="11506364" y="6454775"/>
                  <a:pt x="11529454" y="6454775"/>
                </a:cubicBezTo>
                <a:lnTo>
                  <a:pt x="11573270" y="6454775"/>
                </a:lnTo>
                <a:cubicBezTo>
                  <a:pt x="11583502" y="6454775"/>
                  <a:pt x="11588505" y="6454301"/>
                  <a:pt x="11596367" y="6447387"/>
                </a:cubicBezTo>
                <a:lnTo>
                  <a:pt x="11607321" y="6437629"/>
                </a:lnTo>
                <a:lnTo>
                  <a:pt x="11627559" y="6454775"/>
                </a:lnTo>
                <a:lnTo>
                  <a:pt x="11664950" y="6454775"/>
                </a:lnTo>
                <a:lnTo>
                  <a:pt x="11626137" y="6422146"/>
                </a:lnTo>
                <a:lnTo>
                  <a:pt x="11654470" y="6398582"/>
                </a:lnTo>
                <a:lnTo>
                  <a:pt x="11638272" y="6384536"/>
                </a:lnTo>
                <a:lnTo>
                  <a:pt x="11609698" y="6408340"/>
                </a:lnTo>
                <a:lnTo>
                  <a:pt x="11551836" y="6360243"/>
                </a:lnTo>
                <a:lnTo>
                  <a:pt x="11551836" y="6351433"/>
                </a:lnTo>
                <a:lnTo>
                  <a:pt x="11592086" y="6351433"/>
                </a:lnTo>
                <a:lnTo>
                  <a:pt x="11592086" y="6367872"/>
                </a:lnTo>
                <a:lnTo>
                  <a:pt x="11614220" y="6364065"/>
                </a:lnTo>
                <a:lnTo>
                  <a:pt x="11614220" y="6356677"/>
                </a:lnTo>
                <a:cubicBezTo>
                  <a:pt x="11614220" y="6336680"/>
                  <a:pt x="11605884" y="6331910"/>
                  <a:pt x="11583742" y="6331910"/>
                </a:cubicBezTo>
                <a:close/>
                <a:moveTo>
                  <a:pt x="10720851" y="6331910"/>
                </a:moveTo>
                <a:lnTo>
                  <a:pt x="10720851" y="6454775"/>
                </a:lnTo>
                <a:lnTo>
                  <a:pt x="10792527" y="6454775"/>
                </a:lnTo>
                <a:cubicBezTo>
                  <a:pt x="10814420" y="6454775"/>
                  <a:pt x="10831092" y="6452631"/>
                  <a:pt x="10843009" y="6445258"/>
                </a:cubicBezTo>
                <a:cubicBezTo>
                  <a:pt x="10860155" y="6434778"/>
                  <a:pt x="10870146" y="6415728"/>
                  <a:pt x="10870146" y="6392631"/>
                </a:cubicBezTo>
                <a:cubicBezTo>
                  <a:pt x="10870146" y="6354533"/>
                  <a:pt x="10845868" y="6331910"/>
                  <a:pt x="10799900" y="6331910"/>
                </a:cubicBezTo>
                <a:close/>
                <a:moveTo>
                  <a:pt x="0" y="0"/>
                </a:moveTo>
                <a:lnTo>
                  <a:pt x="12192000" y="0"/>
                </a:lnTo>
                <a:lnTo>
                  <a:pt x="12192000" y="6858000"/>
                </a:lnTo>
                <a:lnTo>
                  <a:pt x="0" y="6858000"/>
                </a:lnTo>
                <a:close/>
              </a:path>
            </a:pathLst>
          </a:custGeom>
          <a:pattFill prst="ltUpDiag">
            <a:fgClr>
              <a:schemeClr val="bg1">
                <a:lumMod val="95000"/>
              </a:schemeClr>
            </a:fgClr>
            <a:bgClr>
              <a:schemeClr val="bg1"/>
            </a:bgClr>
          </a:pattFill>
        </p:spPr>
        <p:txBody>
          <a:bodyPr wrap="square">
            <a:noAutofit/>
          </a:bodyPr>
          <a:lstStyle/>
          <a:p>
            <a:r>
              <a:rPr lang="de-DE"/>
              <a:t>Bild durch Klicken auf Symbol hinzufügen</a:t>
            </a:r>
            <a:endParaRPr lang="en-US"/>
          </a:p>
        </p:txBody>
      </p:sp>
      <p:sp>
        <p:nvSpPr>
          <p:cNvPr id="7" name="text">
            <a:extLst>
              <a:ext uri="{FF2B5EF4-FFF2-40B4-BE49-F238E27FC236}">
                <a16:creationId xmlns:a16="http://schemas.microsoft.com/office/drawing/2014/main" id="{76947769-F1C5-46D2-A578-B46158BB4453}"/>
              </a:ext>
            </a:extLst>
          </p:cNvPr>
          <p:cNvSpPr>
            <a:spLocks noGrp="1"/>
          </p:cNvSpPr>
          <p:nvPr>
            <p:ph type="body" sz="quarter" idx="15"/>
          </p:nvPr>
        </p:nvSpPr>
        <p:spPr bwMode="gray">
          <a:xfrm>
            <a:off x="8049600" y="0"/>
            <a:ext cx="3616800" cy="3472867"/>
          </a:xfrm>
          <a:solidFill>
            <a:schemeClr val="bg1"/>
          </a:solidFill>
        </p:spPr>
        <p:txBody>
          <a:bodyPr wrap="square" lIns="216000" tIns="1602000" rIns="216000" bIns="432000">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 name="title">
            <a:extLst>
              <a:ext uri="{FF2B5EF4-FFF2-40B4-BE49-F238E27FC236}">
                <a16:creationId xmlns:a16="http://schemas.microsoft.com/office/drawing/2014/main" id="{8FFCB50B-5503-4467-8A0F-9FBB8B48B97D}"/>
              </a:ext>
            </a:extLst>
          </p:cNvPr>
          <p:cNvSpPr>
            <a:spLocks noGrp="1"/>
          </p:cNvSpPr>
          <p:nvPr>
            <p:ph type="title"/>
          </p:nvPr>
        </p:nvSpPr>
        <p:spPr bwMode="gray">
          <a:xfrm>
            <a:off x="8049600" y="648000"/>
            <a:ext cx="3616800" cy="864000"/>
          </a:xfrm>
        </p:spPr>
        <p:txBody>
          <a:bodyPr lIns="216000" tIns="0" rIns="216000" bIns="0" anchor="t"/>
          <a:lstStyle/>
          <a:p>
            <a:r>
              <a:rPr lang="de-DE"/>
              <a:t>Mastertitelformat bearbeiten</a:t>
            </a:r>
            <a:endParaRPr lang="en-US"/>
          </a:p>
        </p:txBody>
      </p:sp>
      <p:sp>
        <p:nvSpPr>
          <p:cNvPr id="10" name="copyright right">
            <a:extLst>
              <a:ext uri="{FF2B5EF4-FFF2-40B4-BE49-F238E27FC236}">
                <a16:creationId xmlns:a16="http://schemas.microsoft.com/office/drawing/2014/main" id="{FBA49034-4450-09B5-D20C-2D1DF0E5FBBE}"/>
              </a:ext>
              <a:ext uri="{C183D7F6-B498-43B3-948B-1728B52AA6E4}">
                <adec:decorative xmlns:adec="http://schemas.microsoft.com/office/drawing/2017/decorative" val="1"/>
              </a:ext>
            </a:extLst>
          </p:cNvPr>
          <p:cNvSpPr>
            <a:spLocks noGrp="1"/>
          </p:cNvSpPr>
          <p:nvPr>
            <p:ph type="body" sz="quarter" idx="20" hasCustomPrompt="1"/>
          </p:nvPr>
        </p:nvSpPr>
        <p:spPr>
          <a:xfrm rot="16200000">
            <a:off x="11672798" y="5759643"/>
            <a:ext cx="580379" cy="92333"/>
          </a:xfrm>
          <a:solidFill>
            <a:schemeClr val="bg1">
              <a:alpha val="0"/>
            </a:schemeClr>
          </a:solidFill>
        </p:spPr>
        <p:txBody>
          <a:bodyPr wrap="none" anchor="t"/>
          <a:lstStyle>
            <a:lvl1pPr>
              <a:spcBef>
                <a:spcPts val="0"/>
              </a:spcBef>
              <a:spcAft>
                <a:spcPts val="0"/>
              </a:spcAft>
              <a:defRPr sz="600">
                <a:solidFill>
                  <a:srgbClr val="B2B2B2"/>
                </a:solidFill>
              </a:defRPr>
            </a:lvl1pPr>
          </a:lstStyle>
          <a:p>
            <a:pPr lvl="0"/>
            <a:r>
              <a:rPr lang="de-DE" noProof="0"/>
              <a:t>© Copyright</a:t>
            </a:r>
          </a:p>
        </p:txBody>
      </p:sp>
      <p:sp>
        <p:nvSpPr>
          <p:cNvPr id="6" name="slide number">
            <a:extLst>
              <a:ext uri="{FF2B5EF4-FFF2-40B4-BE49-F238E27FC236}">
                <a16:creationId xmlns:a16="http://schemas.microsoft.com/office/drawing/2014/main" id="{90B54C2D-8235-4852-8EB7-5E05529B2499}"/>
              </a:ext>
            </a:extLst>
          </p:cNvPr>
          <p:cNvSpPr>
            <a:spLocks noGrp="1"/>
          </p:cNvSpPr>
          <p:nvPr>
            <p:ph type="sldNum" sz="quarter" idx="12"/>
          </p:nvPr>
        </p:nvSpPr>
        <p:spPr bwMode="gray">
          <a:xfrm>
            <a:off x="525600" y="6386399"/>
            <a:ext cx="234000" cy="180000"/>
          </a:xfrm>
        </p:spPr>
        <p:txBody>
          <a:bodyPr lIns="0" tIns="0" rIns="0" bIns="0"/>
          <a:lstStyle>
            <a:lvl1pPr>
              <a:defRPr>
                <a:solidFill>
                  <a:schemeClr val="bg1"/>
                </a:solidFill>
              </a:defRPr>
            </a:lvl1pPr>
          </a:lstStyle>
          <a:p>
            <a:fld id="{9829449A-3FF3-45CE-9F4F-09BADC0910C6}" type="slidenum">
              <a:rPr lang="de-DE"/>
              <a:pPr/>
              <a:t>‹Nr.›</a:t>
            </a:fld>
            <a:endParaRPr lang="de-DE"/>
          </a:p>
        </p:txBody>
      </p:sp>
      <p:sp>
        <p:nvSpPr>
          <p:cNvPr id="5" name="footer">
            <a:extLst>
              <a:ext uri="{FF2B5EF4-FFF2-40B4-BE49-F238E27FC236}">
                <a16:creationId xmlns:a16="http://schemas.microsoft.com/office/drawing/2014/main" id="{A4534FC4-D037-44B0-B266-D9E820FC1DF2}"/>
              </a:ext>
            </a:extLst>
          </p:cNvPr>
          <p:cNvSpPr>
            <a:spLocks noGrp="1"/>
          </p:cNvSpPr>
          <p:nvPr>
            <p:ph type="ftr" sz="quarter" idx="11"/>
          </p:nvPr>
        </p:nvSpPr>
        <p:spPr bwMode="gray">
          <a:xfrm>
            <a:off x="763200" y="6386399"/>
            <a:ext cx="7880400" cy="180000"/>
          </a:xfrm>
        </p:spPr>
        <p:txBody>
          <a:bodyPr lIns="0" tIns="0" rIns="0" bIns="0"/>
          <a:lstStyle>
            <a:lvl1pPr>
              <a:defRPr>
                <a:solidFill>
                  <a:schemeClr val="bg1"/>
                </a:solidFill>
              </a:defRPr>
            </a:lvl1pPr>
          </a:lstStyle>
          <a:p>
            <a:r>
              <a:rPr lang="de-DE"/>
              <a:t>SNB - TGA - 28.08.2026</a:t>
            </a:r>
          </a:p>
        </p:txBody>
      </p:sp>
      <p:sp>
        <p:nvSpPr>
          <p:cNvPr id="70" name="logo drees&amp;sommer white">
            <a:extLst>
              <a:ext uri="{FF2B5EF4-FFF2-40B4-BE49-F238E27FC236}">
                <a16:creationId xmlns:a16="http://schemas.microsoft.com/office/drawing/2014/main" id="{91489C11-500C-4D1E-AF15-60A75D6E0BE0}"/>
              </a:ext>
              <a:ext uri="{C183D7F6-B498-43B3-948B-1728B52AA6E4}">
                <adec:decorative xmlns:adec="http://schemas.microsoft.com/office/drawing/2017/decorative" val="1"/>
              </a:ext>
            </a:extLst>
          </p:cNvPr>
          <p:cNvSpPr>
            <a:spLocks noGrp="1"/>
          </p:cNvSpPr>
          <p:nvPr>
            <p:ph type="media" sz="quarter" idx="19"/>
          </p:nvPr>
        </p:nvSpPr>
        <p:spPr bwMode="gray">
          <a:xfrm>
            <a:off x="10716797" y="6330042"/>
            <a:ext cx="946800" cy="288000"/>
          </a:xfrm>
          <a:blipFill>
            <a:blip r:embed="rId3" cstate="print">
              <a:extLst>
                <a:ext uri="{28A0092B-C50C-407E-A947-70E740481C1C}">
                  <a14:useLocalDpi xmlns:a14="http://schemas.microsoft.com/office/drawing/2010/main"/>
                </a:ext>
              </a:extLst>
            </a:blip>
            <a:stretch>
              <a:fillRect/>
            </a:stretch>
          </a:blipFill>
          <a:ln w="15875" cap="flat">
            <a:noFill/>
            <a:prstDash val="lgDash"/>
          </a:ln>
        </p:spPr>
        <p:txBody>
          <a:bodyPr/>
          <a:lstStyle>
            <a:lvl1pPr>
              <a:defRPr sz="100">
                <a:solidFill>
                  <a:schemeClr val="bg1"/>
                </a:solidFill>
              </a:defRPr>
            </a:lvl1pPr>
          </a:lstStyle>
          <a:p>
            <a:r>
              <a:rPr lang="de-DE"/>
              <a:t>Mediaclip durch Klicken auf Symbol hinzufügen</a:t>
            </a:r>
          </a:p>
        </p:txBody>
      </p:sp>
      <p:grpSp>
        <p:nvGrpSpPr>
          <p:cNvPr id="9" name="info">
            <a:extLst>
              <a:ext uri="{FF2B5EF4-FFF2-40B4-BE49-F238E27FC236}">
                <a16:creationId xmlns:a16="http://schemas.microsoft.com/office/drawing/2014/main" id="{6E5529EC-F29A-EBD5-D391-D6B74755F3B4}"/>
              </a:ext>
              <a:ext uri="{C183D7F6-B498-43B3-948B-1728B52AA6E4}">
                <adec:decorative xmlns:adec="http://schemas.microsoft.com/office/drawing/2017/decorative" val="1"/>
              </a:ext>
            </a:extLst>
          </p:cNvPr>
          <p:cNvGrpSpPr/>
          <p:nvPr userDrawn="1"/>
        </p:nvGrpSpPr>
        <p:grpSpPr>
          <a:xfrm>
            <a:off x="12330000" y="6270420"/>
            <a:ext cx="3280498" cy="3039892"/>
            <a:chOff x="12269592" y="3668720"/>
            <a:chExt cx="2427430" cy="3039892"/>
          </a:xfrm>
          <a:effectLst>
            <a:outerShdw blurRad="50800" dist="38100" dir="8100000" algn="tr" rotWithShape="0">
              <a:prstClr val="black">
                <a:alpha val="40000"/>
              </a:prstClr>
            </a:outerShdw>
          </a:effectLst>
        </p:grpSpPr>
        <p:grpSp>
          <p:nvGrpSpPr>
            <p:cNvPr id="14" name="info">
              <a:extLst>
                <a:ext uri="{FF2B5EF4-FFF2-40B4-BE49-F238E27FC236}">
                  <a16:creationId xmlns:a16="http://schemas.microsoft.com/office/drawing/2014/main" id="{6477366A-B228-C8A2-9956-4902A0EFA24A}"/>
                </a:ext>
              </a:extLst>
            </p:cNvPr>
            <p:cNvGrpSpPr/>
            <p:nvPr userDrawn="1"/>
          </p:nvGrpSpPr>
          <p:grpSpPr>
            <a:xfrm flipH="1">
              <a:off x="12269592" y="3668720"/>
              <a:ext cx="2427430" cy="3039892"/>
              <a:chOff x="11602609" y="1146391"/>
              <a:chExt cx="2427430" cy="3039892"/>
            </a:xfrm>
            <a:solidFill>
              <a:srgbClr val="000000"/>
            </a:solidFill>
          </p:grpSpPr>
          <p:sp>
            <p:nvSpPr>
              <p:cNvPr id="19" name="info">
                <a:extLst>
                  <a:ext uri="{FF2B5EF4-FFF2-40B4-BE49-F238E27FC236}">
                    <a16:creationId xmlns:a16="http://schemas.microsoft.com/office/drawing/2014/main" id="{44AE14EA-D912-098F-B568-FE4145D7FA12}"/>
                  </a:ext>
                </a:extLst>
              </p:cNvPr>
              <p:cNvSpPr/>
              <p:nvPr userDrawn="1"/>
            </p:nvSpPr>
            <p:spPr bwMode="gray">
              <a:xfrm rot="10800000" flipH="1">
                <a:off x="13416060" y="1146391"/>
                <a:ext cx="613979" cy="540000"/>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spAutoFit/>
              </a:bodyPr>
              <a:lstStyle/>
              <a:p>
                <a:pPr algn="ctr">
                  <a:lnSpc>
                    <a:spcPct val="80000"/>
                  </a:lnSpc>
                  <a:spcBef>
                    <a:spcPts val="400"/>
                  </a:spcBef>
                  <a:spcAft>
                    <a:spcPts val="400"/>
                  </a:spcAft>
                </a:pPr>
                <a:endParaRPr lang="en-US" sz="1050">
                  <a:solidFill>
                    <a:schemeClr val="tx2"/>
                  </a:solidFill>
                </a:endParaRPr>
              </a:p>
              <a:p>
                <a:pPr algn="ctr">
                  <a:lnSpc>
                    <a:spcPct val="80000"/>
                  </a:lnSpc>
                  <a:spcBef>
                    <a:spcPts val="400"/>
                  </a:spcBef>
                  <a:spcAft>
                    <a:spcPts val="400"/>
                  </a:spcAft>
                </a:pPr>
                <a:endParaRPr lang="en-US" sz="1050">
                  <a:solidFill>
                    <a:schemeClr val="tx2"/>
                  </a:solidFill>
                </a:endParaRPr>
              </a:p>
            </p:txBody>
          </p:sp>
          <p:sp>
            <p:nvSpPr>
              <p:cNvPr id="20" name="info">
                <a:extLst>
                  <a:ext uri="{FF2B5EF4-FFF2-40B4-BE49-F238E27FC236}">
                    <a16:creationId xmlns:a16="http://schemas.microsoft.com/office/drawing/2014/main" id="{44BE1613-5AC4-02A5-C3FA-842982D8B5C8}"/>
                  </a:ext>
                </a:extLst>
              </p:cNvPr>
              <p:cNvSpPr/>
              <p:nvPr userDrawn="1"/>
            </p:nvSpPr>
            <p:spPr bwMode="gray">
              <a:xfrm flipH="1">
                <a:off x="11602609" y="1148565"/>
                <a:ext cx="2230353" cy="30377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0" kern="1200" cap="none">
                    <a:solidFill>
                      <a:schemeClr val="bg1"/>
                    </a:solidFill>
                    <a:latin typeface="+mn-lt"/>
                    <a:ea typeface="+mn-ea"/>
                    <a:cs typeface="+mn-cs"/>
                  </a:rPr>
                  <a:t>Delete the white logo to get the </a:t>
                </a:r>
                <a:r>
                  <a:rPr lang="en-US" sz="1050" b="1" kern="1200" cap="all">
                    <a:solidFill>
                      <a:schemeClr val="bg1"/>
                    </a:solidFill>
                    <a:latin typeface="+mn-lt"/>
                    <a:ea typeface="+mn-ea"/>
                    <a:cs typeface="+mn-cs"/>
                  </a:rPr>
                  <a:t>BLUE LOGO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b="1" kern="1200" cap="all">
                  <a:solidFill>
                    <a:schemeClr val="bg1"/>
                  </a:solidFill>
                  <a:latin typeface="+mn-lt"/>
                  <a:ea typeface="+mn-ea"/>
                  <a:cs typeface="+mn-cs"/>
                </a:endParaRPr>
              </a:p>
              <a:p>
                <a:pPr algn="l"/>
                <a:r>
                  <a:rPr lang="en-US" sz="1050">
                    <a:solidFill>
                      <a:schemeClr val="bg1"/>
                    </a:solidFill>
                  </a:rPr>
                  <a:t>If there is too much text, the </a:t>
                </a:r>
                <a:r>
                  <a:rPr lang="en-US" sz="1050" b="1" kern="1200" cap="all" baseline="0">
                    <a:solidFill>
                      <a:schemeClr val="bg1"/>
                    </a:solidFill>
                    <a:latin typeface="+mn-lt"/>
                    <a:ea typeface="+mn-ea"/>
                    <a:cs typeface="+mn-cs"/>
                  </a:rPr>
                  <a:t>Drees &amp; Sommer logo </a:t>
                </a:r>
                <a:r>
                  <a:rPr lang="en-US" sz="1050">
                    <a:solidFill>
                      <a:schemeClr val="bg1"/>
                    </a:solidFill>
                  </a:rPr>
                  <a:t>will be covered by the white text box.</a:t>
                </a:r>
                <a:br>
                  <a:rPr lang="en-US" sz="1050">
                    <a:solidFill>
                      <a:schemeClr val="bg1"/>
                    </a:solidFill>
                  </a:rPr>
                </a:br>
                <a:br>
                  <a:rPr lang="en-US" sz="1050">
                    <a:solidFill>
                      <a:schemeClr val="bg1"/>
                    </a:solidFill>
                  </a:rPr>
                </a:br>
                <a:r>
                  <a:rPr lang="en-US" sz="1050" b="1" cap="all" baseline="0">
                    <a:solidFill>
                      <a:schemeClr val="bg1"/>
                    </a:solidFill>
                  </a:rPr>
                  <a:t>Make logo visible</a:t>
                </a:r>
              </a:p>
              <a:p>
                <a:pPr algn="l"/>
                <a:r>
                  <a:rPr lang="en-US" sz="1050" b="0">
                    <a:solidFill>
                      <a:schemeClr val="bg1"/>
                    </a:solidFill>
                  </a:rPr>
                  <a:t>Use the positioning template from the empower library to place the Drees &amp; Sommer logo over </a:t>
                </a:r>
                <a:br>
                  <a:rPr lang="en-US" sz="1050" b="0">
                    <a:solidFill>
                      <a:schemeClr val="bg1"/>
                    </a:solidFill>
                  </a:rPr>
                </a:br>
                <a:r>
                  <a:rPr lang="en-US" sz="1050" b="0">
                    <a:solidFill>
                      <a:schemeClr val="bg1"/>
                    </a:solidFill>
                  </a:rPr>
                  <a:t>the white text box.</a:t>
                </a:r>
                <a:br>
                  <a:rPr lang="en-US" sz="1050" b="0">
                    <a:solidFill>
                      <a:schemeClr val="bg1"/>
                    </a:solidFill>
                  </a:rPr>
                </a:br>
                <a:br>
                  <a:rPr lang="en-US" sz="1050" b="0">
                    <a:solidFill>
                      <a:schemeClr val="bg1"/>
                    </a:solidFill>
                  </a:rPr>
                </a:br>
                <a:r>
                  <a:rPr lang="en-US" sz="1050" b="0">
                    <a:solidFill>
                      <a:schemeClr val="bg1"/>
                    </a:solidFill>
                  </a:rPr>
                  <a:t>&gt; empower </a:t>
                </a:r>
                <a:br>
                  <a:rPr lang="en-US" sz="1050" b="0">
                    <a:solidFill>
                      <a:schemeClr val="bg1"/>
                    </a:solidFill>
                  </a:rPr>
                </a:br>
                <a:r>
                  <a:rPr lang="en-US" sz="1050" b="0">
                    <a:solidFill>
                      <a:schemeClr val="bg1"/>
                    </a:solidFill>
                  </a:rPr>
                  <a:t>&gt; layout tools</a:t>
                </a:r>
              </a:p>
              <a:p>
                <a:pPr algn="l" defTabSz="179388"/>
                <a:endParaRPr lang="en-US" sz="1050" b="0">
                  <a:solidFill>
                    <a:schemeClr val="bg1"/>
                  </a:solidFill>
                </a:endParaRPr>
              </a:p>
              <a:p>
                <a:pPr algn="l" defTabSz="179388"/>
                <a:r>
                  <a:rPr lang="en-US" sz="1050" b="0">
                    <a:solidFill>
                      <a:schemeClr val="bg1"/>
                    </a:solidFill>
                  </a:rPr>
                  <a:t>&gt; pictures</a:t>
                </a:r>
              </a:p>
              <a:p>
                <a:pPr algn="l" defTabSz="179388"/>
                <a:endParaRPr lang="en-US" sz="1050" b="0">
                  <a:solidFill>
                    <a:schemeClr val="bg1"/>
                  </a:solidFill>
                </a:endParaRPr>
              </a:p>
              <a:p>
                <a:pPr algn="l" defTabSz="179388"/>
                <a:r>
                  <a:rPr lang="en-US" sz="1050" b="0">
                    <a:solidFill>
                      <a:schemeClr val="bg1"/>
                    </a:solidFill>
                  </a:rPr>
                  <a:t>&gt; logos</a:t>
                </a:r>
              </a:p>
              <a:p>
                <a:pPr algn="l" defTabSz="179388"/>
                <a:r>
                  <a:rPr lang="en-US" sz="1050" b="0">
                    <a:solidFill>
                      <a:schemeClr val="bg1"/>
                    </a:solidFill>
                  </a:rPr>
                  <a:t>&gt; </a:t>
                </a:r>
                <a:r>
                  <a:rPr lang="en-US" sz="1050" b="1">
                    <a:solidFill>
                      <a:schemeClr val="bg1"/>
                    </a:solidFill>
                  </a:rPr>
                  <a:t>Drees &amp; Sommer logo</a:t>
                </a:r>
              </a:p>
            </p:txBody>
          </p:sp>
        </p:grpSp>
        <p:cxnSp>
          <p:nvCxnSpPr>
            <p:cNvPr id="15" name="info">
              <a:extLst>
                <a:ext uri="{FF2B5EF4-FFF2-40B4-BE49-F238E27FC236}">
                  <a16:creationId xmlns:a16="http://schemas.microsoft.com/office/drawing/2014/main" id="{2801EE92-BF3E-D7CA-7532-4AF387768C86}"/>
                </a:ext>
              </a:extLst>
            </p:cNvPr>
            <p:cNvCxnSpPr>
              <a:cxnSpLocks/>
            </p:cNvCxnSpPr>
            <p:nvPr userDrawn="1"/>
          </p:nvCxnSpPr>
          <p:spPr>
            <a:xfrm flipH="1">
              <a:off x="13224829" y="5670031"/>
              <a:ext cx="520518" cy="0"/>
            </a:xfrm>
            <a:prstGeom prst="line">
              <a:avLst/>
            </a:prstGeom>
            <a:ln w="12700" cap="sq">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info">
              <a:extLst>
                <a:ext uri="{FF2B5EF4-FFF2-40B4-BE49-F238E27FC236}">
                  <a16:creationId xmlns:a16="http://schemas.microsoft.com/office/drawing/2014/main" id="{4D5AA4A4-BE6A-F12A-9E22-F62978CD8399}"/>
                </a:ext>
              </a:extLst>
            </p:cNvPr>
            <p:cNvCxnSpPr>
              <a:cxnSpLocks/>
            </p:cNvCxnSpPr>
            <p:nvPr userDrawn="1"/>
          </p:nvCxnSpPr>
          <p:spPr>
            <a:xfrm flipH="1">
              <a:off x="13069585" y="5989008"/>
              <a:ext cx="523340" cy="0"/>
            </a:xfrm>
            <a:prstGeom prst="line">
              <a:avLst/>
            </a:prstGeom>
            <a:ln w="12700" cap="sq">
              <a:solidFill>
                <a:schemeClr val="bg1"/>
              </a:solidFill>
            </a:ln>
          </p:spPr>
          <p:style>
            <a:lnRef idx="1">
              <a:schemeClr val="accent1"/>
            </a:lnRef>
            <a:fillRef idx="0">
              <a:schemeClr val="accent1"/>
            </a:fillRef>
            <a:effectRef idx="0">
              <a:schemeClr val="accent1"/>
            </a:effectRef>
            <a:fontRef idx="minor">
              <a:schemeClr val="tx1"/>
            </a:fontRef>
          </p:style>
        </p:cxnSp>
        <p:pic>
          <p:nvPicPr>
            <p:cNvPr id="17" name="info">
              <a:extLst>
                <a:ext uri="{FF2B5EF4-FFF2-40B4-BE49-F238E27FC236}">
                  <a16:creationId xmlns:a16="http://schemas.microsoft.com/office/drawing/2014/main" id="{F6422023-037C-00BE-6E4E-A3CEBA258CCE}"/>
                </a:ext>
              </a:extLst>
            </p:cNvPr>
            <p:cNvPicPr>
              <a:picLocks noChangeAspect="1"/>
            </p:cNvPicPr>
            <p:nvPr userDrawn="1"/>
          </p:nvPicPr>
          <p:blipFill>
            <a:blip r:embed="rId4"/>
            <a:stretch>
              <a:fillRect/>
            </a:stretch>
          </p:blipFill>
          <p:spPr>
            <a:xfrm>
              <a:off x="13579988" y="5860408"/>
              <a:ext cx="221264" cy="285790"/>
            </a:xfrm>
            <a:prstGeom prst="rect">
              <a:avLst/>
            </a:prstGeom>
          </p:spPr>
        </p:pic>
        <p:pic>
          <p:nvPicPr>
            <p:cNvPr id="18" name="info">
              <a:extLst>
                <a:ext uri="{FF2B5EF4-FFF2-40B4-BE49-F238E27FC236}">
                  <a16:creationId xmlns:a16="http://schemas.microsoft.com/office/drawing/2014/main" id="{08D46B63-AE4A-C598-CBE6-4789DF991951}"/>
                </a:ext>
              </a:extLst>
            </p:cNvPr>
            <p:cNvPicPr>
              <a:picLocks noChangeAspect="1"/>
            </p:cNvPicPr>
            <p:nvPr userDrawn="1"/>
          </p:nvPicPr>
          <p:blipFill>
            <a:blip r:embed="rId5"/>
            <a:stretch>
              <a:fillRect/>
            </a:stretch>
          </p:blipFill>
          <p:spPr>
            <a:xfrm>
              <a:off x="13743428" y="5421182"/>
              <a:ext cx="221267" cy="344038"/>
            </a:xfrm>
            <a:prstGeom prst="rect">
              <a:avLst/>
            </a:prstGeom>
          </p:spPr>
        </p:pic>
      </p:grpSp>
      <p:grpSp>
        <p:nvGrpSpPr>
          <p:cNvPr id="11" name="info">
            <a:extLst>
              <a:ext uri="{FF2B5EF4-FFF2-40B4-BE49-F238E27FC236}">
                <a16:creationId xmlns:a16="http://schemas.microsoft.com/office/drawing/2014/main" id="{062F7157-98EB-13A7-5DD0-AB3C07B79EDC}"/>
              </a:ext>
            </a:extLst>
          </p:cNvPr>
          <p:cNvGrpSpPr/>
          <p:nvPr userDrawn="1"/>
        </p:nvGrpSpPr>
        <p:grpSpPr>
          <a:xfrm>
            <a:off x="12327529" y="2286672"/>
            <a:ext cx="2500337" cy="3809327"/>
            <a:chOff x="12327529" y="2826889"/>
            <a:chExt cx="2500337" cy="3809327"/>
          </a:xfrm>
          <a:effectLst>
            <a:outerShdw blurRad="50800" dist="38100" dir="8100000" algn="tr" rotWithShape="0">
              <a:prstClr val="black">
                <a:alpha val="40000"/>
              </a:prstClr>
            </a:outerShdw>
          </a:effectLst>
        </p:grpSpPr>
        <p:grpSp>
          <p:nvGrpSpPr>
            <p:cNvPr id="13" name="info">
              <a:extLst>
                <a:ext uri="{FF2B5EF4-FFF2-40B4-BE49-F238E27FC236}">
                  <a16:creationId xmlns:a16="http://schemas.microsoft.com/office/drawing/2014/main" id="{8CFF63B6-905C-AD1D-8A09-2DBF9E8840DF}"/>
                </a:ext>
              </a:extLst>
            </p:cNvPr>
            <p:cNvGrpSpPr/>
            <p:nvPr userDrawn="1"/>
          </p:nvGrpSpPr>
          <p:grpSpPr>
            <a:xfrm>
              <a:off x="12596337" y="2826889"/>
              <a:ext cx="2231529" cy="1408806"/>
              <a:chOff x="12565380" y="2187776"/>
              <a:chExt cx="2231529" cy="1408806"/>
            </a:xfrm>
          </p:grpSpPr>
          <p:sp>
            <p:nvSpPr>
              <p:cNvPr id="28" name="info">
                <a:extLst>
                  <a:ext uri="{FF2B5EF4-FFF2-40B4-BE49-F238E27FC236}">
                    <a16:creationId xmlns:a16="http://schemas.microsoft.com/office/drawing/2014/main" id="{86080E0A-20F8-5073-2B7C-92DC43317070}"/>
                  </a:ext>
                </a:extLst>
              </p:cNvPr>
              <p:cNvSpPr/>
              <p:nvPr userDrawn="1"/>
            </p:nvSpPr>
            <p:spPr bwMode="gray">
              <a:xfrm rot="16200000" flipH="1">
                <a:off x="12153929" y="2645131"/>
                <a:ext cx="1362902"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29" name="info">
                <a:extLst>
                  <a:ext uri="{FF2B5EF4-FFF2-40B4-BE49-F238E27FC236}">
                    <a16:creationId xmlns:a16="http://schemas.microsoft.com/office/drawing/2014/main" id="{CD0CBD52-58E4-A81E-7F02-BBA83F6F3E5F}"/>
                  </a:ext>
                </a:extLst>
              </p:cNvPr>
              <p:cNvSpPr/>
              <p:nvPr userDrawn="1"/>
            </p:nvSpPr>
            <p:spPr bwMode="gray">
              <a:xfrm flipH="1">
                <a:off x="12565380" y="2187776"/>
                <a:ext cx="2231529" cy="114232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kern="1200" cap="all">
                    <a:solidFill>
                      <a:schemeClr val="bg1"/>
                    </a:solidFill>
                    <a:latin typeface="+mn-lt"/>
                    <a:ea typeface="+mn-ea"/>
                    <a:cs typeface="+mn-cs"/>
                  </a:rPr>
                  <a:t>IMAGE Credit Formatting</a:t>
                </a:r>
              </a:p>
              <a:p>
                <a:pPr indent="0" algn="l">
                  <a:lnSpc>
                    <a:spcPct val="100000"/>
                  </a:lnSpc>
                  <a:spcBef>
                    <a:spcPts val="400"/>
                  </a:spcBef>
                  <a:spcAft>
                    <a:spcPts val="400"/>
                  </a:spcAft>
                </a:pPr>
                <a:r>
                  <a:rPr lang="en-US" sz="1050" b="0" kern="1200" cap="none">
                    <a:solidFill>
                      <a:schemeClr val="bg1"/>
                    </a:solidFill>
                    <a:latin typeface="+mn-lt"/>
                    <a:ea typeface="+mn-ea"/>
                    <a:cs typeface="+mn-cs"/>
                  </a:rPr>
                  <a:t>Examples!</a:t>
                </a:r>
              </a:p>
              <a:p>
                <a:pPr indent="0" algn="l">
                  <a:lnSpc>
                    <a:spcPct val="100000"/>
                  </a:lnSpc>
                  <a:spcBef>
                    <a:spcPts val="400"/>
                  </a:spcBef>
                  <a:spcAft>
                    <a:spcPts val="400"/>
                  </a:spcAft>
                </a:pPr>
                <a:r>
                  <a:rPr lang="en-US" sz="1050" b="0" kern="1200" cap="none">
                    <a:solidFill>
                      <a:schemeClr val="bg1"/>
                    </a:solidFill>
                    <a:latin typeface="+mn-lt"/>
                    <a:ea typeface="+mn-ea"/>
                    <a:cs typeface="+mn-cs"/>
                  </a:rPr>
                  <a:t>© Westend66 – gettyimages.com</a:t>
                </a:r>
                <a:br>
                  <a:rPr lang="en-US" sz="1050" b="0" kern="1200" cap="none">
                    <a:solidFill>
                      <a:schemeClr val="bg1"/>
                    </a:solidFill>
                    <a:latin typeface="+mn-lt"/>
                    <a:ea typeface="+mn-ea"/>
                    <a:cs typeface="+mn-cs"/>
                  </a:rPr>
                </a:br>
                <a:r>
                  <a:rPr lang="en-US" sz="1050" b="0" kern="1200" cap="none">
                    <a:solidFill>
                      <a:schemeClr val="bg1"/>
                    </a:solidFill>
                    <a:latin typeface="+mn-lt"/>
                    <a:ea typeface="+mn-ea"/>
                    <a:cs typeface="+mn-cs"/>
                  </a:rPr>
                  <a:t>© AI generated – Drees &amp; Sommer</a:t>
                </a:r>
              </a:p>
            </p:txBody>
          </p:sp>
        </p:grpSp>
        <p:grpSp>
          <p:nvGrpSpPr>
            <p:cNvPr id="25" name="info">
              <a:extLst>
                <a:ext uri="{FF2B5EF4-FFF2-40B4-BE49-F238E27FC236}">
                  <a16:creationId xmlns:a16="http://schemas.microsoft.com/office/drawing/2014/main" id="{E1ADF6A5-1308-B333-2C18-BA85542EB252}"/>
                </a:ext>
              </a:extLst>
            </p:cNvPr>
            <p:cNvGrpSpPr>
              <a:grpSpLocks/>
            </p:cNvGrpSpPr>
            <p:nvPr userDrawn="1"/>
          </p:nvGrpSpPr>
          <p:grpSpPr>
            <a:xfrm>
              <a:off x="12327529" y="4319208"/>
              <a:ext cx="2500335" cy="2317008"/>
              <a:chOff x="12327530" y="4025846"/>
              <a:chExt cx="2500335" cy="2317008"/>
            </a:xfrm>
          </p:grpSpPr>
          <p:sp>
            <p:nvSpPr>
              <p:cNvPr id="26" name="info">
                <a:extLst>
                  <a:ext uri="{FF2B5EF4-FFF2-40B4-BE49-F238E27FC236}">
                    <a16:creationId xmlns:a16="http://schemas.microsoft.com/office/drawing/2014/main" id="{FAF1570B-B6D9-1EAA-5B04-81A9464B8EB9}"/>
                  </a:ext>
                </a:extLst>
              </p:cNvPr>
              <p:cNvSpPr/>
              <p:nvPr userDrawn="1"/>
            </p:nvSpPr>
            <p:spPr bwMode="gray">
              <a:xfrm flipH="1">
                <a:off x="12327530" y="5802854"/>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27" name="info">
                <a:extLst>
                  <a:ext uri="{FF2B5EF4-FFF2-40B4-BE49-F238E27FC236}">
                    <a16:creationId xmlns:a16="http://schemas.microsoft.com/office/drawing/2014/main" id="{C4B22FEA-7EEF-50BA-5910-4BDD654F8815}"/>
                  </a:ext>
                </a:extLst>
              </p:cNvPr>
              <p:cNvSpPr/>
              <p:nvPr userDrawn="1"/>
            </p:nvSpPr>
            <p:spPr bwMode="gray">
              <a:xfrm flipH="1">
                <a:off x="12596336" y="4025846"/>
                <a:ext cx="2231529" cy="231700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cap="all">
                    <a:solidFill>
                      <a:schemeClr val="bg1"/>
                    </a:solidFill>
                  </a:rPr>
                  <a:t>image credit</a:t>
                </a:r>
              </a:p>
              <a:p>
                <a:pPr indent="0" algn="l">
                  <a:lnSpc>
                    <a:spcPct val="100000"/>
                  </a:lnSpc>
                  <a:spcBef>
                    <a:spcPts val="400"/>
                  </a:spcBef>
                  <a:spcAft>
                    <a:spcPts val="400"/>
                  </a:spcAft>
                </a:pPr>
                <a:r>
                  <a:rPr lang="en-US" sz="1050" b="1">
                    <a:solidFill>
                      <a:schemeClr val="bg1"/>
                    </a:solidFill>
                  </a:rPr>
                  <a:t>Always include </a:t>
                </a:r>
                <a:r>
                  <a:rPr lang="en-US" sz="1050">
                    <a:solidFill>
                      <a:schemeClr val="bg1"/>
                    </a:solidFill>
                  </a:rPr>
                  <a:t>the image credit!</a:t>
                </a:r>
              </a:p>
              <a:p>
                <a:pPr indent="0" algn="l">
                  <a:lnSpc>
                    <a:spcPct val="100000"/>
                  </a:lnSpc>
                  <a:spcBef>
                    <a:spcPts val="400"/>
                  </a:spcBef>
                  <a:spcAft>
                    <a:spcPts val="400"/>
                  </a:spcAft>
                </a:pPr>
                <a:r>
                  <a:rPr lang="en-US" sz="1050">
                    <a:solidFill>
                      <a:schemeClr val="bg1"/>
                    </a:solidFill>
                  </a:rPr>
                  <a:t>How to get the image credit </a:t>
                </a:r>
                <a:r>
                  <a:rPr lang="en-US" sz="1050" b="1">
                    <a:solidFill>
                      <a:schemeClr val="bg1"/>
                    </a:solidFill>
                  </a:rPr>
                  <a:t>placeholder</a:t>
                </a:r>
                <a:r>
                  <a:rPr lang="en-US" sz="1050">
                    <a:solidFill>
                      <a:schemeClr val="bg1"/>
                    </a:solidFill>
                  </a:rPr>
                  <a:t> if it is no longer available on your slide by default: </a:t>
                </a:r>
              </a:p>
              <a:p>
                <a:pPr indent="0" algn="l">
                  <a:lnSpc>
                    <a:spcPct val="100000"/>
                  </a:lnSpc>
                  <a:spcBef>
                    <a:spcPts val="400"/>
                  </a:spcBef>
                  <a:spcAft>
                    <a:spcPts val="400"/>
                  </a:spcAft>
                </a:pPr>
                <a:r>
                  <a:rPr lang="en-US" sz="1050">
                    <a:solidFill>
                      <a:schemeClr val="bg1"/>
                    </a:solidFill>
                  </a:rPr>
                  <a:t>&gt; </a:t>
                </a:r>
                <a:r>
                  <a:rPr lang="en-US" sz="1050" b="0">
                    <a:solidFill>
                      <a:schemeClr val="bg1"/>
                    </a:solidFill>
                  </a:rPr>
                  <a:t>right-click on a free area</a:t>
                </a:r>
                <a:br>
                  <a:rPr lang="en-US" sz="1050" b="0">
                    <a:solidFill>
                      <a:schemeClr val="bg1"/>
                    </a:solidFill>
                  </a:rPr>
                </a:br>
                <a:r>
                  <a:rPr lang="en-US" sz="1050" b="0">
                    <a:solidFill>
                      <a:schemeClr val="bg1"/>
                    </a:solidFill>
                  </a:rPr>
                  <a:t>   on the slide</a:t>
                </a:r>
                <a:br>
                  <a:rPr lang="en-US" sz="1050" b="0">
                    <a:solidFill>
                      <a:schemeClr val="bg1"/>
                    </a:solidFill>
                  </a:rPr>
                </a:br>
                <a:r>
                  <a:rPr lang="en-US" sz="1050" b="0">
                    <a:solidFill>
                      <a:schemeClr val="bg1"/>
                    </a:solidFill>
                  </a:rPr>
                  <a:t>&gt; insert text element</a:t>
                </a:r>
                <a:endParaRPr lang="en-US" sz="1050">
                  <a:solidFill>
                    <a:schemeClr val="bg1"/>
                  </a:solidFill>
                </a:endParaRPr>
              </a:p>
              <a:p>
                <a:pPr indent="0" algn="l">
                  <a:lnSpc>
                    <a:spcPct val="100000"/>
                  </a:lnSpc>
                  <a:spcBef>
                    <a:spcPts val="400"/>
                  </a:spcBef>
                  <a:spcAft>
                    <a:spcPts val="400"/>
                  </a:spcAft>
                </a:pPr>
                <a:r>
                  <a:rPr lang="en-US" sz="1050">
                    <a:solidFill>
                      <a:schemeClr val="bg1"/>
                    </a:solidFill>
                  </a:rPr>
                  <a:t>“</a:t>
                </a:r>
                <a:r>
                  <a:rPr lang="en-US" sz="1050" b="1">
                    <a:solidFill>
                      <a:schemeClr val="bg1"/>
                    </a:solidFill>
                  </a:rPr>
                  <a:t>Copyright right</a:t>
                </a:r>
                <a:r>
                  <a:rPr lang="en-US" sz="1050">
                    <a:solidFill>
                      <a:schemeClr val="bg1"/>
                    </a:solidFill>
                  </a:rPr>
                  <a:t>” or </a:t>
                </a:r>
                <a:br>
                  <a:rPr lang="en-US" sz="1050">
                    <a:solidFill>
                      <a:schemeClr val="bg1"/>
                    </a:solidFill>
                  </a:rPr>
                </a:br>
                <a:r>
                  <a:rPr lang="en-US" sz="1050" b="1">
                    <a:solidFill>
                      <a:schemeClr val="bg1"/>
                    </a:solidFill>
                  </a:rPr>
                  <a:t>“Copyright left”</a:t>
                </a:r>
              </a:p>
            </p:txBody>
          </p:sp>
        </p:grpSp>
      </p:grpSp>
      <p:sp>
        <p:nvSpPr>
          <p:cNvPr id="3" name="MIO_Placeholder_Mapping" hidden="1">
            <a:extLst>
              <a:ext uri="{FF2B5EF4-FFF2-40B4-BE49-F238E27FC236}">
                <a16:creationId xmlns:a16="http://schemas.microsoft.com/office/drawing/2014/main" id="{B0346246-2F7B-1D66-0A8B-F1BAFD5F8AC0}"/>
              </a:ext>
            </a:extLst>
          </p:cNvPr>
          <p:cNvSpPr/>
          <p:nvPr userDrawn="1">
            <p:custDataLst>
              <p:tags r:id="rId1"/>
            </p:custDataLst>
          </p:nvPr>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2495549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07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ull Picture &amp; Text left">
    <p:spTree>
      <p:nvGrpSpPr>
        <p:cNvPr id="1" name=""/>
        <p:cNvGrpSpPr/>
        <p:nvPr/>
      </p:nvGrpSpPr>
      <p:grpSpPr>
        <a:xfrm>
          <a:off x="0" y="0"/>
          <a:ext cx="0" cy="0"/>
          <a:chOff x="0" y="0"/>
          <a:chExt cx="0" cy="0"/>
        </a:xfrm>
      </p:grpSpPr>
      <p:sp>
        <p:nvSpPr>
          <p:cNvPr id="9" name="logo drees&amp;sommer blue mask">
            <a:extLst>
              <a:ext uri="{FF2B5EF4-FFF2-40B4-BE49-F238E27FC236}">
                <a16:creationId xmlns:a16="http://schemas.microsoft.com/office/drawing/2014/main" id="{33304AC1-9FC7-4CD1-B187-4B9B909554D9}"/>
              </a:ext>
              <a:ext uri="{C183D7F6-B498-43B3-948B-1728B52AA6E4}">
                <adec:decorative xmlns:adec="http://schemas.microsoft.com/office/drawing/2017/decorative" val="1"/>
              </a:ext>
            </a:extLst>
          </p:cNvPr>
          <p:cNvSpPr/>
          <p:nvPr/>
        </p:nvSpPr>
        <p:spPr bwMode="gray">
          <a:xfrm>
            <a:off x="10579100" y="6197600"/>
            <a:ext cx="1270000" cy="584200"/>
          </a:xfrm>
          <a:prstGeom prst="rect">
            <a:avLst/>
          </a:prstGeom>
          <a:solidFill>
            <a:srgbClr val="00296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a:p>
        </p:txBody>
      </p:sp>
      <p:sp>
        <p:nvSpPr>
          <p:cNvPr id="63" name="picture">
            <a:extLst>
              <a:ext uri="{FF2B5EF4-FFF2-40B4-BE49-F238E27FC236}">
                <a16:creationId xmlns:a16="http://schemas.microsoft.com/office/drawing/2014/main" id="{0AB119A3-268C-47E5-B9D2-1180769BCC96}"/>
              </a:ext>
            </a:extLst>
          </p:cNvPr>
          <p:cNvSpPr>
            <a:spLocks noGrp="1"/>
          </p:cNvSpPr>
          <p:nvPr>
            <p:ph type="pic" sz="quarter" idx="18"/>
          </p:nvPr>
        </p:nvSpPr>
        <p:spPr bwMode="gray">
          <a:xfrm>
            <a:off x="0" y="1"/>
            <a:ext cx="12192000" cy="6858000"/>
          </a:xfrm>
          <a:custGeom>
            <a:avLst/>
            <a:gdLst>
              <a:gd name="connsiteX0" fmla="*/ 10909343 w 12192000"/>
              <a:gd name="connsiteY0" fmla="*/ 6535878 h 6858000"/>
              <a:gd name="connsiteX1" fmla="*/ 10992168 w 12192000"/>
              <a:gd name="connsiteY1" fmla="*/ 6535878 h 6858000"/>
              <a:gd name="connsiteX2" fmla="*/ 10992168 w 12192000"/>
              <a:gd name="connsiteY2" fmla="*/ 6598744 h 6858000"/>
              <a:gd name="connsiteX3" fmla="*/ 10909343 w 12192000"/>
              <a:gd name="connsiteY3" fmla="*/ 6598744 h 6858000"/>
              <a:gd name="connsiteX4" fmla="*/ 11563256 w 12192000"/>
              <a:gd name="connsiteY4" fmla="*/ 6534689 h 6858000"/>
              <a:gd name="connsiteX5" fmla="*/ 11619215 w 12192000"/>
              <a:gd name="connsiteY5" fmla="*/ 6534689 h 6858000"/>
              <a:gd name="connsiteX6" fmla="*/ 11630409 w 12192000"/>
              <a:gd name="connsiteY6" fmla="*/ 6542785 h 6858000"/>
              <a:gd name="connsiteX7" fmla="*/ 11630409 w 12192000"/>
              <a:gd name="connsiteY7" fmla="*/ 6554454 h 6858000"/>
              <a:gd name="connsiteX8" fmla="*/ 11619215 w 12192000"/>
              <a:gd name="connsiteY8" fmla="*/ 6562549 h 6858000"/>
              <a:gd name="connsiteX9" fmla="*/ 11563256 w 12192000"/>
              <a:gd name="connsiteY9" fmla="*/ 6562549 h 6858000"/>
              <a:gd name="connsiteX10" fmla="*/ 10910306 w 12192000"/>
              <a:gd name="connsiteY10" fmla="*/ 6517317 h 6858000"/>
              <a:gd name="connsiteX11" fmla="*/ 10883590 w 12192000"/>
              <a:gd name="connsiteY11" fmla="*/ 6541121 h 6858000"/>
              <a:gd name="connsiteX12" fmla="*/ 10883590 w 12192000"/>
              <a:gd name="connsiteY12" fmla="*/ 6594222 h 6858000"/>
              <a:gd name="connsiteX13" fmla="*/ 10910306 w 12192000"/>
              <a:gd name="connsiteY13" fmla="*/ 6618041 h 6858000"/>
              <a:gd name="connsiteX14" fmla="*/ 10989730 w 12192000"/>
              <a:gd name="connsiteY14" fmla="*/ 6618041 h 6858000"/>
              <a:gd name="connsiteX15" fmla="*/ 11016446 w 12192000"/>
              <a:gd name="connsiteY15" fmla="*/ 6594222 h 6858000"/>
              <a:gd name="connsiteX16" fmla="*/ 11016446 w 12192000"/>
              <a:gd name="connsiteY16" fmla="*/ 6541121 h 6858000"/>
              <a:gd name="connsiteX17" fmla="*/ 10989730 w 12192000"/>
              <a:gd name="connsiteY17" fmla="*/ 6517317 h 6858000"/>
              <a:gd name="connsiteX18" fmla="*/ 11538985 w 12192000"/>
              <a:gd name="connsiteY18" fmla="*/ 6517310 h 6858000"/>
              <a:gd name="connsiteX19" fmla="*/ 11538985 w 12192000"/>
              <a:gd name="connsiteY19" fmla="*/ 6618034 h 6858000"/>
              <a:gd name="connsiteX20" fmla="*/ 11563263 w 12192000"/>
              <a:gd name="connsiteY20" fmla="*/ 6618034 h 6858000"/>
              <a:gd name="connsiteX21" fmla="*/ 11563263 w 12192000"/>
              <a:gd name="connsiteY21" fmla="*/ 6579928 h 6858000"/>
              <a:gd name="connsiteX22" fmla="*/ 11586360 w 12192000"/>
              <a:gd name="connsiteY22" fmla="*/ 6579928 h 6858000"/>
              <a:gd name="connsiteX23" fmla="*/ 11628506 w 12192000"/>
              <a:gd name="connsiteY23" fmla="*/ 6618034 h 6858000"/>
              <a:gd name="connsiteX24" fmla="*/ 11663753 w 12192000"/>
              <a:gd name="connsiteY24" fmla="*/ 6618034 h 6858000"/>
              <a:gd name="connsiteX25" fmla="*/ 11615897 w 12192000"/>
              <a:gd name="connsiteY25" fmla="*/ 6579928 h 6858000"/>
              <a:gd name="connsiteX26" fmla="*/ 11629710 w 12192000"/>
              <a:gd name="connsiteY26" fmla="*/ 6579928 h 6858000"/>
              <a:gd name="connsiteX27" fmla="*/ 11653280 w 12192000"/>
              <a:gd name="connsiteY27" fmla="*/ 6560638 h 6858000"/>
              <a:gd name="connsiteX28" fmla="*/ 11653280 w 12192000"/>
              <a:gd name="connsiteY28" fmla="*/ 6536834 h 6858000"/>
              <a:gd name="connsiteX29" fmla="*/ 11629710 w 12192000"/>
              <a:gd name="connsiteY29" fmla="*/ 6517310 h 6858000"/>
              <a:gd name="connsiteX30" fmla="*/ 11401645 w 12192000"/>
              <a:gd name="connsiteY30" fmla="*/ 6517310 h 6858000"/>
              <a:gd name="connsiteX31" fmla="*/ 11401645 w 12192000"/>
              <a:gd name="connsiteY31" fmla="*/ 6618034 h 6858000"/>
              <a:gd name="connsiteX32" fmla="*/ 11513119 w 12192000"/>
              <a:gd name="connsiteY32" fmla="*/ 6618034 h 6858000"/>
              <a:gd name="connsiteX33" fmla="*/ 11513119 w 12192000"/>
              <a:gd name="connsiteY33" fmla="*/ 6599218 h 6858000"/>
              <a:gd name="connsiteX34" fmla="*/ 11426909 w 12192000"/>
              <a:gd name="connsiteY34" fmla="*/ 6599218 h 6858000"/>
              <a:gd name="connsiteX35" fmla="*/ 11426909 w 12192000"/>
              <a:gd name="connsiteY35" fmla="*/ 6574451 h 6858000"/>
              <a:gd name="connsiteX36" fmla="*/ 11476458 w 12192000"/>
              <a:gd name="connsiteY36" fmla="*/ 6574451 h 6858000"/>
              <a:gd name="connsiteX37" fmla="*/ 11476458 w 12192000"/>
              <a:gd name="connsiteY37" fmla="*/ 6557072 h 6858000"/>
              <a:gd name="connsiteX38" fmla="*/ 11426909 w 12192000"/>
              <a:gd name="connsiteY38" fmla="*/ 6557072 h 6858000"/>
              <a:gd name="connsiteX39" fmla="*/ 11426909 w 12192000"/>
              <a:gd name="connsiteY39" fmla="*/ 6535178 h 6858000"/>
              <a:gd name="connsiteX40" fmla="*/ 11511908 w 12192000"/>
              <a:gd name="connsiteY40" fmla="*/ 6535178 h 6858000"/>
              <a:gd name="connsiteX41" fmla="*/ 11511908 w 12192000"/>
              <a:gd name="connsiteY41" fmla="*/ 6517310 h 6858000"/>
              <a:gd name="connsiteX42" fmla="*/ 11225454 w 12192000"/>
              <a:gd name="connsiteY42" fmla="*/ 6517310 h 6858000"/>
              <a:gd name="connsiteX43" fmla="*/ 11225454 w 12192000"/>
              <a:gd name="connsiteY43" fmla="*/ 6618034 h 6858000"/>
              <a:gd name="connsiteX44" fmla="*/ 11248423 w 12192000"/>
              <a:gd name="connsiteY44" fmla="*/ 6618034 h 6858000"/>
              <a:gd name="connsiteX45" fmla="*/ 11248423 w 12192000"/>
              <a:gd name="connsiteY45" fmla="*/ 6550413 h 6858000"/>
              <a:gd name="connsiteX46" fmla="*/ 11294805 w 12192000"/>
              <a:gd name="connsiteY46" fmla="*/ 6605891 h 6858000"/>
              <a:gd name="connsiteX47" fmla="*/ 11299665 w 12192000"/>
              <a:gd name="connsiteY47" fmla="*/ 6605891 h 6858000"/>
              <a:gd name="connsiteX48" fmla="*/ 11345558 w 12192000"/>
              <a:gd name="connsiteY48" fmla="*/ 6548736 h 6858000"/>
              <a:gd name="connsiteX49" fmla="*/ 11345558 w 12192000"/>
              <a:gd name="connsiteY49" fmla="*/ 6618034 h 6858000"/>
              <a:gd name="connsiteX50" fmla="*/ 11368873 w 12192000"/>
              <a:gd name="connsiteY50" fmla="*/ 6618034 h 6858000"/>
              <a:gd name="connsiteX51" fmla="*/ 11368873 w 12192000"/>
              <a:gd name="connsiteY51" fmla="*/ 6517310 h 6858000"/>
              <a:gd name="connsiteX52" fmla="*/ 11348725 w 12192000"/>
              <a:gd name="connsiteY52" fmla="*/ 6517310 h 6858000"/>
              <a:gd name="connsiteX53" fmla="*/ 11298687 w 12192000"/>
              <a:gd name="connsiteY53" fmla="*/ 6577069 h 6858000"/>
              <a:gd name="connsiteX54" fmla="*/ 11248423 w 12192000"/>
              <a:gd name="connsiteY54" fmla="*/ 6517310 h 6858000"/>
              <a:gd name="connsiteX55" fmla="*/ 11048135 w 12192000"/>
              <a:gd name="connsiteY55" fmla="*/ 6517310 h 6858000"/>
              <a:gd name="connsiteX56" fmla="*/ 11048135 w 12192000"/>
              <a:gd name="connsiteY56" fmla="*/ 6618034 h 6858000"/>
              <a:gd name="connsiteX57" fmla="*/ 11071096 w 12192000"/>
              <a:gd name="connsiteY57" fmla="*/ 6618034 h 6858000"/>
              <a:gd name="connsiteX58" fmla="*/ 11071096 w 12192000"/>
              <a:gd name="connsiteY58" fmla="*/ 6550413 h 6858000"/>
              <a:gd name="connsiteX59" fmla="*/ 11117478 w 12192000"/>
              <a:gd name="connsiteY59" fmla="*/ 6605891 h 6858000"/>
              <a:gd name="connsiteX60" fmla="*/ 11122331 w 12192000"/>
              <a:gd name="connsiteY60" fmla="*/ 6605891 h 6858000"/>
              <a:gd name="connsiteX61" fmla="*/ 11168239 w 12192000"/>
              <a:gd name="connsiteY61" fmla="*/ 6548736 h 6858000"/>
              <a:gd name="connsiteX62" fmla="*/ 11168239 w 12192000"/>
              <a:gd name="connsiteY62" fmla="*/ 6618034 h 6858000"/>
              <a:gd name="connsiteX63" fmla="*/ 11191554 w 12192000"/>
              <a:gd name="connsiteY63" fmla="*/ 6618034 h 6858000"/>
              <a:gd name="connsiteX64" fmla="*/ 11191554 w 12192000"/>
              <a:gd name="connsiteY64" fmla="*/ 6517310 h 6858000"/>
              <a:gd name="connsiteX65" fmla="*/ 11171399 w 12192000"/>
              <a:gd name="connsiteY65" fmla="*/ 6517310 h 6858000"/>
              <a:gd name="connsiteX66" fmla="*/ 11121368 w 12192000"/>
              <a:gd name="connsiteY66" fmla="*/ 6577069 h 6858000"/>
              <a:gd name="connsiteX67" fmla="*/ 11071096 w 12192000"/>
              <a:gd name="connsiteY67" fmla="*/ 6517310 h 6858000"/>
              <a:gd name="connsiteX68" fmla="*/ 10752277 w 12192000"/>
              <a:gd name="connsiteY68" fmla="*/ 6495161 h 6858000"/>
              <a:gd name="connsiteX69" fmla="*/ 10721799 w 12192000"/>
              <a:gd name="connsiteY69" fmla="*/ 6524217 h 6858000"/>
              <a:gd name="connsiteX70" fmla="*/ 10721799 w 12192000"/>
              <a:gd name="connsiteY70" fmla="*/ 6537774 h 6858000"/>
              <a:gd name="connsiteX71" fmla="*/ 10752277 w 12192000"/>
              <a:gd name="connsiteY71" fmla="*/ 6566829 h 6858000"/>
              <a:gd name="connsiteX72" fmla="*/ 10828955 w 12192000"/>
              <a:gd name="connsiteY72" fmla="*/ 6566829 h 6858000"/>
              <a:gd name="connsiteX73" fmla="*/ 10828955 w 12192000"/>
              <a:gd name="connsiteY73" fmla="*/ 6594929 h 6858000"/>
              <a:gd name="connsiteX74" fmla="*/ 10742052 w 12192000"/>
              <a:gd name="connsiteY74" fmla="*/ 6594929 h 6858000"/>
              <a:gd name="connsiteX75" fmla="*/ 10742052 w 12192000"/>
              <a:gd name="connsiteY75" fmla="*/ 6581703 h 6858000"/>
              <a:gd name="connsiteX76" fmla="*/ 10716796 w 12192000"/>
              <a:gd name="connsiteY76" fmla="*/ 6586947 h 6858000"/>
              <a:gd name="connsiteX77" fmla="*/ 10716796 w 12192000"/>
              <a:gd name="connsiteY77" fmla="*/ 6588978 h 6858000"/>
              <a:gd name="connsiteX78" fmla="*/ 10747514 w 12192000"/>
              <a:gd name="connsiteY78" fmla="*/ 6618026 h 6858000"/>
              <a:gd name="connsiteX79" fmla="*/ 10823486 w 12192000"/>
              <a:gd name="connsiteY79" fmla="*/ 6618026 h 6858000"/>
              <a:gd name="connsiteX80" fmla="*/ 10854204 w 12192000"/>
              <a:gd name="connsiteY80" fmla="*/ 6588978 h 6858000"/>
              <a:gd name="connsiteX81" fmla="*/ 10854204 w 12192000"/>
              <a:gd name="connsiteY81" fmla="*/ 6572073 h 6858000"/>
              <a:gd name="connsiteX82" fmla="*/ 10823486 w 12192000"/>
              <a:gd name="connsiteY82" fmla="*/ 6543018 h 6858000"/>
              <a:gd name="connsiteX83" fmla="*/ 10746799 w 12192000"/>
              <a:gd name="connsiteY83" fmla="*/ 6543018 h 6858000"/>
              <a:gd name="connsiteX84" fmla="*/ 10746799 w 12192000"/>
              <a:gd name="connsiteY84" fmla="*/ 6516595 h 6858000"/>
              <a:gd name="connsiteX85" fmla="*/ 10827285 w 12192000"/>
              <a:gd name="connsiteY85" fmla="*/ 6516595 h 6858000"/>
              <a:gd name="connsiteX86" fmla="*/ 10827285 w 12192000"/>
              <a:gd name="connsiteY86" fmla="*/ 6529904 h 6858000"/>
              <a:gd name="connsiteX87" fmla="*/ 10852526 w 12192000"/>
              <a:gd name="connsiteY87" fmla="*/ 6523953 h 6858000"/>
              <a:gd name="connsiteX88" fmla="*/ 10852526 w 12192000"/>
              <a:gd name="connsiteY88" fmla="*/ 6522073 h 6858000"/>
              <a:gd name="connsiteX89" fmla="*/ 10822049 w 12192000"/>
              <a:gd name="connsiteY89" fmla="*/ 6495161 h 6858000"/>
              <a:gd name="connsiteX90" fmla="*/ 11554221 w 12192000"/>
              <a:gd name="connsiteY90" fmla="*/ 6392872 h 6858000"/>
              <a:gd name="connsiteX91" fmla="*/ 11591123 w 12192000"/>
              <a:gd name="connsiteY91" fmla="*/ 6423590 h 6858000"/>
              <a:gd name="connsiteX92" fmla="*/ 11579695 w 12192000"/>
              <a:gd name="connsiteY92" fmla="*/ 6433348 h 6858000"/>
              <a:gd name="connsiteX93" fmla="*/ 11522795 w 12192000"/>
              <a:gd name="connsiteY93" fmla="*/ 6433348 h 6858000"/>
              <a:gd name="connsiteX94" fmla="*/ 11522795 w 12192000"/>
              <a:gd name="connsiteY94" fmla="*/ 6433341 h 6858000"/>
              <a:gd name="connsiteX95" fmla="*/ 11522795 w 12192000"/>
              <a:gd name="connsiteY95" fmla="*/ 6412395 h 6858000"/>
              <a:gd name="connsiteX96" fmla="*/ 10923532 w 12192000"/>
              <a:gd name="connsiteY96" fmla="*/ 6371438 h 6858000"/>
              <a:gd name="connsiteX97" fmla="*/ 10979491 w 12192000"/>
              <a:gd name="connsiteY97" fmla="*/ 6371438 h 6858000"/>
              <a:gd name="connsiteX98" fmla="*/ 10990685 w 12192000"/>
              <a:gd name="connsiteY98" fmla="*/ 6379533 h 6858000"/>
              <a:gd name="connsiteX99" fmla="*/ 10990685 w 12192000"/>
              <a:gd name="connsiteY99" fmla="*/ 6391202 h 6858000"/>
              <a:gd name="connsiteX100" fmla="*/ 10979491 w 12192000"/>
              <a:gd name="connsiteY100" fmla="*/ 6399297 h 6858000"/>
              <a:gd name="connsiteX101" fmla="*/ 10923532 w 12192000"/>
              <a:gd name="connsiteY101" fmla="*/ 6399297 h 6858000"/>
              <a:gd name="connsiteX102" fmla="*/ 11349305 w 12192000"/>
              <a:gd name="connsiteY102" fmla="*/ 6354059 h 6858000"/>
              <a:gd name="connsiteX103" fmla="*/ 11322868 w 12192000"/>
              <a:gd name="connsiteY103" fmla="*/ 6377878 h 6858000"/>
              <a:gd name="connsiteX104" fmla="*/ 11322868 w 12192000"/>
              <a:gd name="connsiteY104" fmla="*/ 6389073 h 6858000"/>
              <a:gd name="connsiteX105" fmla="*/ 11349305 w 12192000"/>
              <a:gd name="connsiteY105" fmla="*/ 6412877 h 6858000"/>
              <a:gd name="connsiteX106" fmla="*/ 11414541 w 12192000"/>
              <a:gd name="connsiteY106" fmla="*/ 6412877 h 6858000"/>
              <a:gd name="connsiteX107" fmla="*/ 11414541 w 12192000"/>
              <a:gd name="connsiteY107" fmla="*/ 6435982 h 6858000"/>
              <a:gd name="connsiteX108" fmla="*/ 11340480 w 12192000"/>
              <a:gd name="connsiteY108" fmla="*/ 6435982 h 6858000"/>
              <a:gd name="connsiteX109" fmla="*/ 11340480 w 12192000"/>
              <a:gd name="connsiteY109" fmla="*/ 6425374 h 6858000"/>
              <a:gd name="connsiteX110" fmla="*/ 11318587 w 12192000"/>
              <a:gd name="connsiteY110" fmla="*/ 6429429 h 6858000"/>
              <a:gd name="connsiteX111" fmla="*/ 11318587 w 12192000"/>
              <a:gd name="connsiteY111" fmla="*/ 6430979 h 6858000"/>
              <a:gd name="connsiteX112" fmla="*/ 11345009 w 12192000"/>
              <a:gd name="connsiteY112" fmla="*/ 6454783 h 6858000"/>
              <a:gd name="connsiteX113" fmla="*/ 11410501 w 12192000"/>
              <a:gd name="connsiteY113" fmla="*/ 6454783 h 6858000"/>
              <a:gd name="connsiteX114" fmla="*/ 11436690 w 12192000"/>
              <a:gd name="connsiteY114" fmla="*/ 6430979 h 6858000"/>
              <a:gd name="connsiteX115" fmla="*/ 11436690 w 12192000"/>
              <a:gd name="connsiteY115" fmla="*/ 6417165 h 6858000"/>
              <a:gd name="connsiteX116" fmla="*/ 11410501 w 12192000"/>
              <a:gd name="connsiteY116" fmla="*/ 6393361 h 6858000"/>
              <a:gd name="connsiteX117" fmla="*/ 11345009 w 12192000"/>
              <a:gd name="connsiteY117" fmla="*/ 6393361 h 6858000"/>
              <a:gd name="connsiteX118" fmla="*/ 11345009 w 12192000"/>
              <a:gd name="connsiteY118" fmla="*/ 6372153 h 6858000"/>
              <a:gd name="connsiteX119" fmla="*/ 11414300 w 12192000"/>
              <a:gd name="connsiteY119" fmla="*/ 6372153 h 6858000"/>
              <a:gd name="connsiteX120" fmla="*/ 11414300 w 12192000"/>
              <a:gd name="connsiteY120" fmla="*/ 6381564 h 6858000"/>
              <a:gd name="connsiteX121" fmla="*/ 11435486 w 12192000"/>
              <a:gd name="connsiteY121" fmla="*/ 6377050 h 6858000"/>
              <a:gd name="connsiteX122" fmla="*/ 11435486 w 12192000"/>
              <a:gd name="connsiteY122" fmla="*/ 6375967 h 6858000"/>
              <a:gd name="connsiteX123" fmla="*/ 11409064 w 12192000"/>
              <a:gd name="connsiteY123" fmla="*/ 6354059 h 6858000"/>
              <a:gd name="connsiteX124" fmla="*/ 11184971 w 12192000"/>
              <a:gd name="connsiteY124" fmla="*/ 6354059 h 6858000"/>
              <a:gd name="connsiteX125" fmla="*/ 11184971 w 12192000"/>
              <a:gd name="connsiteY125" fmla="*/ 6454775 h 6858000"/>
              <a:gd name="connsiteX126" fmla="*/ 11294264 w 12192000"/>
              <a:gd name="connsiteY126" fmla="*/ 6454775 h 6858000"/>
              <a:gd name="connsiteX127" fmla="*/ 11294264 w 12192000"/>
              <a:gd name="connsiteY127" fmla="*/ 6435966 h 6858000"/>
              <a:gd name="connsiteX128" fmla="*/ 11209738 w 12192000"/>
              <a:gd name="connsiteY128" fmla="*/ 6435966 h 6858000"/>
              <a:gd name="connsiteX129" fmla="*/ 11209738 w 12192000"/>
              <a:gd name="connsiteY129" fmla="*/ 6411199 h 6858000"/>
              <a:gd name="connsiteX130" fmla="*/ 11258310 w 12192000"/>
              <a:gd name="connsiteY130" fmla="*/ 6411199 h 6858000"/>
              <a:gd name="connsiteX131" fmla="*/ 11258310 w 12192000"/>
              <a:gd name="connsiteY131" fmla="*/ 6393820 h 6858000"/>
              <a:gd name="connsiteX132" fmla="*/ 11209738 w 12192000"/>
              <a:gd name="connsiteY132" fmla="*/ 6393820 h 6858000"/>
              <a:gd name="connsiteX133" fmla="*/ 11209738 w 12192000"/>
              <a:gd name="connsiteY133" fmla="*/ 6371912 h 6858000"/>
              <a:gd name="connsiteX134" fmla="*/ 11293083 w 12192000"/>
              <a:gd name="connsiteY134" fmla="*/ 6371912 h 6858000"/>
              <a:gd name="connsiteX135" fmla="*/ 11293083 w 12192000"/>
              <a:gd name="connsiteY135" fmla="*/ 6354059 h 6858000"/>
              <a:gd name="connsiteX136" fmla="*/ 11047262 w 12192000"/>
              <a:gd name="connsiteY136" fmla="*/ 6354059 h 6858000"/>
              <a:gd name="connsiteX137" fmla="*/ 11047262 w 12192000"/>
              <a:gd name="connsiteY137" fmla="*/ 6454775 h 6858000"/>
              <a:gd name="connsiteX138" fmla="*/ 11156555 w 12192000"/>
              <a:gd name="connsiteY138" fmla="*/ 6454775 h 6858000"/>
              <a:gd name="connsiteX139" fmla="*/ 11156555 w 12192000"/>
              <a:gd name="connsiteY139" fmla="*/ 6435966 h 6858000"/>
              <a:gd name="connsiteX140" fmla="*/ 11072029 w 12192000"/>
              <a:gd name="connsiteY140" fmla="*/ 6435966 h 6858000"/>
              <a:gd name="connsiteX141" fmla="*/ 11072029 w 12192000"/>
              <a:gd name="connsiteY141" fmla="*/ 6411199 h 6858000"/>
              <a:gd name="connsiteX142" fmla="*/ 11120601 w 12192000"/>
              <a:gd name="connsiteY142" fmla="*/ 6411199 h 6858000"/>
              <a:gd name="connsiteX143" fmla="*/ 11120601 w 12192000"/>
              <a:gd name="connsiteY143" fmla="*/ 6393820 h 6858000"/>
              <a:gd name="connsiteX144" fmla="*/ 11072029 w 12192000"/>
              <a:gd name="connsiteY144" fmla="*/ 6393820 h 6858000"/>
              <a:gd name="connsiteX145" fmla="*/ 11072029 w 12192000"/>
              <a:gd name="connsiteY145" fmla="*/ 6371912 h 6858000"/>
              <a:gd name="connsiteX146" fmla="*/ 11155374 w 12192000"/>
              <a:gd name="connsiteY146" fmla="*/ 6371912 h 6858000"/>
              <a:gd name="connsiteX147" fmla="*/ 11155374 w 12192000"/>
              <a:gd name="connsiteY147" fmla="*/ 6354059 h 6858000"/>
              <a:gd name="connsiteX148" fmla="*/ 10899246 w 12192000"/>
              <a:gd name="connsiteY148" fmla="*/ 6354059 h 6858000"/>
              <a:gd name="connsiteX149" fmla="*/ 10899246 w 12192000"/>
              <a:gd name="connsiteY149" fmla="*/ 6454775 h 6858000"/>
              <a:gd name="connsiteX150" fmla="*/ 10923539 w 12192000"/>
              <a:gd name="connsiteY150" fmla="*/ 6454775 h 6858000"/>
              <a:gd name="connsiteX151" fmla="*/ 10923539 w 12192000"/>
              <a:gd name="connsiteY151" fmla="*/ 6416669 h 6858000"/>
              <a:gd name="connsiteX152" fmla="*/ 10946636 w 12192000"/>
              <a:gd name="connsiteY152" fmla="*/ 6416669 h 6858000"/>
              <a:gd name="connsiteX153" fmla="*/ 10988782 w 12192000"/>
              <a:gd name="connsiteY153" fmla="*/ 6454775 h 6858000"/>
              <a:gd name="connsiteX154" fmla="*/ 11024029 w 12192000"/>
              <a:gd name="connsiteY154" fmla="*/ 6454775 h 6858000"/>
              <a:gd name="connsiteX155" fmla="*/ 10976158 w 12192000"/>
              <a:gd name="connsiteY155" fmla="*/ 6416669 h 6858000"/>
              <a:gd name="connsiteX156" fmla="*/ 10989971 w 12192000"/>
              <a:gd name="connsiteY156" fmla="*/ 6416669 h 6858000"/>
              <a:gd name="connsiteX157" fmla="*/ 11013549 w 12192000"/>
              <a:gd name="connsiteY157" fmla="*/ 6397394 h 6858000"/>
              <a:gd name="connsiteX158" fmla="*/ 11013549 w 12192000"/>
              <a:gd name="connsiteY158" fmla="*/ 6373582 h 6858000"/>
              <a:gd name="connsiteX159" fmla="*/ 10989971 w 12192000"/>
              <a:gd name="connsiteY159" fmla="*/ 6354059 h 6858000"/>
              <a:gd name="connsiteX160" fmla="*/ 10749425 w 12192000"/>
              <a:gd name="connsiteY160" fmla="*/ 6353818 h 6858000"/>
              <a:gd name="connsiteX161" fmla="*/ 10800140 w 12192000"/>
              <a:gd name="connsiteY161" fmla="*/ 6353818 h 6858000"/>
              <a:gd name="connsiteX162" fmla="*/ 10840624 w 12192000"/>
              <a:gd name="connsiteY162" fmla="*/ 6392157 h 6858000"/>
              <a:gd name="connsiteX163" fmla="*/ 10786327 w 12192000"/>
              <a:gd name="connsiteY163" fmla="*/ 6431685 h 6858000"/>
              <a:gd name="connsiteX164" fmla="*/ 10749425 w 12192000"/>
              <a:gd name="connsiteY164" fmla="*/ 6431685 h 6858000"/>
              <a:gd name="connsiteX165" fmla="*/ 11558990 w 12192000"/>
              <a:gd name="connsiteY165" fmla="*/ 6331910 h 6858000"/>
              <a:gd name="connsiteX166" fmla="*/ 11528513 w 12192000"/>
              <a:gd name="connsiteY166" fmla="*/ 6354292 h 6858000"/>
              <a:gd name="connsiteX167" fmla="*/ 11528513 w 12192000"/>
              <a:gd name="connsiteY167" fmla="*/ 6361191 h 6858000"/>
              <a:gd name="connsiteX168" fmla="*/ 11538993 w 12192000"/>
              <a:gd name="connsiteY168" fmla="*/ 6379766 h 6858000"/>
              <a:gd name="connsiteX169" fmla="*/ 11513978 w 12192000"/>
              <a:gd name="connsiteY169" fmla="*/ 6394775 h 6858000"/>
              <a:gd name="connsiteX170" fmla="*/ 11498743 w 12192000"/>
              <a:gd name="connsiteY170" fmla="*/ 6417632 h 6858000"/>
              <a:gd name="connsiteX171" fmla="*/ 11498743 w 12192000"/>
              <a:gd name="connsiteY171" fmla="*/ 6425727 h 6858000"/>
              <a:gd name="connsiteX172" fmla="*/ 11529454 w 12192000"/>
              <a:gd name="connsiteY172" fmla="*/ 6454775 h 6858000"/>
              <a:gd name="connsiteX173" fmla="*/ 11573270 w 12192000"/>
              <a:gd name="connsiteY173" fmla="*/ 6454775 h 6858000"/>
              <a:gd name="connsiteX174" fmla="*/ 11596367 w 12192000"/>
              <a:gd name="connsiteY174" fmla="*/ 6447387 h 6858000"/>
              <a:gd name="connsiteX175" fmla="*/ 11607321 w 12192000"/>
              <a:gd name="connsiteY175" fmla="*/ 6437629 h 6858000"/>
              <a:gd name="connsiteX176" fmla="*/ 11627559 w 12192000"/>
              <a:gd name="connsiteY176" fmla="*/ 6454775 h 6858000"/>
              <a:gd name="connsiteX177" fmla="*/ 11664950 w 12192000"/>
              <a:gd name="connsiteY177" fmla="*/ 6454775 h 6858000"/>
              <a:gd name="connsiteX178" fmla="*/ 11626137 w 12192000"/>
              <a:gd name="connsiteY178" fmla="*/ 6422146 h 6858000"/>
              <a:gd name="connsiteX179" fmla="*/ 11654470 w 12192000"/>
              <a:gd name="connsiteY179" fmla="*/ 6398582 h 6858000"/>
              <a:gd name="connsiteX180" fmla="*/ 11638272 w 12192000"/>
              <a:gd name="connsiteY180" fmla="*/ 6384536 h 6858000"/>
              <a:gd name="connsiteX181" fmla="*/ 11609698 w 12192000"/>
              <a:gd name="connsiteY181" fmla="*/ 6408340 h 6858000"/>
              <a:gd name="connsiteX182" fmla="*/ 11551836 w 12192000"/>
              <a:gd name="connsiteY182" fmla="*/ 6360243 h 6858000"/>
              <a:gd name="connsiteX183" fmla="*/ 11551836 w 12192000"/>
              <a:gd name="connsiteY183" fmla="*/ 6351433 h 6858000"/>
              <a:gd name="connsiteX184" fmla="*/ 11592086 w 12192000"/>
              <a:gd name="connsiteY184" fmla="*/ 6351433 h 6858000"/>
              <a:gd name="connsiteX185" fmla="*/ 11592086 w 12192000"/>
              <a:gd name="connsiteY185" fmla="*/ 6367872 h 6858000"/>
              <a:gd name="connsiteX186" fmla="*/ 11614220 w 12192000"/>
              <a:gd name="connsiteY186" fmla="*/ 6364065 h 6858000"/>
              <a:gd name="connsiteX187" fmla="*/ 11614220 w 12192000"/>
              <a:gd name="connsiteY187" fmla="*/ 6356677 h 6858000"/>
              <a:gd name="connsiteX188" fmla="*/ 11583742 w 12192000"/>
              <a:gd name="connsiteY188" fmla="*/ 6331910 h 6858000"/>
              <a:gd name="connsiteX189" fmla="*/ 10720851 w 12192000"/>
              <a:gd name="connsiteY189" fmla="*/ 6331910 h 6858000"/>
              <a:gd name="connsiteX190" fmla="*/ 10720851 w 12192000"/>
              <a:gd name="connsiteY190" fmla="*/ 6454775 h 6858000"/>
              <a:gd name="connsiteX191" fmla="*/ 10792527 w 12192000"/>
              <a:gd name="connsiteY191" fmla="*/ 6454775 h 6858000"/>
              <a:gd name="connsiteX192" fmla="*/ 10843009 w 12192000"/>
              <a:gd name="connsiteY192" fmla="*/ 6445258 h 6858000"/>
              <a:gd name="connsiteX193" fmla="*/ 10870146 w 12192000"/>
              <a:gd name="connsiteY193" fmla="*/ 6392631 h 6858000"/>
              <a:gd name="connsiteX194" fmla="*/ 10799900 w 12192000"/>
              <a:gd name="connsiteY194" fmla="*/ 6331910 h 6858000"/>
              <a:gd name="connsiteX195" fmla="*/ 0 w 12192000"/>
              <a:gd name="connsiteY195" fmla="*/ 0 h 6858000"/>
              <a:gd name="connsiteX196" fmla="*/ 12192000 w 12192000"/>
              <a:gd name="connsiteY196" fmla="*/ 0 h 6858000"/>
              <a:gd name="connsiteX197" fmla="*/ 12192000 w 12192000"/>
              <a:gd name="connsiteY197" fmla="*/ 6858000 h 6858000"/>
              <a:gd name="connsiteX198" fmla="*/ 0 w 12192000"/>
              <a:gd name="connsiteY19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12192000" h="6858000">
                <a:moveTo>
                  <a:pt x="10909343" y="6535878"/>
                </a:moveTo>
                <a:lnTo>
                  <a:pt x="10992168" y="6535878"/>
                </a:lnTo>
                <a:lnTo>
                  <a:pt x="10992168" y="6598744"/>
                </a:lnTo>
                <a:lnTo>
                  <a:pt x="10909343" y="6598744"/>
                </a:lnTo>
                <a:close/>
                <a:moveTo>
                  <a:pt x="11563256" y="6534689"/>
                </a:moveTo>
                <a:lnTo>
                  <a:pt x="11619215" y="6534689"/>
                </a:lnTo>
                <a:cubicBezTo>
                  <a:pt x="11626587" y="6534689"/>
                  <a:pt x="11630409" y="6536126"/>
                  <a:pt x="11630409" y="6542785"/>
                </a:cubicBezTo>
                <a:lnTo>
                  <a:pt x="11630409" y="6554454"/>
                </a:lnTo>
                <a:cubicBezTo>
                  <a:pt x="11630409" y="6561127"/>
                  <a:pt x="11626587" y="6562549"/>
                  <a:pt x="11619215" y="6562549"/>
                </a:cubicBezTo>
                <a:lnTo>
                  <a:pt x="11563256" y="6562549"/>
                </a:lnTo>
                <a:close/>
                <a:moveTo>
                  <a:pt x="10910306" y="6517317"/>
                </a:moveTo>
                <a:cubicBezTo>
                  <a:pt x="10890158" y="6517317"/>
                  <a:pt x="10883590" y="6521831"/>
                  <a:pt x="10883590" y="6541121"/>
                </a:cubicBezTo>
                <a:lnTo>
                  <a:pt x="10883590" y="6594222"/>
                </a:lnTo>
                <a:cubicBezTo>
                  <a:pt x="10883590" y="6613271"/>
                  <a:pt x="10889902" y="6618041"/>
                  <a:pt x="10910306" y="6618041"/>
                </a:cubicBezTo>
                <a:lnTo>
                  <a:pt x="10989730" y="6618041"/>
                </a:lnTo>
                <a:cubicBezTo>
                  <a:pt x="11009886" y="6618041"/>
                  <a:pt x="11016446" y="6613271"/>
                  <a:pt x="11016446" y="6594222"/>
                </a:cubicBezTo>
                <a:lnTo>
                  <a:pt x="11016446" y="6541121"/>
                </a:lnTo>
                <a:cubicBezTo>
                  <a:pt x="11016446" y="6521831"/>
                  <a:pt x="11009878" y="6517317"/>
                  <a:pt x="10989730" y="6517317"/>
                </a:cubicBezTo>
                <a:close/>
                <a:moveTo>
                  <a:pt x="11538985" y="6517310"/>
                </a:moveTo>
                <a:lnTo>
                  <a:pt x="11538985" y="6618034"/>
                </a:lnTo>
                <a:lnTo>
                  <a:pt x="11563263" y="6618034"/>
                </a:lnTo>
                <a:lnTo>
                  <a:pt x="11563263" y="6579928"/>
                </a:lnTo>
                <a:lnTo>
                  <a:pt x="11586360" y="6579928"/>
                </a:lnTo>
                <a:lnTo>
                  <a:pt x="11628506" y="6618034"/>
                </a:lnTo>
                <a:lnTo>
                  <a:pt x="11663753" y="6618034"/>
                </a:lnTo>
                <a:lnTo>
                  <a:pt x="11615897" y="6579928"/>
                </a:lnTo>
                <a:lnTo>
                  <a:pt x="11629710" y="6579928"/>
                </a:lnTo>
                <a:cubicBezTo>
                  <a:pt x="11645892" y="6579928"/>
                  <a:pt x="11653280" y="6574451"/>
                  <a:pt x="11653280" y="6560638"/>
                </a:cubicBezTo>
                <a:lnTo>
                  <a:pt x="11653280" y="6536834"/>
                </a:lnTo>
                <a:cubicBezTo>
                  <a:pt x="11653280" y="6522787"/>
                  <a:pt x="11645892" y="6517310"/>
                  <a:pt x="11629710" y="6517310"/>
                </a:cubicBezTo>
                <a:close/>
                <a:moveTo>
                  <a:pt x="11401645" y="6517310"/>
                </a:moveTo>
                <a:lnTo>
                  <a:pt x="11401645" y="6618034"/>
                </a:lnTo>
                <a:lnTo>
                  <a:pt x="11513119" y="6618034"/>
                </a:lnTo>
                <a:lnTo>
                  <a:pt x="11513119" y="6599218"/>
                </a:lnTo>
                <a:lnTo>
                  <a:pt x="11426909" y="6599218"/>
                </a:lnTo>
                <a:lnTo>
                  <a:pt x="11426909" y="6574451"/>
                </a:lnTo>
                <a:lnTo>
                  <a:pt x="11476458" y="6574451"/>
                </a:lnTo>
                <a:lnTo>
                  <a:pt x="11476458" y="6557072"/>
                </a:lnTo>
                <a:lnTo>
                  <a:pt x="11426909" y="6557072"/>
                </a:lnTo>
                <a:lnTo>
                  <a:pt x="11426909" y="6535178"/>
                </a:lnTo>
                <a:lnTo>
                  <a:pt x="11511908" y="6535178"/>
                </a:lnTo>
                <a:lnTo>
                  <a:pt x="11511908" y="6517310"/>
                </a:lnTo>
                <a:close/>
                <a:moveTo>
                  <a:pt x="11225454" y="6517310"/>
                </a:moveTo>
                <a:lnTo>
                  <a:pt x="11225454" y="6618034"/>
                </a:lnTo>
                <a:lnTo>
                  <a:pt x="11248423" y="6618034"/>
                </a:lnTo>
                <a:lnTo>
                  <a:pt x="11248423" y="6550413"/>
                </a:lnTo>
                <a:lnTo>
                  <a:pt x="11294805" y="6605891"/>
                </a:lnTo>
                <a:lnTo>
                  <a:pt x="11299665" y="6605891"/>
                </a:lnTo>
                <a:lnTo>
                  <a:pt x="11345558" y="6548736"/>
                </a:lnTo>
                <a:lnTo>
                  <a:pt x="11345558" y="6618034"/>
                </a:lnTo>
                <a:lnTo>
                  <a:pt x="11368873" y="6618034"/>
                </a:lnTo>
                <a:lnTo>
                  <a:pt x="11368873" y="6517310"/>
                </a:lnTo>
                <a:lnTo>
                  <a:pt x="11348725" y="6517310"/>
                </a:lnTo>
                <a:lnTo>
                  <a:pt x="11298687" y="6577069"/>
                </a:lnTo>
                <a:lnTo>
                  <a:pt x="11248423" y="6517310"/>
                </a:lnTo>
                <a:close/>
                <a:moveTo>
                  <a:pt x="11048135" y="6517310"/>
                </a:moveTo>
                <a:lnTo>
                  <a:pt x="11048135" y="6618034"/>
                </a:lnTo>
                <a:lnTo>
                  <a:pt x="11071096" y="6618034"/>
                </a:lnTo>
                <a:lnTo>
                  <a:pt x="11071096" y="6550413"/>
                </a:lnTo>
                <a:lnTo>
                  <a:pt x="11117478" y="6605891"/>
                </a:lnTo>
                <a:lnTo>
                  <a:pt x="11122331" y="6605891"/>
                </a:lnTo>
                <a:lnTo>
                  <a:pt x="11168239" y="6548736"/>
                </a:lnTo>
                <a:lnTo>
                  <a:pt x="11168239" y="6618034"/>
                </a:lnTo>
                <a:lnTo>
                  <a:pt x="11191554" y="6618034"/>
                </a:lnTo>
                <a:lnTo>
                  <a:pt x="11191554" y="6517310"/>
                </a:lnTo>
                <a:lnTo>
                  <a:pt x="11171399" y="6517310"/>
                </a:lnTo>
                <a:lnTo>
                  <a:pt x="11121368" y="6577069"/>
                </a:lnTo>
                <a:lnTo>
                  <a:pt x="11071096" y="6517310"/>
                </a:lnTo>
                <a:close/>
                <a:moveTo>
                  <a:pt x="10752277" y="6495161"/>
                </a:moveTo>
                <a:cubicBezTo>
                  <a:pt x="10729180" y="6495161"/>
                  <a:pt x="10721799" y="6501112"/>
                  <a:pt x="10721799" y="6524217"/>
                </a:cubicBezTo>
                <a:lnTo>
                  <a:pt x="10721799" y="6537774"/>
                </a:lnTo>
                <a:cubicBezTo>
                  <a:pt x="10721799" y="6560878"/>
                  <a:pt x="10729187" y="6566829"/>
                  <a:pt x="10752277" y="6566829"/>
                </a:cubicBezTo>
                <a:lnTo>
                  <a:pt x="10828955" y="6566829"/>
                </a:lnTo>
                <a:lnTo>
                  <a:pt x="10828955" y="6594929"/>
                </a:lnTo>
                <a:lnTo>
                  <a:pt x="10742052" y="6594929"/>
                </a:lnTo>
                <a:lnTo>
                  <a:pt x="10742052" y="6581703"/>
                </a:lnTo>
                <a:lnTo>
                  <a:pt x="10716796" y="6586947"/>
                </a:lnTo>
                <a:lnTo>
                  <a:pt x="10716796" y="6588978"/>
                </a:lnTo>
                <a:cubicBezTo>
                  <a:pt x="10716796" y="6612075"/>
                  <a:pt x="10724417" y="6618026"/>
                  <a:pt x="10747514" y="6618026"/>
                </a:cubicBezTo>
                <a:lnTo>
                  <a:pt x="10823486" y="6618026"/>
                </a:lnTo>
                <a:cubicBezTo>
                  <a:pt x="10846583" y="6618026"/>
                  <a:pt x="10854204" y="6612075"/>
                  <a:pt x="10854204" y="6588978"/>
                </a:cubicBezTo>
                <a:lnTo>
                  <a:pt x="10854204" y="6572073"/>
                </a:lnTo>
                <a:cubicBezTo>
                  <a:pt x="10854204" y="6548969"/>
                  <a:pt x="10846583" y="6543018"/>
                  <a:pt x="10823486" y="6543018"/>
                </a:cubicBezTo>
                <a:lnTo>
                  <a:pt x="10746799" y="6543018"/>
                </a:lnTo>
                <a:lnTo>
                  <a:pt x="10746799" y="6516595"/>
                </a:lnTo>
                <a:lnTo>
                  <a:pt x="10827285" y="6516595"/>
                </a:lnTo>
                <a:lnTo>
                  <a:pt x="10827285" y="6529904"/>
                </a:lnTo>
                <a:lnTo>
                  <a:pt x="10852526" y="6523953"/>
                </a:lnTo>
                <a:lnTo>
                  <a:pt x="10852526" y="6522073"/>
                </a:lnTo>
                <a:cubicBezTo>
                  <a:pt x="10852526" y="6500871"/>
                  <a:pt x="10843957" y="6495161"/>
                  <a:pt x="10822049" y="6495161"/>
                </a:cubicBezTo>
                <a:close/>
                <a:moveTo>
                  <a:pt x="11554221" y="6392872"/>
                </a:moveTo>
                <a:lnTo>
                  <a:pt x="11591123" y="6423590"/>
                </a:lnTo>
                <a:lnTo>
                  <a:pt x="11579695" y="6433348"/>
                </a:lnTo>
                <a:lnTo>
                  <a:pt x="11522795" y="6433348"/>
                </a:lnTo>
                <a:lnTo>
                  <a:pt x="11522795" y="6433341"/>
                </a:lnTo>
                <a:lnTo>
                  <a:pt x="11522795" y="6412395"/>
                </a:lnTo>
                <a:close/>
                <a:moveTo>
                  <a:pt x="10923532" y="6371438"/>
                </a:moveTo>
                <a:lnTo>
                  <a:pt x="10979491" y="6371438"/>
                </a:lnTo>
                <a:cubicBezTo>
                  <a:pt x="10986864" y="6371438"/>
                  <a:pt x="10990685" y="6372875"/>
                  <a:pt x="10990685" y="6379533"/>
                </a:cubicBezTo>
                <a:lnTo>
                  <a:pt x="10990685" y="6391202"/>
                </a:lnTo>
                <a:cubicBezTo>
                  <a:pt x="10990685" y="6397875"/>
                  <a:pt x="10986864" y="6399297"/>
                  <a:pt x="10979491" y="6399297"/>
                </a:cubicBezTo>
                <a:lnTo>
                  <a:pt x="10923532" y="6399297"/>
                </a:lnTo>
                <a:close/>
                <a:moveTo>
                  <a:pt x="11349305" y="6354059"/>
                </a:moveTo>
                <a:cubicBezTo>
                  <a:pt x="11329541" y="6354059"/>
                  <a:pt x="11322868" y="6358829"/>
                  <a:pt x="11322868" y="6377878"/>
                </a:cubicBezTo>
                <a:lnTo>
                  <a:pt x="11322868" y="6389073"/>
                </a:lnTo>
                <a:cubicBezTo>
                  <a:pt x="11322868" y="6408122"/>
                  <a:pt x="11329541" y="6412877"/>
                  <a:pt x="11349305" y="6412877"/>
                </a:cubicBezTo>
                <a:lnTo>
                  <a:pt x="11414541" y="6412877"/>
                </a:lnTo>
                <a:lnTo>
                  <a:pt x="11414541" y="6435982"/>
                </a:lnTo>
                <a:lnTo>
                  <a:pt x="11340480" y="6435982"/>
                </a:lnTo>
                <a:lnTo>
                  <a:pt x="11340480" y="6425374"/>
                </a:lnTo>
                <a:lnTo>
                  <a:pt x="11318587" y="6429429"/>
                </a:lnTo>
                <a:lnTo>
                  <a:pt x="11318587" y="6430979"/>
                </a:lnTo>
                <a:cubicBezTo>
                  <a:pt x="11318587" y="6449795"/>
                  <a:pt x="11325012" y="6454783"/>
                  <a:pt x="11345009" y="6454783"/>
                </a:cubicBezTo>
                <a:lnTo>
                  <a:pt x="11410501" y="6454783"/>
                </a:lnTo>
                <a:cubicBezTo>
                  <a:pt x="11430498" y="6454783"/>
                  <a:pt x="11436690" y="6449795"/>
                  <a:pt x="11436690" y="6430979"/>
                </a:cubicBezTo>
                <a:lnTo>
                  <a:pt x="11436690" y="6417165"/>
                </a:lnTo>
                <a:cubicBezTo>
                  <a:pt x="11436690" y="6398116"/>
                  <a:pt x="11430506" y="6393361"/>
                  <a:pt x="11410501" y="6393361"/>
                </a:cubicBezTo>
                <a:lnTo>
                  <a:pt x="11345009" y="6393361"/>
                </a:lnTo>
                <a:lnTo>
                  <a:pt x="11345009" y="6372153"/>
                </a:lnTo>
                <a:lnTo>
                  <a:pt x="11414300" y="6372153"/>
                </a:lnTo>
                <a:lnTo>
                  <a:pt x="11414300" y="6381564"/>
                </a:lnTo>
                <a:lnTo>
                  <a:pt x="11435486" y="6377050"/>
                </a:lnTo>
                <a:lnTo>
                  <a:pt x="11435486" y="6375967"/>
                </a:lnTo>
                <a:cubicBezTo>
                  <a:pt x="11435486" y="6358355"/>
                  <a:pt x="11427639" y="6354059"/>
                  <a:pt x="11409064" y="6354059"/>
                </a:cubicBezTo>
                <a:close/>
                <a:moveTo>
                  <a:pt x="11184971" y="6354059"/>
                </a:moveTo>
                <a:lnTo>
                  <a:pt x="11184971" y="6454775"/>
                </a:lnTo>
                <a:lnTo>
                  <a:pt x="11294264" y="6454775"/>
                </a:lnTo>
                <a:lnTo>
                  <a:pt x="11294264" y="6435966"/>
                </a:lnTo>
                <a:lnTo>
                  <a:pt x="11209738" y="6435966"/>
                </a:lnTo>
                <a:lnTo>
                  <a:pt x="11209738" y="6411199"/>
                </a:lnTo>
                <a:lnTo>
                  <a:pt x="11258310" y="6411199"/>
                </a:lnTo>
                <a:lnTo>
                  <a:pt x="11258310" y="6393820"/>
                </a:lnTo>
                <a:lnTo>
                  <a:pt x="11209738" y="6393820"/>
                </a:lnTo>
                <a:lnTo>
                  <a:pt x="11209738" y="6371912"/>
                </a:lnTo>
                <a:lnTo>
                  <a:pt x="11293083" y="6371912"/>
                </a:lnTo>
                <a:lnTo>
                  <a:pt x="11293083" y="6354059"/>
                </a:lnTo>
                <a:close/>
                <a:moveTo>
                  <a:pt x="11047262" y="6354059"/>
                </a:moveTo>
                <a:lnTo>
                  <a:pt x="11047262" y="6454775"/>
                </a:lnTo>
                <a:lnTo>
                  <a:pt x="11156555" y="6454775"/>
                </a:lnTo>
                <a:lnTo>
                  <a:pt x="11156555" y="6435966"/>
                </a:lnTo>
                <a:lnTo>
                  <a:pt x="11072029" y="6435966"/>
                </a:lnTo>
                <a:lnTo>
                  <a:pt x="11072029" y="6411199"/>
                </a:lnTo>
                <a:lnTo>
                  <a:pt x="11120601" y="6411199"/>
                </a:lnTo>
                <a:lnTo>
                  <a:pt x="11120601" y="6393820"/>
                </a:lnTo>
                <a:lnTo>
                  <a:pt x="11072029" y="6393820"/>
                </a:lnTo>
                <a:lnTo>
                  <a:pt x="11072029" y="6371912"/>
                </a:lnTo>
                <a:lnTo>
                  <a:pt x="11155374" y="6371912"/>
                </a:lnTo>
                <a:lnTo>
                  <a:pt x="11155374" y="6354059"/>
                </a:lnTo>
                <a:close/>
                <a:moveTo>
                  <a:pt x="10899246" y="6354059"/>
                </a:moveTo>
                <a:lnTo>
                  <a:pt x="10899246" y="6454775"/>
                </a:lnTo>
                <a:lnTo>
                  <a:pt x="10923539" y="6454775"/>
                </a:lnTo>
                <a:lnTo>
                  <a:pt x="10923539" y="6416669"/>
                </a:lnTo>
                <a:lnTo>
                  <a:pt x="10946636" y="6416669"/>
                </a:lnTo>
                <a:lnTo>
                  <a:pt x="10988782" y="6454775"/>
                </a:lnTo>
                <a:lnTo>
                  <a:pt x="11024029" y="6454775"/>
                </a:lnTo>
                <a:lnTo>
                  <a:pt x="10976158" y="6416669"/>
                </a:lnTo>
                <a:lnTo>
                  <a:pt x="10989971" y="6416669"/>
                </a:lnTo>
                <a:cubicBezTo>
                  <a:pt x="11006169" y="6416669"/>
                  <a:pt x="11013549" y="6411192"/>
                  <a:pt x="11013549" y="6397394"/>
                </a:cubicBezTo>
                <a:lnTo>
                  <a:pt x="11013549" y="6373582"/>
                </a:lnTo>
                <a:cubicBezTo>
                  <a:pt x="11013549" y="6359536"/>
                  <a:pt x="11006161" y="6354059"/>
                  <a:pt x="10989971" y="6354059"/>
                </a:cubicBezTo>
                <a:close/>
                <a:moveTo>
                  <a:pt x="10749425" y="6353818"/>
                </a:moveTo>
                <a:lnTo>
                  <a:pt x="10800140" y="6353818"/>
                </a:lnTo>
                <a:cubicBezTo>
                  <a:pt x="10827052" y="6353818"/>
                  <a:pt x="10840624" y="6367157"/>
                  <a:pt x="10840624" y="6392157"/>
                </a:cubicBezTo>
                <a:cubicBezTo>
                  <a:pt x="10840624" y="6422635"/>
                  <a:pt x="10822523" y="6431685"/>
                  <a:pt x="10786327" y="6431685"/>
                </a:cubicBezTo>
                <a:lnTo>
                  <a:pt x="10749425" y="6431685"/>
                </a:lnTo>
                <a:close/>
                <a:moveTo>
                  <a:pt x="11558990" y="6331910"/>
                </a:moveTo>
                <a:cubicBezTo>
                  <a:pt x="11538030" y="6331910"/>
                  <a:pt x="11528513" y="6336680"/>
                  <a:pt x="11528513" y="6354292"/>
                </a:cubicBezTo>
                <a:lnTo>
                  <a:pt x="11528513" y="6361191"/>
                </a:lnTo>
                <a:cubicBezTo>
                  <a:pt x="11528513" y="6368338"/>
                  <a:pt x="11531846" y="6373815"/>
                  <a:pt x="11538993" y="6379766"/>
                </a:cubicBezTo>
                <a:lnTo>
                  <a:pt x="11513978" y="6394775"/>
                </a:lnTo>
                <a:cubicBezTo>
                  <a:pt x="11503272" y="6401201"/>
                  <a:pt x="11498743" y="6405007"/>
                  <a:pt x="11498743" y="6417632"/>
                </a:cubicBezTo>
                <a:lnTo>
                  <a:pt x="11498743" y="6425727"/>
                </a:lnTo>
                <a:cubicBezTo>
                  <a:pt x="11498743" y="6448824"/>
                  <a:pt x="11506364" y="6454775"/>
                  <a:pt x="11529454" y="6454775"/>
                </a:cubicBezTo>
                <a:lnTo>
                  <a:pt x="11573270" y="6454775"/>
                </a:lnTo>
                <a:cubicBezTo>
                  <a:pt x="11583502" y="6454775"/>
                  <a:pt x="11588505" y="6454301"/>
                  <a:pt x="11596367" y="6447387"/>
                </a:cubicBezTo>
                <a:lnTo>
                  <a:pt x="11607321" y="6437629"/>
                </a:lnTo>
                <a:lnTo>
                  <a:pt x="11627559" y="6454775"/>
                </a:lnTo>
                <a:lnTo>
                  <a:pt x="11664950" y="6454775"/>
                </a:lnTo>
                <a:lnTo>
                  <a:pt x="11626137" y="6422146"/>
                </a:lnTo>
                <a:lnTo>
                  <a:pt x="11654470" y="6398582"/>
                </a:lnTo>
                <a:lnTo>
                  <a:pt x="11638272" y="6384536"/>
                </a:lnTo>
                <a:lnTo>
                  <a:pt x="11609698" y="6408340"/>
                </a:lnTo>
                <a:lnTo>
                  <a:pt x="11551836" y="6360243"/>
                </a:lnTo>
                <a:lnTo>
                  <a:pt x="11551836" y="6351433"/>
                </a:lnTo>
                <a:lnTo>
                  <a:pt x="11592086" y="6351433"/>
                </a:lnTo>
                <a:lnTo>
                  <a:pt x="11592086" y="6367872"/>
                </a:lnTo>
                <a:lnTo>
                  <a:pt x="11614220" y="6364065"/>
                </a:lnTo>
                <a:lnTo>
                  <a:pt x="11614220" y="6356677"/>
                </a:lnTo>
                <a:cubicBezTo>
                  <a:pt x="11614220" y="6336680"/>
                  <a:pt x="11605884" y="6331910"/>
                  <a:pt x="11583742" y="6331910"/>
                </a:cubicBezTo>
                <a:close/>
                <a:moveTo>
                  <a:pt x="10720851" y="6331910"/>
                </a:moveTo>
                <a:lnTo>
                  <a:pt x="10720851" y="6454775"/>
                </a:lnTo>
                <a:lnTo>
                  <a:pt x="10792527" y="6454775"/>
                </a:lnTo>
                <a:cubicBezTo>
                  <a:pt x="10814420" y="6454775"/>
                  <a:pt x="10831092" y="6452631"/>
                  <a:pt x="10843009" y="6445258"/>
                </a:cubicBezTo>
                <a:cubicBezTo>
                  <a:pt x="10860155" y="6434778"/>
                  <a:pt x="10870146" y="6415728"/>
                  <a:pt x="10870146" y="6392631"/>
                </a:cubicBezTo>
                <a:cubicBezTo>
                  <a:pt x="10870146" y="6354533"/>
                  <a:pt x="10845868" y="6331910"/>
                  <a:pt x="10799900" y="6331910"/>
                </a:cubicBezTo>
                <a:close/>
                <a:moveTo>
                  <a:pt x="0" y="0"/>
                </a:moveTo>
                <a:lnTo>
                  <a:pt x="12192000" y="0"/>
                </a:lnTo>
                <a:lnTo>
                  <a:pt x="12192000" y="6858000"/>
                </a:lnTo>
                <a:lnTo>
                  <a:pt x="0" y="6858000"/>
                </a:lnTo>
                <a:close/>
              </a:path>
            </a:pathLst>
          </a:custGeom>
          <a:pattFill prst="ltUpDiag">
            <a:fgClr>
              <a:schemeClr val="bg1">
                <a:lumMod val="95000"/>
              </a:schemeClr>
            </a:fgClr>
            <a:bgClr>
              <a:schemeClr val="bg1"/>
            </a:bgClr>
          </a:pattFill>
        </p:spPr>
        <p:txBody>
          <a:bodyPr wrap="square">
            <a:noAutofit/>
          </a:bodyPr>
          <a:lstStyle/>
          <a:p>
            <a:r>
              <a:rPr lang="de-DE"/>
              <a:t>Bild durch Klicken auf Symbol hinzufügen</a:t>
            </a:r>
            <a:endParaRPr lang="en-US"/>
          </a:p>
        </p:txBody>
      </p:sp>
      <p:sp>
        <p:nvSpPr>
          <p:cNvPr id="7" name="text">
            <a:extLst>
              <a:ext uri="{FF2B5EF4-FFF2-40B4-BE49-F238E27FC236}">
                <a16:creationId xmlns:a16="http://schemas.microsoft.com/office/drawing/2014/main" id="{76947769-F1C5-46D2-A578-B46158BB4453}"/>
              </a:ext>
            </a:extLst>
          </p:cNvPr>
          <p:cNvSpPr>
            <a:spLocks noGrp="1"/>
          </p:cNvSpPr>
          <p:nvPr>
            <p:ph type="body" sz="quarter" idx="15"/>
          </p:nvPr>
        </p:nvSpPr>
        <p:spPr bwMode="gray">
          <a:xfrm>
            <a:off x="525598" y="0"/>
            <a:ext cx="3616801" cy="3472867"/>
          </a:xfrm>
          <a:solidFill>
            <a:schemeClr val="bg1"/>
          </a:solidFill>
        </p:spPr>
        <p:txBody>
          <a:bodyPr wrap="square" lIns="216000" tIns="1602000" rIns="216000" bIns="432000">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 name="title">
            <a:extLst>
              <a:ext uri="{FF2B5EF4-FFF2-40B4-BE49-F238E27FC236}">
                <a16:creationId xmlns:a16="http://schemas.microsoft.com/office/drawing/2014/main" id="{8FFCB50B-5503-4467-8A0F-9FBB8B48B97D}"/>
              </a:ext>
            </a:extLst>
          </p:cNvPr>
          <p:cNvSpPr>
            <a:spLocks noGrp="1"/>
          </p:cNvSpPr>
          <p:nvPr>
            <p:ph type="title"/>
          </p:nvPr>
        </p:nvSpPr>
        <p:spPr bwMode="gray">
          <a:xfrm>
            <a:off x="525598" y="648082"/>
            <a:ext cx="3616801" cy="864000"/>
          </a:xfrm>
        </p:spPr>
        <p:txBody>
          <a:bodyPr lIns="216000" tIns="0" rIns="216000" bIns="0" anchor="t"/>
          <a:lstStyle>
            <a:lvl1pPr>
              <a:defRPr/>
            </a:lvl1pPr>
          </a:lstStyle>
          <a:p>
            <a:r>
              <a:rPr lang="de-DE"/>
              <a:t>Mastertitelformat bearbeiten</a:t>
            </a:r>
            <a:endParaRPr lang="en-US"/>
          </a:p>
        </p:txBody>
      </p:sp>
      <p:sp>
        <p:nvSpPr>
          <p:cNvPr id="14" name="copyright right">
            <a:extLst>
              <a:ext uri="{FF2B5EF4-FFF2-40B4-BE49-F238E27FC236}">
                <a16:creationId xmlns:a16="http://schemas.microsoft.com/office/drawing/2014/main" id="{C8FCB9CC-9602-09B8-C4C4-98801B5DF0A4}"/>
              </a:ext>
              <a:ext uri="{C183D7F6-B498-43B3-948B-1728B52AA6E4}">
                <adec:decorative xmlns:adec="http://schemas.microsoft.com/office/drawing/2017/decorative" val="1"/>
              </a:ext>
            </a:extLst>
          </p:cNvPr>
          <p:cNvSpPr>
            <a:spLocks noGrp="1"/>
          </p:cNvSpPr>
          <p:nvPr>
            <p:ph type="body" sz="quarter" idx="20" hasCustomPrompt="1"/>
          </p:nvPr>
        </p:nvSpPr>
        <p:spPr>
          <a:xfrm rot="16200000">
            <a:off x="11672798" y="5759643"/>
            <a:ext cx="580379" cy="92333"/>
          </a:xfrm>
          <a:solidFill>
            <a:schemeClr val="bg1">
              <a:alpha val="0"/>
            </a:schemeClr>
          </a:solidFill>
        </p:spPr>
        <p:txBody>
          <a:bodyPr wrap="none" anchor="t"/>
          <a:lstStyle>
            <a:lvl1pPr>
              <a:spcBef>
                <a:spcPts val="0"/>
              </a:spcBef>
              <a:spcAft>
                <a:spcPts val="0"/>
              </a:spcAft>
              <a:defRPr sz="600">
                <a:solidFill>
                  <a:srgbClr val="B2B2B2"/>
                </a:solidFill>
              </a:defRPr>
            </a:lvl1pPr>
          </a:lstStyle>
          <a:p>
            <a:pPr lvl="0"/>
            <a:r>
              <a:rPr lang="en-US"/>
              <a:t>© Copyright</a:t>
            </a:r>
          </a:p>
        </p:txBody>
      </p:sp>
      <p:sp>
        <p:nvSpPr>
          <p:cNvPr id="6" name="slide number">
            <a:extLst>
              <a:ext uri="{FF2B5EF4-FFF2-40B4-BE49-F238E27FC236}">
                <a16:creationId xmlns:a16="http://schemas.microsoft.com/office/drawing/2014/main" id="{90B54C2D-8235-4852-8EB7-5E05529B2499}"/>
              </a:ext>
            </a:extLst>
          </p:cNvPr>
          <p:cNvSpPr>
            <a:spLocks noGrp="1"/>
          </p:cNvSpPr>
          <p:nvPr>
            <p:ph type="sldNum" sz="quarter" idx="12"/>
          </p:nvPr>
        </p:nvSpPr>
        <p:spPr bwMode="gray">
          <a:xfrm>
            <a:off x="525600" y="6386399"/>
            <a:ext cx="234000" cy="180000"/>
          </a:xfrm>
        </p:spPr>
        <p:txBody>
          <a:bodyPr lIns="0" tIns="0" rIns="0" bIns="0"/>
          <a:lstStyle>
            <a:lvl1pPr>
              <a:defRPr>
                <a:solidFill>
                  <a:schemeClr val="bg1"/>
                </a:solidFill>
              </a:defRPr>
            </a:lvl1pPr>
          </a:lstStyle>
          <a:p>
            <a:fld id="{9829449A-3FF3-45CE-9F4F-09BADC0910C6}" type="slidenum">
              <a:rPr lang="de-DE"/>
              <a:pPr/>
              <a:t>‹Nr.›</a:t>
            </a:fld>
            <a:endParaRPr lang="de-DE"/>
          </a:p>
        </p:txBody>
      </p:sp>
      <p:sp>
        <p:nvSpPr>
          <p:cNvPr id="5" name="footer">
            <a:extLst>
              <a:ext uri="{FF2B5EF4-FFF2-40B4-BE49-F238E27FC236}">
                <a16:creationId xmlns:a16="http://schemas.microsoft.com/office/drawing/2014/main" id="{A4534FC4-D037-44B0-B266-D9E820FC1DF2}"/>
              </a:ext>
            </a:extLst>
          </p:cNvPr>
          <p:cNvSpPr>
            <a:spLocks noGrp="1"/>
          </p:cNvSpPr>
          <p:nvPr>
            <p:ph type="ftr" sz="quarter" idx="11"/>
          </p:nvPr>
        </p:nvSpPr>
        <p:spPr bwMode="gray">
          <a:xfrm>
            <a:off x="763200" y="6386399"/>
            <a:ext cx="7880400" cy="180000"/>
          </a:xfrm>
        </p:spPr>
        <p:txBody>
          <a:bodyPr lIns="0" tIns="0" rIns="0" bIns="0"/>
          <a:lstStyle>
            <a:lvl1pPr>
              <a:defRPr>
                <a:solidFill>
                  <a:schemeClr val="bg1"/>
                </a:solidFill>
              </a:defRPr>
            </a:lvl1pPr>
          </a:lstStyle>
          <a:p>
            <a:r>
              <a:rPr lang="de-DE"/>
              <a:t>SNB - TGA - 28.08.2026</a:t>
            </a:r>
          </a:p>
        </p:txBody>
      </p:sp>
      <p:sp>
        <p:nvSpPr>
          <p:cNvPr id="11" name="logo drees&amp;sommer white">
            <a:extLst>
              <a:ext uri="{FF2B5EF4-FFF2-40B4-BE49-F238E27FC236}">
                <a16:creationId xmlns:a16="http://schemas.microsoft.com/office/drawing/2014/main" id="{1F5AA800-3878-4BB9-9EEB-CA77D23D9567}"/>
              </a:ext>
              <a:ext uri="{C183D7F6-B498-43B3-948B-1728B52AA6E4}">
                <adec:decorative xmlns:adec="http://schemas.microsoft.com/office/drawing/2017/decorative" val="1"/>
              </a:ext>
            </a:extLst>
          </p:cNvPr>
          <p:cNvSpPr>
            <a:spLocks noGrp="1"/>
          </p:cNvSpPr>
          <p:nvPr>
            <p:ph type="media" sz="quarter" idx="19"/>
          </p:nvPr>
        </p:nvSpPr>
        <p:spPr bwMode="gray">
          <a:xfrm>
            <a:off x="10716797" y="6330042"/>
            <a:ext cx="946800" cy="288000"/>
          </a:xfrm>
          <a:blipFill>
            <a:blip r:embed="rId3" cstate="print">
              <a:extLst>
                <a:ext uri="{28A0092B-C50C-407E-A947-70E740481C1C}">
                  <a14:useLocalDpi xmlns:a14="http://schemas.microsoft.com/office/drawing/2010/main"/>
                </a:ext>
              </a:extLst>
            </a:blip>
            <a:stretch>
              <a:fillRect/>
            </a:stretch>
          </a:blipFill>
          <a:ln w="15875" cap="flat">
            <a:noFill/>
            <a:prstDash val="lgDash"/>
          </a:ln>
        </p:spPr>
        <p:txBody>
          <a:bodyPr/>
          <a:lstStyle>
            <a:lvl1pPr>
              <a:defRPr sz="100">
                <a:solidFill>
                  <a:schemeClr val="bg1"/>
                </a:solidFill>
              </a:defRPr>
            </a:lvl1pPr>
          </a:lstStyle>
          <a:p>
            <a:r>
              <a:rPr lang="de-DE"/>
              <a:t>Mediaclip durch Klicken auf Symbol hinzufügen</a:t>
            </a:r>
          </a:p>
        </p:txBody>
      </p:sp>
      <p:grpSp>
        <p:nvGrpSpPr>
          <p:cNvPr id="3" name="info">
            <a:extLst>
              <a:ext uri="{FF2B5EF4-FFF2-40B4-BE49-F238E27FC236}">
                <a16:creationId xmlns:a16="http://schemas.microsoft.com/office/drawing/2014/main" id="{52B950C2-1E98-8CDD-EA67-CB1A5C05F868}"/>
              </a:ext>
              <a:ext uri="{C183D7F6-B498-43B3-948B-1728B52AA6E4}">
                <adec:decorative xmlns:adec="http://schemas.microsoft.com/office/drawing/2017/decorative" val="1"/>
              </a:ext>
            </a:extLst>
          </p:cNvPr>
          <p:cNvGrpSpPr/>
          <p:nvPr userDrawn="1"/>
        </p:nvGrpSpPr>
        <p:grpSpPr>
          <a:xfrm flipH="1">
            <a:off x="11233150" y="6990442"/>
            <a:ext cx="1501080" cy="886759"/>
            <a:chOff x="11406324" y="7739173"/>
            <a:chExt cx="1501080" cy="886759"/>
          </a:xfrm>
          <a:effectLst>
            <a:outerShdw blurRad="50800" dist="38100" dir="13500000" algn="br" rotWithShape="0">
              <a:prstClr val="black">
                <a:alpha val="40000"/>
              </a:prstClr>
            </a:outerShdw>
          </a:effectLst>
        </p:grpSpPr>
        <p:sp>
          <p:nvSpPr>
            <p:cNvPr id="4" name="info">
              <a:extLst>
                <a:ext uri="{FF2B5EF4-FFF2-40B4-BE49-F238E27FC236}">
                  <a16:creationId xmlns:a16="http://schemas.microsoft.com/office/drawing/2014/main" id="{0455353A-8E65-7071-3446-BE876C6DAC1E}"/>
                </a:ext>
              </a:extLst>
            </p:cNvPr>
            <p:cNvSpPr/>
            <p:nvPr userDrawn="1"/>
          </p:nvSpPr>
          <p:spPr bwMode="gray">
            <a:xfrm rot="5400000" flipH="1" flipV="1">
              <a:off x="12275350" y="7831227"/>
              <a:ext cx="724107"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tx2"/>
                </a:solidFill>
              </a:endParaRPr>
            </a:p>
            <a:p>
              <a:pPr indent="0" algn="l">
                <a:lnSpc>
                  <a:spcPct val="100000"/>
                </a:lnSpc>
                <a:spcBef>
                  <a:spcPts val="400"/>
                </a:spcBef>
                <a:spcAft>
                  <a:spcPts val="400"/>
                </a:spcAft>
              </a:pPr>
              <a:endParaRPr lang="en-US" sz="1050">
                <a:solidFill>
                  <a:schemeClr val="tx2"/>
                </a:solidFill>
              </a:endParaRPr>
            </a:p>
          </p:txBody>
        </p:sp>
        <p:sp>
          <p:nvSpPr>
            <p:cNvPr id="8" name="info">
              <a:extLst>
                <a:ext uri="{FF2B5EF4-FFF2-40B4-BE49-F238E27FC236}">
                  <a16:creationId xmlns:a16="http://schemas.microsoft.com/office/drawing/2014/main" id="{CDA8AE75-201E-27CA-542A-9A80C650292E}"/>
                </a:ext>
              </a:extLst>
            </p:cNvPr>
            <p:cNvSpPr/>
            <p:nvPr userDrawn="1"/>
          </p:nvSpPr>
          <p:spPr bwMode="gray">
            <a:xfrm flipH="1">
              <a:off x="11406324" y="8011954"/>
              <a:ext cx="1501080" cy="61397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spAutoFit/>
            </a:bodyPr>
            <a:lstStyle/>
            <a:p>
              <a:pPr indent="0" algn="r">
                <a:lnSpc>
                  <a:spcPct val="100000"/>
                </a:lnSpc>
                <a:spcBef>
                  <a:spcPts val="400"/>
                </a:spcBef>
                <a:spcAft>
                  <a:spcPts val="400"/>
                </a:spcAft>
              </a:pPr>
              <a:r>
                <a:rPr lang="en-US" sz="1050" b="0" kern="1200" cap="none">
                  <a:solidFill>
                    <a:schemeClr val="bg1"/>
                  </a:solidFill>
                  <a:latin typeface="+mn-lt"/>
                  <a:ea typeface="+mn-ea"/>
                  <a:cs typeface="+mn-cs"/>
                </a:rPr>
                <a:t>Delete the white logo </a:t>
              </a:r>
              <a:br>
                <a:rPr lang="en-US" sz="1050" b="0" kern="1200" cap="none">
                  <a:solidFill>
                    <a:schemeClr val="bg1"/>
                  </a:solidFill>
                  <a:latin typeface="+mn-lt"/>
                  <a:ea typeface="+mn-ea"/>
                  <a:cs typeface="+mn-cs"/>
                </a:rPr>
              </a:br>
              <a:r>
                <a:rPr lang="en-US" sz="1050" b="0" kern="1200" cap="none">
                  <a:solidFill>
                    <a:schemeClr val="bg1"/>
                  </a:solidFill>
                  <a:latin typeface="+mn-lt"/>
                  <a:ea typeface="+mn-ea"/>
                  <a:cs typeface="+mn-cs"/>
                </a:rPr>
                <a:t>to get the </a:t>
              </a:r>
              <a:r>
                <a:rPr lang="en-US" sz="1050" b="1" kern="1200" cap="all">
                  <a:solidFill>
                    <a:schemeClr val="bg1"/>
                  </a:solidFill>
                  <a:latin typeface="+mn-lt"/>
                  <a:ea typeface="+mn-ea"/>
                  <a:cs typeface="+mn-cs"/>
                </a:rPr>
                <a:t>BLUE LOGO</a:t>
              </a:r>
            </a:p>
          </p:txBody>
        </p:sp>
      </p:grpSp>
      <p:grpSp>
        <p:nvGrpSpPr>
          <p:cNvPr id="10" name="info">
            <a:extLst>
              <a:ext uri="{FF2B5EF4-FFF2-40B4-BE49-F238E27FC236}">
                <a16:creationId xmlns:a16="http://schemas.microsoft.com/office/drawing/2014/main" id="{0135DDA0-E598-1EDC-666B-E56694FC4126}"/>
              </a:ext>
            </a:extLst>
          </p:cNvPr>
          <p:cNvGrpSpPr/>
          <p:nvPr userDrawn="1"/>
        </p:nvGrpSpPr>
        <p:grpSpPr>
          <a:xfrm>
            <a:off x="12327529" y="2286672"/>
            <a:ext cx="2500337" cy="3809327"/>
            <a:chOff x="12327529" y="2826889"/>
            <a:chExt cx="2500337" cy="3809327"/>
          </a:xfrm>
          <a:effectLst>
            <a:outerShdw blurRad="50800" dist="38100" dir="8100000" algn="tr" rotWithShape="0">
              <a:prstClr val="black">
                <a:alpha val="40000"/>
              </a:prstClr>
            </a:outerShdw>
          </a:effectLst>
        </p:grpSpPr>
        <p:grpSp>
          <p:nvGrpSpPr>
            <p:cNvPr id="16" name="info">
              <a:extLst>
                <a:ext uri="{FF2B5EF4-FFF2-40B4-BE49-F238E27FC236}">
                  <a16:creationId xmlns:a16="http://schemas.microsoft.com/office/drawing/2014/main" id="{632FB754-50F0-98B5-A0C7-AB94468D6619}"/>
                </a:ext>
              </a:extLst>
            </p:cNvPr>
            <p:cNvGrpSpPr/>
            <p:nvPr userDrawn="1"/>
          </p:nvGrpSpPr>
          <p:grpSpPr>
            <a:xfrm>
              <a:off x="12596337" y="2826889"/>
              <a:ext cx="2231529" cy="1408806"/>
              <a:chOff x="12565380" y="2187776"/>
              <a:chExt cx="2231529" cy="1408806"/>
            </a:xfrm>
          </p:grpSpPr>
          <p:sp>
            <p:nvSpPr>
              <p:cNvPr id="20" name="info">
                <a:extLst>
                  <a:ext uri="{FF2B5EF4-FFF2-40B4-BE49-F238E27FC236}">
                    <a16:creationId xmlns:a16="http://schemas.microsoft.com/office/drawing/2014/main" id="{DB5E0C84-79A4-B355-3BF0-D39151EF771B}"/>
                  </a:ext>
                </a:extLst>
              </p:cNvPr>
              <p:cNvSpPr/>
              <p:nvPr userDrawn="1"/>
            </p:nvSpPr>
            <p:spPr bwMode="gray">
              <a:xfrm rot="16200000" flipH="1">
                <a:off x="12153929" y="2645131"/>
                <a:ext cx="1362902"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21" name="info">
                <a:extLst>
                  <a:ext uri="{FF2B5EF4-FFF2-40B4-BE49-F238E27FC236}">
                    <a16:creationId xmlns:a16="http://schemas.microsoft.com/office/drawing/2014/main" id="{F913EE63-AA92-F858-9DF8-74B33E51B05E}"/>
                  </a:ext>
                </a:extLst>
              </p:cNvPr>
              <p:cNvSpPr/>
              <p:nvPr userDrawn="1"/>
            </p:nvSpPr>
            <p:spPr bwMode="gray">
              <a:xfrm flipH="1">
                <a:off x="12565380" y="2187776"/>
                <a:ext cx="2231529" cy="114232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kern="1200" cap="all">
                    <a:solidFill>
                      <a:schemeClr val="bg1"/>
                    </a:solidFill>
                    <a:latin typeface="+mn-lt"/>
                    <a:ea typeface="+mn-ea"/>
                    <a:cs typeface="+mn-cs"/>
                  </a:rPr>
                  <a:t>IMAGE Credit Formatting</a:t>
                </a:r>
              </a:p>
              <a:p>
                <a:pPr indent="0" algn="l">
                  <a:lnSpc>
                    <a:spcPct val="100000"/>
                  </a:lnSpc>
                  <a:spcBef>
                    <a:spcPts val="400"/>
                  </a:spcBef>
                  <a:spcAft>
                    <a:spcPts val="400"/>
                  </a:spcAft>
                </a:pPr>
                <a:r>
                  <a:rPr lang="en-US" sz="1050" b="0" kern="1200" cap="none">
                    <a:solidFill>
                      <a:schemeClr val="bg1"/>
                    </a:solidFill>
                    <a:latin typeface="+mn-lt"/>
                    <a:ea typeface="+mn-ea"/>
                    <a:cs typeface="+mn-cs"/>
                  </a:rPr>
                  <a:t>Examples!</a:t>
                </a:r>
              </a:p>
              <a:p>
                <a:pPr indent="0" algn="l">
                  <a:lnSpc>
                    <a:spcPct val="100000"/>
                  </a:lnSpc>
                  <a:spcBef>
                    <a:spcPts val="400"/>
                  </a:spcBef>
                  <a:spcAft>
                    <a:spcPts val="400"/>
                  </a:spcAft>
                </a:pPr>
                <a:r>
                  <a:rPr lang="en-US" sz="1050" b="0" kern="1200" cap="none">
                    <a:solidFill>
                      <a:schemeClr val="bg1"/>
                    </a:solidFill>
                    <a:latin typeface="+mn-lt"/>
                    <a:ea typeface="+mn-ea"/>
                    <a:cs typeface="+mn-cs"/>
                  </a:rPr>
                  <a:t>© Westend66 – gettyimages.com</a:t>
                </a:r>
                <a:br>
                  <a:rPr lang="en-US" sz="1050" b="0" kern="1200" cap="none">
                    <a:solidFill>
                      <a:schemeClr val="bg1"/>
                    </a:solidFill>
                    <a:latin typeface="+mn-lt"/>
                    <a:ea typeface="+mn-ea"/>
                    <a:cs typeface="+mn-cs"/>
                  </a:rPr>
                </a:br>
                <a:r>
                  <a:rPr lang="en-US" sz="1050" b="0" kern="1200" cap="none">
                    <a:solidFill>
                      <a:schemeClr val="bg1"/>
                    </a:solidFill>
                    <a:latin typeface="+mn-lt"/>
                    <a:ea typeface="+mn-ea"/>
                    <a:cs typeface="+mn-cs"/>
                  </a:rPr>
                  <a:t>© AI generated – Drees &amp; Sommer</a:t>
                </a:r>
              </a:p>
            </p:txBody>
          </p:sp>
        </p:grpSp>
        <p:grpSp>
          <p:nvGrpSpPr>
            <p:cNvPr id="17" name="info">
              <a:extLst>
                <a:ext uri="{FF2B5EF4-FFF2-40B4-BE49-F238E27FC236}">
                  <a16:creationId xmlns:a16="http://schemas.microsoft.com/office/drawing/2014/main" id="{83699A68-FE4C-F51A-0B93-11BEFB47F911}"/>
                </a:ext>
              </a:extLst>
            </p:cNvPr>
            <p:cNvGrpSpPr>
              <a:grpSpLocks/>
            </p:cNvGrpSpPr>
            <p:nvPr userDrawn="1"/>
          </p:nvGrpSpPr>
          <p:grpSpPr>
            <a:xfrm>
              <a:off x="12327529" y="4319208"/>
              <a:ext cx="2500335" cy="2317008"/>
              <a:chOff x="12327530" y="4025846"/>
              <a:chExt cx="2500335" cy="2317008"/>
            </a:xfrm>
          </p:grpSpPr>
          <p:sp>
            <p:nvSpPr>
              <p:cNvPr id="18" name="info">
                <a:extLst>
                  <a:ext uri="{FF2B5EF4-FFF2-40B4-BE49-F238E27FC236}">
                    <a16:creationId xmlns:a16="http://schemas.microsoft.com/office/drawing/2014/main" id="{0C0F76A6-A54A-321A-2678-40357417D04B}"/>
                  </a:ext>
                </a:extLst>
              </p:cNvPr>
              <p:cNvSpPr/>
              <p:nvPr userDrawn="1"/>
            </p:nvSpPr>
            <p:spPr bwMode="gray">
              <a:xfrm flipH="1">
                <a:off x="12327530" y="5802854"/>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19" name="info">
                <a:extLst>
                  <a:ext uri="{FF2B5EF4-FFF2-40B4-BE49-F238E27FC236}">
                    <a16:creationId xmlns:a16="http://schemas.microsoft.com/office/drawing/2014/main" id="{1812E286-BBA7-503F-E5E0-39A0993D4B7B}"/>
                  </a:ext>
                </a:extLst>
              </p:cNvPr>
              <p:cNvSpPr/>
              <p:nvPr userDrawn="1"/>
            </p:nvSpPr>
            <p:spPr bwMode="gray">
              <a:xfrm flipH="1">
                <a:off x="12596336" y="4025846"/>
                <a:ext cx="2231529" cy="231700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cap="all">
                    <a:solidFill>
                      <a:schemeClr val="bg1"/>
                    </a:solidFill>
                  </a:rPr>
                  <a:t>image credit</a:t>
                </a:r>
              </a:p>
              <a:p>
                <a:pPr indent="0" algn="l">
                  <a:lnSpc>
                    <a:spcPct val="100000"/>
                  </a:lnSpc>
                  <a:spcBef>
                    <a:spcPts val="400"/>
                  </a:spcBef>
                  <a:spcAft>
                    <a:spcPts val="400"/>
                  </a:spcAft>
                </a:pPr>
                <a:r>
                  <a:rPr lang="en-US" sz="1050" b="1">
                    <a:solidFill>
                      <a:schemeClr val="bg1"/>
                    </a:solidFill>
                  </a:rPr>
                  <a:t>Always include </a:t>
                </a:r>
                <a:r>
                  <a:rPr lang="en-US" sz="1050">
                    <a:solidFill>
                      <a:schemeClr val="bg1"/>
                    </a:solidFill>
                  </a:rPr>
                  <a:t>the image credit!</a:t>
                </a:r>
              </a:p>
              <a:p>
                <a:pPr indent="0" algn="l">
                  <a:lnSpc>
                    <a:spcPct val="100000"/>
                  </a:lnSpc>
                  <a:spcBef>
                    <a:spcPts val="400"/>
                  </a:spcBef>
                  <a:spcAft>
                    <a:spcPts val="400"/>
                  </a:spcAft>
                </a:pPr>
                <a:r>
                  <a:rPr lang="en-US" sz="1050">
                    <a:solidFill>
                      <a:schemeClr val="bg1"/>
                    </a:solidFill>
                  </a:rPr>
                  <a:t>How to get the image credit </a:t>
                </a:r>
                <a:r>
                  <a:rPr lang="en-US" sz="1050" b="1">
                    <a:solidFill>
                      <a:schemeClr val="bg1"/>
                    </a:solidFill>
                  </a:rPr>
                  <a:t>placeholder</a:t>
                </a:r>
                <a:r>
                  <a:rPr lang="en-US" sz="1050">
                    <a:solidFill>
                      <a:schemeClr val="bg1"/>
                    </a:solidFill>
                  </a:rPr>
                  <a:t> if it is no longer available on your slide by default: </a:t>
                </a:r>
              </a:p>
              <a:p>
                <a:pPr indent="0" algn="l">
                  <a:lnSpc>
                    <a:spcPct val="100000"/>
                  </a:lnSpc>
                  <a:spcBef>
                    <a:spcPts val="400"/>
                  </a:spcBef>
                  <a:spcAft>
                    <a:spcPts val="400"/>
                  </a:spcAft>
                </a:pPr>
                <a:r>
                  <a:rPr lang="en-US" sz="1050">
                    <a:solidFill>
                      <a:schemeClr val="bg1"/>
                    </a:solidFill>
                  </a:rPr>
                  <a:t>&gt; </a:t>
                </a:r>
                <a:r>
                  <a:rPr lang="en-US" sz="1050" b="0">
                    <a:solidFill>
                      <a:schemeClr val="bg1"/>
                    </a:solidFill>
                  </a:rPr>
                  <a:t>right-click on a free area</a:t>
                </a:r>
                <a:br>
                  <a:rPr lang="en-US" sz="1050" b="0">
                    <a:solidFill>
                      <a:schemeClr val="bg1"/>
                    </a:solidFill>
                  </a:rPr>
                </a:br>
                <a:r>
                  <a:rPr lang="en-US" sz="1050" b="0">
                    <a:solidFill>
                      <a:schemeClr val="bg1"/>
                    </a:solidFill>
                  </a:rPr>
                  <a:t>   on the slide</a:t>
                </a:r>
                <a:br>
                  <a:rPr lang="en-US" sz="1050" b="0">
                    <a:solidFill>
                      <a:schemeClr val="bg1"/>
                    </a:solidFill>
                  </a:rPr>
                </a:br>
                <a:r>
                  <a:rPr lang="en-US" sz="1050" b="0">
                    <a:solidFill>
                      <a:schemeClr val="bg1"/>
                    </a:solidFill>
                  </a:rPr>
                  <a:t>&gt; insert text element</a:t>
                </a:r>
                <a:endParaRPr lang="en-US" sz="1050">
                  <a:solidFill>
                    <a:schemeClr val="bg1"/>
                  </a:solidFill>
                </a:endParaRPr>
              </a:p>
              <a:p>
                <a:pPr indent="0" algn="l">
                  <a:lnSpc>
                    <a:spcPct val="100000"/>
                  </a:lnSpc>
                  <a:spcBef>
                    <a:spcPts val="400"/>
                  </a:spcBef>
                  <a:spcAft>
                    <a:spcPts val="400"/>
                  </a:spcAft>
                </a:pPr>
                <a:r>
                  <a:rPr lang="en-US" sz="1050">
                    <a:solidFill>
                      <a:schemeClr val="bg1"/>
                    </a:solidFill>
                  </a:rPr>
                  <a:t>“</a:t>
                </a:r>
                <a:r>
                  <a:rPr lang="en-US" sz="1050" b="1">
                    <a:solidFill>
                      <a:schemeClr val="bg1"/>
                    </a:solidFill>
                  </a:rPr>
                  <a:t>Copyright right</a:t>
                </a:r>
                <a:r>
                  <a:rPr lang="en-US" sz="1050">
                    <a:solidFill>
                      <a:schemeClr val="bg1"/>
                    </a:solidFill>
                  </a:rPr>
                  <a:t>” or </a:t>
                </a:r>
                <a:br>
                  <a:rPr lang="en-US" sz="1050">
                    <a:solidFill>
                      <a:schemeClr val="bg1"/>
                    </a:solidFill>
                  </a:rPr>
                </a:br>
                <a:r>
                  <a:rPr lang="en-US" sz="1050" b="1">
                    <a:solidFill>
                      <a:schemeClr val="bg1"/>
                    </a:solidFill>
                  </a:rPr>
                  <a:t>“Copyright left”</a:t>
                </a:r>
              </a:p>
            </p:txBody>
          </p:sp>
        </p:grpSp>
      </p:grpSp>
      <p:sp>
        <p:nvSpPr>
          <p:cNvPr id="12" name="MIO_Placeholder_Mapping" hidden="1">
            <a:extLst>
              <a:ext uri="{FF2B5EF4-FFF2-40B4-BE49-F238E27FC236}">
                <a16:creationId xmlns:a16="http://schemas.microsoft.com/office/drawing/2014/main" id="{A05463D3-15F1-1ACB-784B-F2BBAD131362}"/>
              </a:ext>
            </a:extLst>
          </p:cNvPr>
          <p:cNvSpPr/>
          <p:nvPr userDrawn="1">
            <p:custDataLst>
              <p:tags r:id="rId1"/>
            </p:custDataLst>
          </p:nvPr>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1202487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61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Keymessage left">
    <p:spTree>
      <p:nvGrpSpPr>
        <p:cNvPr id="1" name=""/>
        <p:cNvGrpSpPr/>
        <p:nvPr/>
      </p:nvGrpSpPr>
      <p:grpSpPr>
        <a:xfrm>
          <a:off x="0" y="0"/>
          <a:ext cx="0" cy="0"/>
          <a:chOff x="0" y="0"/>
          <a:chExt cx="0" cy="0"/>
        </a:xfrm>
      </p:grpSpPr>
      <p:sp>
        <p:nvSpPr>
          <p:cNvPr id="14" name="logo drees&amp;sommer blue mask">
            <a:extLst>
              <a:ext uri="{FF2B5EF4-FFF2-40B4-BE49-F238E27FC236}">
                <a16:creationId xmlns:a16="http://schemas.microsoft.com/office/drawing/2014/main" id="{7DFCFBB7-6B39-4D0E-BE6B-B3B479E24FA2}"/>
              </a:ext>
              <a:ext uri="{C183D7F6-B498-43B3-948B-1728B52AA6E4}">
                <adec:decorative xmlns:adec="http://schemas.microsoft.com/office/drawing/2017/decorative" val="1"/>
              </a:ext>
            </a:extLst>
          </p:cNvPr>
          <p:cNvSpPr/>
          <p:nvPr/>
        </p:nvSpPr>
        <p:spPr bwMode="gray">
          <a:xfrm>
            <a:off x="10579100" y="6197600"/>
            <a:ext cx="1270000" cy="584200"/>
          </a:xfrm>
          <a:prstGeom prst="rect">
            <a:avLst/>
          </a:prstGeom>
          <a:solidFill>
            <a:srgbClr val="00296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a:p>
        </p:txBody>
      </p:sp>
      <p:sp>
        <p:nvSpPr>
          <p:cNvPr id="8" name="picture">
            <a:extLst>
              <a:ext uri="{FF2B5EF4-FFF2-40B4-BE49-F238E27FC236}">
                <a16:creationId xmlns:a16="http://schemas.microsoft.com/office/drawing/2014/main" id="{A602AD27-B02A-F535-EEF5-DF06E53DB57B}"/>
              </a:ext>
            </a:extLst>
          </p:cNvPr>
          <p:cNvSpPr>
            <a:spLocks noGrp="1"/>
          </p:cNvSpPr>
          <p:nvPr>
            <p:ph type="pic" sz="quarter" idx="18"/>
          </p:nvPr>
        </p:nvSpPr>
        <p:spPr bwMode="gray">
          <a:xfrm>
            <a:off x="0" y="0"/>
            <a:ext cx="12192000" cy="6858000"/>
          </a:xfrm>
          <a:custGeom>
            <a:avLst/>
            <a:gdLst>
              <a:gd name="connsiteX0" fmla="*/ 10909343 w 12192000"/>
              <a:gd name="connsiteY0" fmla="*/ 6535879 h 6858000"/>
              <a:gd name="connsiteX1" fmla="*/ 10992168 w 12192000"/>
              <a:gd name="connsiteY1" fmla="*/ 6535879 h 6858000"/>
              <a:gd name="connsiteX2" fmla="*/ 10992168 w 12192000"/>
              <a:gd name="connsiteY2" fmla="*/ 6598745 h 6858000"/>
              <a:gd name="connsiteX3" fmla="*/ 10909343 w 12192000"/>
              <a:gd name="connsiteY3" fmla="*/ 6598745 h 6858000"/>
              <a:gd name="connsiteX4" fmla="*/ 11563256 w 12192000"/>
              <a:gd name="connsiteY4" fmla="*/ 6534690 h 6858000"/>
              <a:gd name="connsiteX5" fmla="*/ 11619215 w 12192000"/>
              <a:gd name="connsiteY5" fmla="*/ 6534690 h 6858000"/>
              <a:gd name="connsiteX6" fmla="*/ 11630409 w 12192000"/>
              <a:gd name="connsiteY6" fmla="*/ 6542786 h 6858000"/>
              <a:gd name="connsiteX7" fmla="*/ 11630409 w 12192000"/>
              <a:gd name="connsiteY7" fmla="*/ 6554455 h 6858000"/>
              <a:gd name="connsiteX8" fmla="*/ 11619215 w 12192000"/>
              <a:gd name="connsiteY8" fmla="*/ 6562550 h 6858000"/>
              <a:gd name="connsiteX9" fmla="*/ 11563256 w 12192000"/>
              <a:gd name="connsiteY9" fmla="*/ 6562550 h 6858000"/>
              <a:gd name="connsiteX10" fmla="*/ 10910306 w 12192000"/>
              <a:gd name="connsiteY10" fmla="*/ 6517318 h 6858000"/>
              <a:gd name="connsiteX11" fmla="*/ 10883590 w 12192000"/>
              <a:gd name="connsiteY11" fmla="*/ 6541122 h 6858000"/>
              <a:gd name="connsiteX12" fmla="*/ 10883590 w 12192000"/>
              <a:gd name="connsiteY12" fmla="*/ 6594223 h 6858000"/>
              <a:gd name="connsiteX13" fmla="*/ 10910306 w 12192000"/>
              <a:gd name="connsiteY13" fmla="*/ 6618042 h 6858000"/>
              <a:gd name="connsiteX14" fmla="*/ 10989730 w 12192000"/>
              <a:gd name="connsiteY14" fmla="*/ 6618042 h 6858000"/>
              <a:gd name="connsiteX15" fmla="*/ 11016446 w 12192000"/>
              <a:gd name="connsiteY15" fmla="*/ 6594223 h 6858000"/>
              <a:gd name="connsiteX16" fmla="*/ 11016446 w 12192000"/>
              <a:gd name="connsiteY16" fmla="*/ 6541122 h 6858000"/>
              <a:gd name="connsiteX17" fmla="*/ 10989730 w 12192000"/>
              <a:gd name="connsiteY17" fmla="*/ 6517318 h 6858000"/>
              <a:gd name="connsiteX18" fmla="*/ 11538985 w 12192000"/>
              <a:gd name="connsiteY18" fmla="*/ 6517311 h 6858000"/>
              <a:gd name="connsiteX19" fmla="*/ 11538985 w 12192000"/>
              <a:gd name="connsiteY19" fmla="*/ 6618035 h 6858000"/>
              <a:gd name="connsiteX20" fmla="*/ 11563263 w 12192000"/>
              <a:gd name="connsiteY20" fmla="*/ 6618035 h 6858000"/>
              <a:gd name="connsiteX21" fmla="*/ 11563263 w 12192000"/>
              <a:gd name="connsiteY21" fmla="*/ 6579929 h 6858000"/>
              <a:gd name="connsiteX22" fmla="*/ 11586360 w 12192000"/>
              <a:gd name="connsiteY22" fmla="*/ 6579929 h 6858000"/>
              <a:gd name="connsiteX23" fmla="*/ 11628506 w 12192000"/>
              <a:gd name="connsiteY23" fmla="*/ 6618035 h 6858000"/>
              <a:gd name="connsiteX24" fmla="*/ 11663753 w 12192000"/>
              <a:gd name="connsiteY24" fmla="*/ 6618035 h 6858000"/>
              <a:gd name="connsiteX25" fmla="*/ 11615897 w 12192000"/>
              <a:gd name="connsiteY25" fmla="*/ 6579929 h 6858000"/>
              <a:gd name="connsiteX26" fmla="*/ 11629710 w 12192000"/>
              <a:gd name="connsiteY26" fmla="*/ 6579929 h 6858000"/>
              <a:gd name="connsiteX27" fmla="*/ 11653280 w 12192000"/>
              <a:gd name="connsiteY27" fmla="*/ 6560639 h 6858000"/>
              <a:gd name="connsiteX28" fmla="*/ 11653280 w 12192000"/>
              <a:gd name="connsiteY28" fmla="*/ 6536835 h 6858000"/>
              <a:gd name="connsiteX29" fmla="*/ 11629710 w 12192000"/>
              <a:gd name="connsiteY29" fmla="*/ 6517311 h 6858000"/>
              <a:gd name="connsiteX30" fmla="*/ 11401645 w 12192000"/>
              <a:gd name="connsiteY30" fmla="*/ 6517311 h 6858000"/>
              <a:gd name="connsiteX31" fmla="*/ 11401645 w 12192000"/>
              <a:gd name="connsiteY31" fmla="*/ 6618035 h 6858000"/>
              <a:gd name="connsiteX32" fmla="*/ 11513119 w 12192000"/>
              <a:gd name="connsiteY32" fmla="*/ 6618035 h 6858000"/>
              <a:gd name="connsiteX33" fmla="*/ 11513119 w 12192000"/>
              <a:gd name="connsiteY33" fmla="*/ 6599219 h 6858000"/>
              <a:gd name="connsiteX34" fmla="*/ 11426909 w 12192000"/>
              <a:gd name="connsiteY34" fmla="*/ 6599219 h 6858000"/>
              <a:gd name="connsiteX35" fmla="*/ 11426909 w 12192000"/>
              <a:gd name="connsiteY35" fmla="*/ 6574452 h 6858000"/>
              <a:gd name="connsiteX36" fmla="*/ 11476458 w 12192000"/>
              <a:gd name="connsiteY36" fmla="*/ 6574452 h 6858000"/>
              <a:gd name="connsiteX37" fmla="*/ 11476458 w 12192000"/>
              <a:gd name="connsiteY37" fmla="*/ 6557073 h 6858000"/>
              <a:gd name="connsiteX38" fmla="*/ 11426909 w 12192000"/>
              <a:gd name="connsiteY38" fmla="*/ 6557073 h 6858000"/>
              <a:gd name="connsiteX39" fmla="*/ 11426909 w 12192000"/>
              <a:gd name="connsiteY39" fmla="*/ 6535179 h 6858000"/>
              <a:gd name="connsiteX40" fmla="*/ 11511908 w 12192000"/>
              <a:gd name="connsiteY40" fmla="*/ 6535179 h 6858000"/>
              <a:gd name="connsiteX41" fmla="*/ 11511908 w 12192000"/>
              <a:gd name="connsiteY41" fmla="*/ 6517311 h 6858000"/>
              <a:gd name="connsiteX42" fmla="*/ 11225454 w 12192000"/>
              <a:gd name="connsiteY42" fmla="*/ 6517311 h 6858000"/>
              <a:gd name="connsiteX43" fmla="*/ 11225454 w 12192000"/>
              <a:gd name="connsiteY43" fmla="*/ 6618035 h 6858000"/>
              <a:gd name="connsiteX44" fmla="*/ 11248423 w 12192000"/>
              <a:gd name="connsiteY44" fmla="*/ 6618035 h 6858000"/>
              <a:gd name="connsiteX45" fmla="*/ 11248423 w 12192000"/>
              <a:gd name="connsiteY45" fmla="*/ 6550414 h 6858000"/>
              <a:gd name="connsiteX46" fmla="*/ 11294805 w 12192000"/>
              <a:gd name="connsiteY46" fmla="*/ 6605892 h 6858000"/>
              <a:gd name="connsiteX47" fmla="*/ 11299665 w 12192000"/>
              <a:gd name="connsiteY47" fmla="*/ 6605892 h 6858000"/>
              <a:gd name="connsiteX48" fmla="*/ 11345558 w 12192000"/>
              <a:gd name="connsiteY48" fmla="*/ 6548737 h 6858000"/>
              <a:gd name="connsiteX49" fmla="*/ 11345558 w 12192000"/>
              <a:gd name="connsiteY49" fmla="*/ 6618035 h 6858000"/>
              <a:gd name="connsiteX50" fmla="*/ 11368873 w 12192000"/>
              <a:gd name="connsiteY50" fmla="*/ 6618035 h 6858000"/>
              <a:gd name="connsiteX51" fmla="*/ 11368873 w 12192000"/>
              <a:gd name="connsiteY51" fmla="*/ 6517311 h 6858000"/>
              <a:gd name="connsiteX52" fmla="*/ 11348725 w 12192000"/>
              <a:gd name="connsiteY52" fmla="*/ 6517311 h 6858000"/>
              <a:gd name="connsiteX53" fmla="*/ 11298687 w 12192000"/>
              <a:gd name="connsiteY53" fmla="*/ 6577070 h 6858000"/>
              <a:gd name="connsiteX54" fmla="*/ 11248423 w 12192000"/>
              <a:gd name="connsiteY54" fmla="*/ 6517311 h 6858000"/>
              <a:gd name="connsiteX55" fmla="*/ 11048135 w 12192000"/>
              <a:gd name="connsiteY55" fmla="*/ 6517311 h 6858000"/>
              <a:gd name="connsiteX56" fmla="*/ 11048135 w 12192000"/>
              <a:gd name="connsiteY56" fmla="*/ 6618035 h 6858000"/>
              <a:gd name="connsiteX57" fmla="*/ 11071096 w 12192000"/>
              <a:gd name="connsiteY57" fmla="*/ 6618035 h 6858000"/>
              <a:gd name="connsiteX58" fmla="*/ 11071096 w 12192000"/>
              <a:gd name="connsiteY58" fmla="*/ 6550414 h 6858000"/>
              <a:gd name="connsiteX59" fmla="*/ 11117478 w 12192000"/>
              <a:gd name="connsiteY59" fmla="*/ 6605892 h 6858000"/>
              <a:gd name="connsiteX60" fmla="*/ 11122331 w 12192000"/>
              <a:gd name="connsiteY60" fmla="*/ 6605892 h 6858000"/>
              <a:gd name="connsiteX61" fmla="*/ 11168239 w 12192000"/>
              <a:gd name="connsiteY61" fmla="*/ 6548737 h 6858000"/>
              <a:gd name="connsiteX62" fmla="*/ 11168239 w 12192000"/>
              <a:gd name="connsiteY62" fmla="*/ 6618035 h 6858000"/>
              <a:gd name="connsiteX63" fmla="*/ 11191554 w 12192000"/>
              <a:gd name="connsiteY63" fmla="*/ 6618035 h 6858000"/>
              <a:gd name="connsiteX64" fmla="*/ 11191554 w 12192000"/>
              <a:gd name="connsiteY64" fmla="*/ 6517311 h 6858000"/>
              <a:gd name="connsiteX65" fmla="*/ 11171399 w 12192000"/>
              <a:gd name="connsiteY65" fmla="*/ 6517311 h 6858000"/>
              <a:gd name="connsiteX66" fmla="*/ 11121368 w 12192000"/>
              <a:gd name="connsiteY66" fmla="*/ 6577070 h 6858000"/>
              <a:gd name="connsiteX67" fmla="*/ 11071096 w 12192000"/>
              <a:gd name="connsiteY67" fmla="*/ 6517311 h 6858000"/>
              <a:gd name="connsiteX68" fmla="*/ 10752277 w 12192000"/>
              <a:gd name="connsiteY68" fmla="*/ 6495162 h 6858000"/>
              <a:gd name="connsiteX69" fmla="*/ 10721799 w 12192000"/>
              <a:gd name="connsiteY69" fmla="*/ 6524218 h 6858000"/>
              <a:gd name="connsiteX70" fmla="*/ 10721799 w 12192000"/>
              <a:gd name="connsiteY70" fmla="*/ 6537775 h 6858000"/>
              <a:gd name="connsiteX71" fmla="*/ 10752277 w 12192000"/>
              <a:gd name="connsiteY71" fmla="*/ 6566830 h 6858000"/>
              <a:gd name="connsiteX72" fmla="*/ 10828955 w 12192000"/>
              <a:gd name="connsiteY72" fmla="*/ 6566830 h 6858000"/>
              <a:gd name="connsiteX73" fmla="*/ 10828955 w 12192000"/>
              <a:gd name="connsiteY73" fmla="*/ 6594930 h 6858000"/>
              <a:gd name="connsiteX74" fmla="*/ 10742052 w 12192000"/>
              <a:gd name="connsiteY74" fmla="*/ 6594930 h 6858000"/>
              <a:gd name="connsiteX75" fmla="*/ 10742052 w 12192000"/>
              <a:gd name="connsiteY75" fmla="*/ 6581704 h 6858000"/>
              <a:gd name="connsiteX76" fmla="*/ 10716796 w 12192000"/>
              <a:gd name="connsiteY76" fmla="*/ 6586948 h 6858000"/>
              <a:gd name="connsiteX77" fmla="*/ 10716796 w 12192000"/>
              <a:gd name="connsiteY77" fmla="*/ 6588979 h 6858000"/>
              <a:gd name="connsiteX78" fmla="*/ 10747514 w 12192000"/>
              <a:gd name="connsiteY78" fmla="*/ 6618027 h 6858000"/>
              <a:gd name="connsiteX79" fmla="*/ 10823486 w 12192000"/>
              <a:gd name="connsiteY79" fmla="*/ 6618027 h 6858000"/>
              <a:gd name="connsiteX80" fmla="*/ 10854204 w 12192000"/>
              <a:gd name="connsiteY80" fmla="*/ 6588979 h 6858000"/>
              <a:gd name="connsiteX81" fmla="*/ 10854204 w 12192000"/>
              <a:gd name="connsiteY81" fmla="*/ 6572074 h 6858000"/>
              <a:gd name="connsiteX82" fmla="*/ 10823486 w 12192000"/>
              <a:gd name="connsiteY82" fmla="*/ 6543019 h 6858000"/>
              <a:gd name="connsiteX83" fmla="*/ 10746799 w 12192000"/>
              <a:gd name="connsiteY83" fmla="*/ 6543019 h 6858000"/>
              <a:gd name="connsiteX84" fmla="*/ 10746799 w 12192000"/>
              <a:gd name="connsiteY84" fmla="*/ 6516596 h 6858000"/>
              <a:gd name="connsiteX85" fmla="*/ 10827285 w 12192000"/>
              <a:gd name="connsiteY85" fmla="*/ 6516596 h 6858000"/>
              <a:gd name="connsiteX86" fmla="*/ 10827285 w 12192000"/>
              <a:gd name="connsiteY86" fmla="*/ 6529905 h 6858000"/>
              <a:gd name="connsiteX87" fmla="*/ 10852526 w 12192000"/>
              <a:gd name="connsiteY87" fmla="*/ 6523954 h 6858000"/>
              <a:gd name="connsiteX88" fmla="*/ 10852526 w 12192000"/>
              <a:gd name="connsiteY88" fmla="*/ 6522074 h 6858000"/>
              <a:gd name="connsiteX89" fmla="*/ 10822049 w 12192000"/>
              <a:gd name="connsiteY89" fmla="*/ 6495162 h 6858000"/>
              <a:gd name="connsiteX90" fmla="*/ 11554221 w 12192000"/>
              <a:gd name="connsiteY90" fmla="*/ 6392873 h 6858000"/>
              <a:gd name="connsiteX91" fmla="*/ 11591123 w 12192000"/>
              <a:gd name="connsiteY91" fmla="*/ 6423591 h 6858000"/>
              <a:gd name="connsiteX92" fmla="*/ 11579695 w 12192000"/>
              <a:gd name="connsiteY92" fmla="*/ 6433349 h 6858000"/>
              <a:gd name="connsiteX93" fmla="*/ 11522795 w 12192000"/>
              <a:gd name="connsiteY93" fmla="*/ 6433349 h 6858000"/>
              <a:gd name="connsiteX94" fmla="*/ 11522795 w 12192000"/>
              <a:gd name="connsiteY94" fmla="*/ 6433342 h 6858000"/>
              <a:gd name="connsiteX95" fmla="*/ 11522795 w 12192000"/>
              <a:gd name="connsiteY95" fmla="*/ 6412396 h 6858000"/>
              <a:gd name="connsiteX96" fmla="*/ 10923532 w 12192000"/>
              <a:gd name="connsiteY96" fmla="*/ 6371439 h 6858000"/>
              <a:gd name="connsiteX97" fmla="*/ 10979491 w 12192000"/>
              <a:gd name="connsiteY97" fmla="*/ 6371439 h 6858000"/>
              <a:gd name="connsiteX98" fmla="*/ 10990685 w 12192000"/>
              <a:gd name="connsiteY98" fmla="*/ 6379534 h 6858000"/>
              <a:gd name="connsiteX99" fmla="*/ 10990685 w 12192000"/>
              <a:gd name="connsiteY99" fmla="*/ 6391203 h 6858000"/>
              <a:gd name="connsiteX100" fmla="*/ 10979491 w 12192000"/>
              <a:gd name="connsiteY100" fmla="*/ 6399298 h 6858000"/>
              <a:gd name="connsiteX101" fmla="*/ 10923532 w 12192000"/>
              <a:gd name="connsiteY101" fmla="*/ 6399298 h 6858000"/>
              <a:gd name="connsiteX102" fmla="*/ 11349305 w 12192000"/>
              <a:gd name="connsiteY102" fmla="*/ 6354060 h 6858000"/>
              <a:gd name="connsiteX103" fmla="*/ 11322868 w 12192000"/>
              <a:gd name="connsiteY103" fmla="*/ 6377879 h 6858000"/>
              <a:gd name="connsiteX104" fmla="*/ 11322868 w 12192000"/>
              <a:gd name="connsiteY104" fmla="*/ 6389074 h 6858000"/>
              <a:gd name="connsiteX105" fmla="*/ 11349305 w 12192000"/>
              <a:gd name="connsiteY105" fmla="*/ 6412878 h 6858000"/>
              <a:gd name="connsiteX106" fmla="*/ 11414541 w 12192000"/>
              <a:gd name="connsiteY106" fmla="*/ 6412878 h 6858000"/>
              <a:gd name="connsiteX107" fmla="*/ 11414541 w 12192000"/>
              <a:gd name="connsiteY107" fmla="*/ 6435983 h 6858000"/>
              <a:gd name="connsiteX108" fmla="*/ 11340480 w 12192000"/>
              <a:gd name="connsiteY108" fmla="*/ 6435983 h 6858000"/>
              <a:gd name="connsiteX109" fmla="*/ 11340480 w 12192000"/>
              <a:gd name="connsiteY109" fmla="*/ 6425375 h 6858000"/>
              <a:gd name="connsiteX110" fmla="*/ 11318587 w 12192000"/>
              <a:gd name="connsiteY110" fmla="*/ 6429430 h 6858000"/>
              <a:gd name="connsiteX111" fmla="*/ 11318587 w 12192000"/>
              <a:gd name="connsiteY111" fmla="*/ 6430980 h 6858000"/>
              <a:gd name="connsiteX112" fmla="*/ 11345009 w 12192000"/>
              <a:gd name="connsiteY112" fmla="*/ 6454784 h 6858000"/>
              <a:gd name="connsiteX113" fmla="*/ 11410501 w 12192000"/>
              <a:gd name="connsiteY113" fmla="*/ 6454784 h 6858000"/>
              <a:gd name="connsiteX114" fmla="*/ 11436690 w 12192000"/>
              <a:gd name="connsiteY114" fmla="*/ 6430980 h 6858000"/>
              <a:gd name="connsiteX115" fmla="*/ 11436690 w 12192000"/>
              <a:gd name="connsiteY115" fmla="*/ 6417166 h 6858000"/>
              <a:gd name="connsiteX116" fmla="*/ 11410501 w 12192000"/>
              <a:gd name="connsiteY116" fmla="*/ 6393362 h 6858000"/>
              <a:gd name="connsiteX117" fmla="*/ 11345009 w 12192000"/>
              <a:gd name="connsiteY117" fmla="*/ 6393362 h 6858000"/>
              <a:gd name="connsiteX118" fmla="*/ 11345009 w 12192000"/>
              <a:gd name="connsiteY118" fmla="*/ 6372154 h 6858000"/>
              <a:gd name="connsiteX119" fmla="*/ 11414300 w 12192000"/>
              <a:gd name="connsiteY119" fmla="*/ 6372154 h 6858000"/>
              <a:gd name="connsiteX120" fmla="*/ 11414300 w 12192000"/>
              <a:gd name="connsiteY120" fmla="*/ 6381565 h 6858000"/>
              <a:gd name="connsiteX121" fmla="*/ 11435486 w 12192000"/>
              <a:gd name="connsiteY121" fmla="*/ 6377051 h 6858000"/>
              <a:gd name="connsiteX122" fmla="*/ 11435486 w 12192000"/>
              <a:gd name="connsiteY122" fmla="*/ 6375968 h 6858000"/>
              <a:gd name="connsiteX123" fmla="*/ 11409064 w 12192000"/>
              <a:gd name="connsiteY123" fmla="*/ 6354060 h 6858000"/>
              <a:gd name="connsiteX124" fmla="*/ 11184971 w 12192000"/>
              <a:gd name="connsiteY124" fmla="*/ 6354060 h 6858000"/>
              <a:gd name="connsiteX125" fmla="*/ 11184971 w 12192000"/>
              <a:gd name="connsiteY125" fmla="*/ 6454776 h 6858000"/>
              <a:gd name="connsiteX126" fmla="*/ 11294264 w 12192000"/>
              <a:gd name="connsiteY126" fmla="*/ 6454776 h 6858000"/>
              <a:gd name="connsiteX127" fmla="*/ 11294264 w 12192000"/>
              <a:gd name="connsiteY127" fmla="*/ 6435967 h 6858000"/>
              <a:gd name="connsiteX128" fmla="*/ 11209738 w 12192000"/>
              <a:gd name="connsiteY128" fmla="*/ 6435967 h 6858000"/>
              <a:gd name="connsiteX129" fmla="*/ 11209738 w 12192000"/>
              <a:gd name="connsiteY129" fmla="*/ 6411200 h 6858000"/>
              <a:gd name="connsiteX130" fmla="*/ 11258310 w 12192000"/>
              <a:gd name="connsiteY130" fmla="*/ 6411200 h 6858000"/>
              <a:gd name="connsiteX131" fmla="*/ 11258310 w 12192000"/>
              <a:gd name="connsiteY131" fmla="*/ 6393821 h 6858000"/>
              <a:gd name="connsiteX132" fmla="*/ 11209738 w 12192000"/>
              <a:gd name="connsiteY132" fmla="*/ 6393821 h 6858000"/>
              <a:gd name="connsiteX133" fmla="*/ 11209738 w 12192000"/>
              <a:gd name="connsiteY133" fmla="*/ 6371913 h 6858000"/>
              <a:gd name="connsiteX134" fmla="*/ 11293083 w 12192000"/>
              <a:gd name="connsiteY134" fmla="*/ 6371913 h 6858000"/>
              <a:gd name="connsiteX135" fmla="*/ 11293083 w 12192000"/>
              <a:gd name="connsiteY135" fmla="*/ 6354060 h 6858000"/>
              <a:gd name="connsiteX136" fmla="*/ 11047262 w 12192000"/>
              <a:gd name="connsiteY136" fmla="*/ 6354060 h 6858000"/>
              <a:gd name="connsiteX137" fmla="*/ 11047262 w 12192000"/>
              <a:gd name="connsiteY137" fmla="*/ 6454776 h 6858000"/>
              <a:gd name="connsiteX138" fmla="*/ 11156555 w 12192000"/>
              <a:gd name="connsiteY138" fmla="*/ 6454776 h 6858000"/>
              <a:gd name="connsiteX139" fmla="*/ 11156555 w 12192000"/>
              <a:gd name="connsiteY139" fmla="*/ 6435967 h 6858000"/>
              <a:gd name="connsiteX140" fmla="*/ 11072029 w 12192000"/>
              <a:gd name="connsiteY140" fmla="*/ 6435967 h 6858000"/>
              <a:gd name="connsiteX141" fmla="*/ 11072029 w 12192000"/>
              <a:gd name="connsiteY141" fmla="*/ 6411200 h 6858000"/>
              <a:gd name="connsiteX142" fmla="*/ 11120601 w 12192000"/>
              <a:gd name="connsiteY142" fmla="*/ 6411200 h 6858000"/>
              <a:gd name="connsiteX143" fmla="*/ 11120601 w 12192000"/>
              <a:gd name="connsiteY143" fmla="*/ 6393821 h 6858000"/>
              <a:gd name="connsiteX144" fmla="*/ 11072029 w 12192000"/>
              <a:gd name="connsiteY144" fmla="*/ 6393821 h 6858000"/>
              <a:gd name="connsiteX145" fmla="*/ 11072029 w 12192000"/>
              <a:gd name="connsiteY145" fmla="*/ 6371913 h 6858000"/>
              <a:gd name="connsiteX146" fmla="*/ 11155374 w 12192000"/>
              <a:gd name="connsiteY146" fmla="*/ 6371913 h 6858000"/>
              <a:gd name="connsiteX147" fmla="*/ 11155374 w 12192000"/>
              <a:gd name="connsiteY147" fmla="*/ 6354060 h 6858000"/>
              <a:gd name="connsiteX148" fmla="*/ 10899246 w 12192000"/>
              <a:gd name="connsiteY148" fmla="*/ 6354060 h 6858000"/>
              <a:gd name="connsiteX149" fmla="*/ 10899246 w 12192000"/>
              <a:gd name="connsiteY149" fmla="*/ 6454776 h 6858000"/>
              <a:gd name="connsiteX150" fmla="*/ 10923539 w 12192000"/>
              <a:gd name="connsiteY150" fmla="*/ 6454776 h 6858000"/>
              <a:gd name="connsiteX151" fmla="*/ 10923539 w 12192000"/>
              <a:gd name="connsiteY151" fmla="*/ 6416670 h 6858000"/>
              <a:gd name="connsiteX152" fmla="*/ 10946636 w 12192000"/>
              <a:gd name="connsiteY152" fmla="*/ 6416670 h 6858000"/>
              <a:gd name="connsiteX153" fmla="*/ 10988782 w 12192000"/>
              <a:gd name="connsiteY153" fmla="*/ 6454776 h 6858000"/>
              <a:gd name="connsiteX154" fmla="*/ 11024029 w 12192000"/>
              <a:gd name="connsiteY154" fmla="*/ 6454776 h 6858000"/>
              <a:gd name="connsiteX155" fmla="*/ 10976158 w 12192000"/>
              <a:gd name="connsiteY155" fmla="*/ 6416670 h 6858000"/>
              <a:gd name="connsiteX156" fmla="*/ 10989971 w 12192000"/>
              <a:gd name="connsiteY156" fmla="*/ 6416670 h 6858000"/>
              <a:gd name="connsiteX157" fmla="*/ 11013549 w 12192000"/>
              <a:gd name="connsiteY157" fmla="*/ 6397395 h 6858000"/>
              <a:gd name="connsiteX158" fmla="*/ 11013549 w 12192000"/>
              <a:gd name="connsiteY158" fmla="*/ 6373583 h 6858000"/>
              <a:gd name="connsiteX159" fmla="*/ 10989971 w 12192000"/>
              <a:gd name="connsiteY159" fmla="*/ 6354060 h 6858000"/>
              <a:gd name="connsiteX160" fmla="*/ 10749425 w 12192000"/>
              <a:gd name="connsiteY160" fmla="*/ 6353819 h 6858000"/>
              <a:gd name="connsiteX161" fmla="*/ 10800140 w 12192000"/>
              <a:gd name="connsiteY161" fmla="*/ 6353819 h 6858000"/>
              <a:gd name="connsiteX162" fmla="*/ 10840624 w 12192000"/>
              <a:gd name="connsiteY162" fmla="*/ 6392158 h 6858000"/>
              <a:gd name="connsiteX163" fmla="*/ 10786327 w 12192000"/>
              <a:gd name="connsiteY163" fmla="*/ 6431686 h 6858000"/>
              <a:gd name="connsiteX164" fmla="*/ 10749425 w 12192000"/>
              <a:gd name="connsiteY164" fmla="*/ 6431686 h 6858000"/>
              <a:gd name="connsiteX165" fmla="*/ 11558990 w 12192000"/>
              <a:gd name="connsiteY165" fmla="*/ 6331911 h 6858000"/>
              <a:gd name="connsiteX166" fmla="*/ 11528513 w 12192000"/>
              <a:gd name="connsiteY166" fmla="*/ 6354293 h 6858000"/>
              <a:gd name="connsiteX167" fmla="*/ 11528513 w 12192000"/>
              <a:gd name="connsiteY167" fmla="*/ 6361192 h 6858000"/>
              <a:gd name="connsiteX168" fmla="*/ 11538993 w 12192000"/>
              <a:gd name="connsiteY168" fmla="*/ 6379767 h 6858000"/>
              <a:gd name="connsiteX169" fmla="*/ 11513978 w 12192000"/>
              <a:gd name="connsiteY169" fmla="*/ 6394776 h 6858000"/>
              <a:gd name="connsiteX170" fmla="*/ 11498743 w 12192000"/>
              <a:gd name="connsiteY170" fmla="*/ 6417633 h 6858000"/>
              <a:gd name="connsiteX171" fmla="*/ 11498743 w 12192000"/>
              <a:gd name="connsiteY171" fmla="*/ 6425728 h 6858000"/>
              <a:gd name="connsiteX172" fmla="*/ 11529454 w 12192000"/>
              <a:gd name="connsiteY172" fmla="*/ 6454776 h 6858000"/>
              <a:gd name="connsiteX173" fmla="*/ 11573270 w 12192000"/>
              <a:gd name="connsiteY173" fmla="*/ 6454776 h 6858000"/>
              <a:gd name="connsiteX174" fmla="*/ 11596367 w 12192000"/>
              <a:gd name="connsiteY174" fmla="*/ 6447388 h 6858000"/>
              <a:gd name="connsiteX175" fmla="*/ 11607321 w 12192000"/>
              <a:gd name="connsiteY175" fmla="*/ 6437630 h 6858000"/>
              <a:gd name="connsiteX176" fmla="*/ 11627559 w 12192000"/>
              <a:gd name="connsiteY176" fmla="*/ 6454776 h 6858000"/>
              <a:gd name="connsiteX177" fmla="*/ 11664950 w 12192000"/>
              <a:gd name="connsiteY177" fmla="*/ 6454776 h 6858000"/>
              <a:gd name="connsiteX178" fmla="*/ 11626137 w 12192000"/>
              <a:gd name="connsiteY178" fmla="*/ 6422147 h 6858000"/>
              <a:gd name="connsiteX179" fmla="*/ 11654470 w 12192000"/>
              <a:gd name="connsiteY179" fmla="*/ 6398583 h 6858000"/>
              <a:gd name="connsiteX180" fmla="*/ 11638272 w 12192000"/>
              <a:gd name="connsiteY180" fmla="*/ 6384537 h 6858000"/>
              <a:gd name="connsiteX181" fmla="*/ 11609698 w 12192000"/>
              <a:gd name="connsiteY181" fmla="*/ 6408341 h 6858000"/>
              <a:gd name="connsiteX182" fmla="*/ 11551836 w 12192000"/>
              <a:gd name="connsiteY182" fmla="*/ 6360244 h 6858000"/>
              <a:gd name="connsiteX183" fmla="*/ 11551836 w 12192000"/>
              <a:gd name="connsiteY183" fmla="*/ 6351434 h 6858000"/>
              <a:gd name="connsiteX184" fmla="*/ 11592086 w 12192000"/>
              <a:gd name="connsiteY184" fmla="*/ 6351434 h 6858000"/>
              <a:gd name="connsiteX185" fmla="*/ 11592086 w 12192000"/>
              <a:gd name="connsiteY185" fmla="*/ 6367873 h 6858000"/>
              <a:gd name="connsiteX186" fmla="*/ 11614220 w 12192000"/>
              <a:gd name="connsiteY186" fmla="*/ 6364066 h 6858000"/>
              <a:gd name="connsiteX187" fmla="*/ 11614220 w 12192000"/>
              <a:gd name="connsiteY187" fmla="*/ 6356678 h 6858000"/>
              <a:gd name="connsiteX188" fmla="*/ 11583742 w 12192000"/>
              <a:gd name="connsiteY188" fmla="*/ 6331911 h 6858000"/>
              <a:gd name="connsiteX189" fmla="*/ 10720851 w 12192000"/>
              <a:gd name="connsiteY189" fmla="*/ 6331911 h 6858000"/>
              <a:gd name="connsiteX190" fmla="*/ 10720851 w 12192000"/>
              <a:gd name="connsiteY190" fmla="*/ 6454776 h 6858000"/>
              <a:gd name="connsiteX191" fmla="*/ 10792527 w 12192000"/>
              <a:gd name="connsiteY191" fmla="*/ 6454776 h 6858000"/>
              <a:gd name="connsiteX192" fmla="*/ 10843009 w 12192000"/>
              <a:gd name="connsiteY192" fmla="*/ 6445259 h 6858000"/>
              <a:gd name="connsiteX193" fmla="*/ 10870146 w 12192000"/>
              <a:gd name="connsiteY193" fmla="*/ 6392632 h 6858000"/>
              <a:gd name="connsiteX194" fmla="*/ 10799900 w 12192000"/>
              <a:gd name="connsiteY194" fmla="*/ 6331911 h 6858000"/>
              <a:gd name="connsiteX195" fmla="*/ 0 w 12192000"/>
              <a:gd name="connsiteY195" fmla="*/ 0 h 6858000"/>
              <a:gd name="connsiteX196" fmla="*/ 378052 w 12192000"/>
              <a:gd name="connsiteY196" fmla="*/ 0 h 6858000"/>
              <a:gd name="connsiteX197" fmla="*/ 524400 w 12192000"/>
              <a:gd name="connsiteY197" fmla="*/ 0 h 6858000"/>
              <a:gd name="connsiteX198" fmla="*/ 6097201 w 12192000"/>
              <a:gd name="connsiteY198" fmla="*/ 0 h 6858000"/>
              <a:gd name="connsiteX199" fmla="*/ 7053943 w 12192000"/>
              <a:gd name="connsiteY199" fmla="*/ 0 h 6858000"/>
              <a:gd name="connsiteX200" fmla="*/ 12192000 w 12192000"/>
              <a:gd name="connsiteY200" fmla="*/ 0 h 6858000"/>
              <a:gd name="connsiteX201" fmla="*/ 12192000 w 12192000"/>
              <a:gd name="connsiteY201" fmla="*/ 6858000 h 6858000"/>
              <a:gd name="connsiteX202" fmla="*/ 0 w 12192000"/>
              <a:gd name="connsiteY20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Lst>
            <a:rect l="l" t="t" r="r" b="b"/>
            <a:pathLst>
              <a:path w="12192000" h="6858000">
                <a:moveTo>
                  <a:pt x="10909343" y="6535879"/>
                </a:moveTo>
                <a:lnTo>
                  <a:pt x="10992168" y="6535879"/>
                </a:lnTo>
                <a:lnTo>
                  <a:pt x="10992168" y="6598745"/>
                </a:lnTo>
                <a:lnTo>
                  <a:pt x="10909343" y="6598745"/>
                </a:lnTo>
                <a:close/>
                <a:moveTo>
                  <a:pt x="11563256" y="6534690"/>
                </a:moveTo>
                <a:lnTo>
                  <a:pt x="11619215" y="6534690"/>
                </a:lnTo>
                <a:cubicBezTo>
                  <a:pt x="11626587" y="6534690"/>
                  <a:pt x="11630409" y="6536127"/>
                  <a:pt x="11630409" y="6542786"/>
                </a:cubicBezTo>
                <a:lnTo>
                  <a:pt x="11630409" y="6554455"/>
                </a:lnTo>
                <a:cubicBezTo>
                  <a:pt x="11630409" y="6561128"/>
                  <a:pt x="11626587" y="6562550"/>
                  <a:pt x="11619215" y="6562550"/>
                </a:cubicBezTo>
                <a:lnTo>
                  <a:pt x="11563256" y="6562550"/>
                </a:lnTo>
                <a:close/>
                <a:moveTo>
                  <a:pt x="10910306" y="6517318"/>
                </a:moveTo>
                <a:cubicBezTo>
                  <a:pt x="10890158" y="6517318"/>
                  <a:pt x="10883590" y="6521832"/>
                  <a:pt x="10883590" y="6541122"/>
                </a:cubicBezTo>
                <a:lnTo>
                  <a:pt x="10883590" y="6594223"/>
                </a:lnTo>
                <a:cubicBezTo>
                  <a:pt x="10883590" y="6613272"/>
                  <a:pt x="10889902" y="6618042"/>
                  <a:pt x="10910306" y="6618042"/>
                </a:cubicBezTo>
                <a:lnTo>
                  <a:pt x="10989730" y="6618042"/>
                </a:lnTo>
                <a:cubicBezTo>
                  <a:pt x="11009886" y="6618042"/>
                  <a:pt x="11016446" y="6613272"/>
                  <a:pt x="11016446" y="6594223"/>
                </a:cubicBezTo>
                <a:lnTo>
                  <a:pt x="11016446" y="6541122"/>
                </a:lnTo>
                <a:cubicBezTo>
                  <a:pt x="11016446" y="6521832"/>
                  <a:pt x="11009878" y="6517318"/>
                  <a:pt x="10989730" y="6517318"/>
                </a:cubicBezTo>
                <a:close/>
                <a:moveTo>
                  <a:pt x="11538985" y="6517311"/>
                </a:moveTo>
                <a:lnTo>
                  <a:pt x="11538985" y="6618035"/>
                </a:lnTo>
                <a:lnTo>
                  <a:pt x="11563263" y="6618035"/>
                </a:lnTo>
                <a:lnTo>
                  <a:pt x="11563263" y="6579929"/>
                </a:lnTo>
                <a:lnTo>
                  <a:pt x="11586360" y="6579929"/>
                </a:lnTo>
                <a:lnTo>
                  <a:pt x="11628506" y="6618035"/>
                </a:lnTo>
                <a:lnTo>
                  <a:pt x="11663753" y="6618035"/>
                </a:lnTo>
                <a:lnTo>
                  <a:pt x="11615897" y="6579929"/>
                </a:lnTo>
                <a:lnTo>
                  <a:pt x="11629710" y="6579929"/>
                </a:lnTo>
                <a:cubicBezTo>
                  <a:pt x="11645892" y="6579929"/>
                  <a:pt x="11653280" y="6574452"/>
                  <a:pt x="11653280" y="6560639"/>
                </a:cubicBezTo>
                <a:lnTo>
                  <a:pt x="11653280" y="6536835"/>
                </a:lnTo>
                <a:cubicBezTo>
                  <a:pt x="11653280" y="6522788"/>
                  <a:pt x="11645892" y="6517311"/>
                  <a:pt x="11629710" y="6517311"/>
                </a:cubicBezTo>
                <a:close/>
                <a:moveTo>
                  <a:pt x="11401645" y="6517311"/>
                </a:moveTo>
                <a:lnTo>
                  <a:pt x="11401645" y="6618035"/>
                </a:lnTo>
                <a:lnTo>
                  <a:pt x="11513119" y="6618035"/>
                </a:lnTo>
                <a:lnTo>
                  <a:pt x="11513119" y="6599219"/>
                </a:lnTo>
                <a:lnTo>
                  <a:pt x="11426909" y="6599219"/>
                </a:lnTo>
                <a:lnTo>
                  <a:pt x="11426909" y="6574452"/>
                </a:lnTo>
                <a:lnTo>
                  <a:pt x="11476458" y="6574452"/>
                </a:lnTo>
                <a:lnTo>
                  <a:pt x="11476458" y="6557073"/>
                </a:lnTo>
                <a:lnTo>
                  <a:pt x="11426909" y="6557073"/>
                </a:lnTo>
                <a:lnTo>
                  <a:pt x="11426909" y="6535179"/>
                </a:lnTo>
                <a:lnTo>
                  <a:pt x="11511908" y="6535179"/>
                </a:lnTo>
                <a:lnTo>
                  <a:pt x="11511908" y="6517311"/>
                </a:lnTo>
                <a:close/>
                <a:moveTo>
                  <a:pt x="11225454" y="6517311"/>
                </a:moveTo>
                <a:lnTo>
                  <a:pt x="11225454" y="6618035"/>
                </a:lnTo>
                <a:lnTo>
                  <a:pt x="11248423" y="6618035"/>
                </a:lnTo>
                <a:lnTo>
                  <a:pt x="11248423" y="6550414"/>
                </a:lnTo>
                <a:lnTo>
                  <a:pt x="11294805" y="6605892"/>
                </a:lnTo>
                <a:lnTo>
                  <a:pt x="11299665" y="6605892"/>
                </a:lnTo>
                <a:lnTo>
                  <a:pt x="11345558" y="6548737"/>
                </a:lnTo>
                <a:lnTo>
                  <a:pt x="11345558" y="6618035"/>
                </a:lnTo>
                <a:lnTo>
                  <a:pt x="11368873" y="6618035"/>
                </a:lnTo>
                <a:lnTo>
                  <a:pt x="11368873" y="6517311"/>
                </a:lnTo>
                <a:lnTo>
                  <a:pt x="11348725" y="6517311"/>
                </a:lnTo>
                <a:lnTo>
                  <a:pt x="11298687" y="6577070"/>
                </a:lnTo>
                <a:lnTo>
                  <a:pt x="11248423" y="6517311"/>
                </a:lnTo>
                <a:close/>
                <a:moveTo>
                  <a:pt x="11048135" y="6517311"/>
                </a:moveTo>
                <a:lnTo>
                  <a:pt x="11048135" y="6618035"/>
                </a:lnTo>
                <a:lnTo>
                  <a:pt x="11071096" y="6618035"/>
                </a:lnTo>
                <a:lnTo>
                  <a:pt x="11071096" y="6550414"/>
                </a:lnTo>
                <a:lnTo>
                  <a:pt x="11117478" y="6605892"/>
                </a:lnTo>
                <a:lnTo>
                  <a:pt x="11122331" y="6605892"/>
                </a:lnTo>
                <a:lnTo>
                  <a:pt x="11168239" y="6548737"/>
                </a:lnTo>
                <a:lnTo>
                  <a:pt x="11168239" y="6618035"/>
                </a:lnTo>
                <a:lnTo>
                  <a:pt x="11191554" y="6618035"/>
                </a:lnTo>
                <a:lnTo>
                  <a:pt x="11191554" y="6517311"/>
                </a:lnTo>
                <a:lnTo>
                  <a:pt x="11171399" y="6517311"/>
                </a:lnTo>
                <a:lnTo>
                  <a:pt x="11121368" y="6577070"/>
                </a:lnTo>
                <a:lnTo>
                  <a:pt x="11071096" y="6517311"/>
                </a:lnTo>
                <a:close/>
                <a:moveTo>
                  <a:pt x="10752277" y="6495162"/>
                </a:moveTo>
                <a:cubicBezTo>
                  <a:pt x="10729180" y="6495162"/>
                  <a:pt x="10721799" y="6501113"/>
                  <a:pt x="10721799" y="6524218"/>
                </a:cubicBezTo>
                <a:lnTo>
                  <a:pt x="10721799" y="6537775"/>
                </a:lnTo>
                <a:cubicBezTo>
                  <a:pt x="10721799" y="6560879"/>
                  <a:pt x="10729187" y="6566830"/>
                  <a:pt x="10752277" y="6566830"/>
                </a:cubicBezTo>
                <a:lnTo>
                  <a:pt x="10828955" y="6566830"/>
                </a:lnTo>
                <a:lnTo>
                  <a:pt x="10828955" y="6594930"/>
                </a:lnTo>
                <a:lnTo>
                  <a:pt x="10742052" y="6594930"/>
                </a:lnTo>
                <a:lnTo>
                  <a:pt x="10742052" y="6581704"/>
                </a:lnTo>
                <a:lnTo>
                  <a:pt x="10716796" y="6586948"/>
                </a:lnTo>
                <a:lnTo>
                  <a:pt x="10716796" y="6588979"/>
                </a:lnTo>
                <a:cubicBezTo>
                  <a:pt x="10716796" y="6612076"/>
                  <a:pt x="10724417" y="6618027"/>
                  <a:pt x="10747514" y="6618027"/>
                </a:cubicBezTo>
                <a:lnTo>
                  <a:pt x="10823486" y="6618027"/>
                </a:lnTo>
                <a:cubicBezTo>
                  <a:pt x="10846583" y="6618027"/>
                  <a:pt x="10854204" y="6612076"/>
                  <a:pt x="10854204" y="6588979"/>
                </a:cubicBezTo>
                <a:lnTo>
                  <a:pt x="10854204" y="6572074"/>
                </a:lnTo>
                <a:cubicBezTo>
                  <a:pt x="10854204" y="6548970"/>
                  <a:pt x="10846583" y="6543019"/>
                  <a:pt x="10823486" y="6543019"/>
                </a:cubicBezTo>
                <a:lnTo>
                  <a:pt x="10746799" y="6543019"/>
                </a:lnTo>
                <a:lnTo>
                  <a:pt x="10746799" y="6516596"/>
                </a:lnTo>
                <a:lnTo>
                  <a:pt x="10827285" y="6516596"/>
                </a:lnTo>
                <a:lnTo>
                  <a:pt x="10827285" y="6529905"/>
                </a:lnTo>
                <a:lnTo>
                  <a:pt x="10852526" y="6523954"/>
                </a:lnTo>
                <a:lnTo>
                  <a:pt x="10852526" y="6522074"/>
                </a:lnTo>
                <a:cubicBezTo>
                  <a:pt x="10852526" y="6500872"/>
                  <a:pt x="10843957" y="6495162"/>
                  <a:pt x="10822049" y="6495162"/>
                </a:cubicBezTo>
                <a:close/>
                <a:moveTo>
                  <a:pt x="11554221" y="6392873"/>
                </a:moveTo>
                <a:lnTo>
                  <a:pt x="11591123" y="6423591"/>
                </a:lnTo>
                <a:lnTo>
                  <a:pt x="11579695" y="6433349"/>
                </a:lnTo>
                <a:lnTo>
                  <a:pt x="11522795" y="6433349"/>
                </a:lnTo>
                <a:lnTo>
                  <a:pt x="11522795" y="6433342"/>
                </a:lnTo>
                <a:lnTo>
                  <a:pt x="11522795" y="6412396"/>
                </a:lnTo>
                <a:close/>
                <a:moveTo>
                  <a:pt x="10923532" y="6371439"/>
                </a:moveTo>
                <a:lnTo>
                  <a:pt x="10979491" y="6371439"/>
                </a:lnTo>
                <a:cubicBezTo>
                  <a:pt x="10986864" y="6371439"/>
                  <a:pt x="10990685" y="6372876"/>
                  <a:pt x="10990685" y="6379534"/>
                </a:cubicBezTo>
                <a:lnTo>
                  <a:pt x="10990685" y="6391203"/>
                </a:lnTo>
                <a:cubicBezTo>
                  <a:pt x="10990685" y="6397876"/>
                  <a:pt x="10986864" y="6399298"/>
                  <a:pt x="10979491" y="6399298"/>
                </a:cubicBezTo>
                <a:lnTo>
                  <a:pt x="10923532" y="6399298"/>
                </a:lnTo>
                <a:close/>
                <a:moveTo>
                  <a:pt x="11349305" y="6354060"/>
                </a:moveTo>
                <a:cubicBezTo>
                  <a:pt x="11329541" y="6354060"/>
                  <a:pt x="11322868" y="6358830"/>
                  <a:pt x="11322868" y="6377879"/>
                </a:cubicBezTo>
                <a:lnTo>
                  <a:pt x="11322868" y="6389074"/>
                </a:lnTo>
                <a:cubicBezTo>
                  <a:pt x="11322868" y="6408123"/>
                  <a:pt x="11329541" y="6412878"/>
                  <a:pt x="11349305" y="6412878"/>
                </a:cubicBezTo>
                <a:lnTo>
                  <a:pt x="11414541" y="6412878"/>
                </a:lnTo>
                <a:lnTo>
                  <a:pt x="11414541" y="6435983"/>
                </a:lnTo>
                <a:lnTo>
                  <a:pt x="11340480" y="6435983"/>
                </a:lnTo>
                <a:lnTo>
                  <a:pt x="11340480" y="6425375"/>
                </a:lnTo>
                <a:lnTo>
                  <a:pt x="11318587" y="6429430"/>
                </a:lnTo>
                <a:lnTo>
                  <a:pt x="11318587" y="6430980"/>
                </a:lnTo>
                <a:cubicBezTo>
                  <a:pt x="11318587" y="6449796"/>
                  <a:pt x="11325012" y="6454784"/>
                  <a:pt x="11345009" y="6454784"/>
                </a:cubicBezTo>
                <a:lnTo>
                  <a:pt x="11410501" y="6454784"/>
                </a:lnTo>
                <a:cubicBezTo>
                  <a:pt x="11430498" y="6454784"/>
                  <a:pt x="11436690" y="6449796"/>
                  <a:pt x="11436690" y="6430980"/>
                </a:cubicBezTo>
                <a:lnTo>
                  <a:pt x="11436690" y="6417166"/>
                </a:lnTo>
                <a:cubicBezTo>
                  <a:pt x="11436690" y="6398117"/>
                  <a:pt x="11430506" y="6393362"/>
                  <a:pt x="11410501" y="6393362"/>
                </a:cubicBezTo>
                <a:lnTo>
                  <a:pt x="11345009" y="6393362"/>
                </a:lnTo>
                <a:lnTo>
                  <a:pt x="11345009" y="6372154"/>
                </a:lnTo>
                <a:lnTo>
                  <a:pt x="11414300" y="6372154"/>
                </a:lnTo>
                <a:lnTo>
                  <a:pt x="11414300" y="6381565"/>
                </a:lnTo>
                <a:lnTo>
                  <a:pt x="11435486" y="6377051"/>
                </a:lnTo>
                <a:lnTo>
                  <a:pt x="11435486" y="6375968"/>
                </a:lnTo>
                <a:cubicBezTo>
                  <a:pt x="11435486" y="6358356"/>
                  <a:pt x="11427639" y="6354060"/>
                  <a:pt x="11409064" y="6354060"/>
                </a:cubicBezTo>
                <a:close/>
                <a:moveTo>
                  <a:pt x="11184971" y="6354060"/>
                </a:moveTo>
                <a:lnTo>
                  <a:pt x="11184971" y="6454776"/>
                </a:lnTo>
                <a:lnTo>
                  <a:pt x="11294264" y="6454776"/>
                </a:lnTo>
                <a:lnTo>
                  <a:pt x="11294264" y="6435967"/>
                </a:lnTo>
                <a:lnTo>
                  <a:pt x="11209738" y="6435967"/>
                </a:lnTo>
                <a:lnTo>
                  <a:pt x="11209738" y="6411200"/>
                </a:lnTo>
                <a:lnTo>
                  <a:pt x="11258310" y="6411200"/>
                </a:lnTo>
                <a:lnTo>
                  <a:pt x="11258310" y="6393821"/>
                </a:lnTo>
                <a:lnTo>
                  <a:pt x="11209738" y="6393821"/>
                </a:lnTo>
                <a:lnTo>
                  <a:pt x="11209738" y="6371913"/>
                </a:lnTo>
                <a:lnTo>
                  <a:pt x="11293083" y="6371913"/>
                </a:lnTo>
                <a:lnTo>
                  <a:pt x="11293083" y="6354060"/>
                </a:lnTo>
                <a:close/>
                <a:moveTo>
                  <a:pt x="11047262" y="6354060"/>
                </a:moveTo>
                <a:lnTo>
                  <a:pt x="11047262" y="6454776"/>
                </a:lnTo>
                <a:lnTo>
                  <a:pt x="11156555" y="6454776"/>
                </a:lnTo>
                <a:lnTo>
                  <a:pt x="11156555" y="6435967"/>
                </a:lnTo>
                <a:lnTo>
                  <a:pt x="11072029" y="6435967"/>
                </a:lnTo>
                <a:lnTo>
                  <a:pt x="11072029" y="6411200"/>
                </a:lnTo>
                <a:lnTo>
                  <a:pt x="11120601" y="6411200"/>
                </a:lnTo>
                <a:lnTo>
                  <a:pt x="11120601" y="6393821"/>
                </a:lnTo>
                <a:lnTo>
                  <a:pt x="11072029" y="6393821"/>
                </a:lnTo>
                <a:lnTo>
                  <a:pt x="11072029" y="6371913"/>
                </a:lnTo>
                <a:lnTo>
                  <a:pt x="11155374" y="6371913"/>
                </a:lnTo>
                <a:lnTo>
                  <a:pt x="11155374" y="6354060"/>
                </a:lnTo>
                <a:close/>
                <a:moveTo>
                  <a:pt x="10899246" y="6354060"/>
                </a:moveTo>
                <a:lnTo>
                  <a:pt x="10899246" y="6454776"/>
                </a:lnTo>
                <a:lnTo>
                  <a:pt x="10923539" y="6454776"/>
                </a:lnTo>
                <a:lnTo>
                  <a:pt x="10923539" y="6416670"/>
                </a:lnTo>
                <a:lnTo>
                  <a:pt x="10946636" y="6416670"/>
                </a:lnTo>
                <a:lnTo>
                  <a:pt x="10988782" y="6454776"/>
                </a:lnTo>
                <a:lnTo>
                  <a:pt x="11024029" y="6454776"/>
                </a:lnTo>
                <a:lnTo>
                  <a:pt x="10976158" y="6416670"/>
                </a:lnTo>
                <a:lnTo>
                  <a:pt x="10989971" y="6416670"/>
                </a:lnTo>
                <a:cubicBezTo>
                  <a:pt x="11006169" y="6416670"/>
                  <a:pt x="11013549" y="6411193"/>
                  <a:pt x="11013549" y="6397395"/>
                </a:cubicBezTo>
                <a:lnTo>
                  <a:pt x="11013549" y="6373583"/>
                </a:lnTo>
                <a:cubicBezTo>
                  <a:pt x="11013549" y="6359537"/>
                  <a:pt x="11006161" y="6354060"/>
                  <a:pt x="10989971" y="6354060"/>
                </a:cubicBezTo>
                <a:close/>
                <a:moveTo>
                  <a:pt x="10749425" y="6353819"/>
                </a:moveTo>
                <a:lnTo>
                  <a:pt x="10800140" y="6353819"/>
                </a:lnTo>
                <a:cubicBezTo>
                  <a:pt x="10827052" y="6353819"/>
                  <a:pt x="10840624" y="6367158"/>
                  <a:pt x="10840624" y="6392158"/>
                </a:cubicBezTo>
                <a:cubicBezTo>
                  <a:pt x="10840624" y="6422636"/>
                  <a:pt x="10822523" y="6431686"/>
                  <a:pt x="10786327" y="6431686"/>
                </a:cubicBezTo>
                <a:lnTo>
                  <a:pt x="10749425" y="6431686"/>
                </a:lnTo>
                <a:close/>
                <a:moveTo>
                  <a:pt x="11558990" y="6331911"/>
                </a:moveTo>
                <a:cubicBezTo>
                  <a:pt x="11538030" y="6331911"/>
                  <a:pt x="11528513" y="6336681"/>
                  <a:pt x="11528513" y="6354293"/>
                </a:cubicBezTo>
                <a:lnTo>
                  <a:pt x="11528513" y="6361192"/>
                </a:lnTo>
                <a:cubicBezTo>
                  <a:pt x="11528513" y="6368339"/>
                  <a:pt x="11531846" y="6373816"/>
                  <a:pt x="11538993" y="6379767"/>
                </a:cubicBezTo>
                <a:lnTo>
                  <a:pt x="11513978" y="6394776"/>
                </a:lnTo>
                <a:cubicBezTo>
                  <a:pt x="11503272" y="6401202"/>
                  <a:pt x="11498743" y="6405008"/>
                  <a:pt x="11498743" y="6417633"/>
                </a:cubicBezTo>
                <a:lnTo>
                  <a:pt x="11498743" y="6425728"/>
                </a:lnTo>
                <a:cubicBezTo>
                  <a:pt x="11498743" y="6448825"/>
                  <a:pt x="11506364" y="6454776"/>
                  <a:pt x="11529454" y="6454776"/>
                </a:cubicBezTo>
                <a:lnTo>
                  <a:pt x="11573270" y="6454776"/>
                </a:lnTo>
                <a:cubicBezTo>
                  <a:pt x="11583502" y="6454776"/>
                  <a:pt x="11588505" y="6454302"/>
                  <a:pt x="11596367" y="6447388"/>
                </a:cubicBezTo>
                <a:lnTo>
                  <a:pt x="11607321" y="6437630"/>
                </a:lnTo>
                <a:lnTo>
                  <a:pt x="11627559" y="6454776"/>
                </a:lnTo>
                <a:lnTo>
                  <a:pt x="11664950" y="6454776"/>
                </a:lnTo>
                <a:lnTo>
                  <a:pt x="11626137" y="6422147"/>
                </a:lnTo>
                <a:lnTo>
                  <a:pt x="11654470" y="6398583"/>
                </a:lnTo>
                <a:lnTo>
                  <a:pt x="11638272" y="6384537"/>
                </a:lnTo>
                <a:lnTo>
                  <a:pt x="11609698" y="6408341"/>
                </a:lnTo>
                <a:lnTo>
                  <a:pt x="11551836" y="6360244"/>
                </a:lnTo>
                <a:lnTo>
                  <a:pt x="11551836" y="6351434"/>
                </a:lnTo>
                <a:lnTo>
                  <a:pt x="11592086" y="6351434"/>
                </a:lnTo>
                <a:lnTo>
                  <a:pt x="11592086" y="6367873"/>
                </a:lnTo>
                <a:lnTo>
                  <a:pt x="11614220" y="6364066"/>
                </a:lnTo>
                <a:lnTo>
                  <a:pt x="11614220" y="6356678"/>
                </a:lnTo>
                <a:cubicBezTo>
                  <a:pt x="11614220" y="6336681"/>
                  <a:pt x="11605884" y="6331911"/>
                  <a:pt x="11583742" y="6331911"/>
                </a:cubicBezTo>
                <a:close/>
                <a:moveTo>
                  <a:pt x="10720851" y="6331911"/>
                </a:moveTo>
                <a:lnTo>
                  <a:pt x="10720851" y="6454776"/>
                </a:lnTo>
                <a:lnTo>
                  <a:pt x="10792527" y="6454776"/>
                </a:lnTo>
                <a:cubicBezTo>
                  <a:pt x="10814420" y="6454776"/>
                  <a:pt x="10831092" y="6452632"/>
                  <a:pt x="10843009" y="6445259"/>
                </a:cubicBezTo>
                <a:cubicBezTo>
                  <a:pt x="10860155" y="6434779"/>
                  <a:pt x="10870146" y="6415729"/>
                  <a:pt x="10870146" y="6392632"/>
                </a:cubicBezTo>
                <a:cubicBezTo>
                  <a:pt x="10870146" y="6354534"/>
                  <a:pt x="10845868" y="6331911"/>
                  <a:pt x="10799900" y="6331911"/>
                </a:cubicBezTo>
                <a:close/>
                <a:moveTo>
                  <a:pt x="0" y="0"/>
                </a:moveTo>
                <a:lnTo>
                  <a:pt x="378052" y="0"/>
                </a:lnTo>
                <a:lnTo>
                  <a:pt x="524400" y="0"/>
                </a:lnTo>
                <a:lnTo>
                  <a:pt x="6097201" y="0"/>
                </a:lnTo>
                <a:lnTo>
                  <a:pt x="7053943" y="0"/>
                </a:lnTo>
                <a:lnTo>
                  <a:pt x="12192000" y="0"/>
                </a:lnTo>
                <a:lnTo>
                  <a:pt x="12192000" y="6858000"/>
                </a:lnTo>
                <a:lnTo>
                  <a:pt x="0" y="6858000"/>
                </a:lnTo>
                <a:close/>
              </a:path>
            </a:pathLst>
          </a:custGeom>
          <a:pattFill prst="ltUpDiag">
            <a:fgClr>
              <a:schemeClr val="bg1">
                <a:lumMod val="95000"/>
              </a:schemeClr>
            </a:fgClr>
            <a:bgClr>
              <a:schemeClr val="bg1"/>
            </a:bgClr>
          </a:pattFill>
        </p:spPr>
        <p:txBody>
          <a:bodyPr wrap="square">
            <a:noAutofit/>
          </a:bodyPr>
          <a:lstStyle/>
          <a:p>
            <a:r>
              <a:rPr lang="de-DE"/>
              <a:t>Bild durch Klicken auf Symbol hinzufügen</a:t>
            </a:r>
            <a:endParaRPr lang="en-US"/>
          </a:p>
        </p:txBody>
      </p:sp>
      <p:sp>
        <p:nvSpPr>
          <p:cNvPr id="2" name="title">
            <a:extLst>
              <a:ext uri="{FF2B5EF4-FFF2-40B4-BE49-F238E27FC236}">
                <a16:creationId xmlns:a16="http://schemas.microsoft.com/office/drawing/2014/main" id="{8FFCB50B-5503-4467-8A0F-9FBB8B48B97D}"/>
              </a:ext>
            </a:extLst>
          </p:cNvPr>
          <p:cNvSpPr>
            <a:spLocks noGrp="1"/>
          </p:cNvSpPr>
          <p:nvPr>
            <p:ph type="title"/>
          </p:nvPr>
        </p:nvSpPr>
        <p:spPr bwMode="gray">
          <a:xfrm>
            <a:off x="525600" y="0"/>
            <a:ext cx="5572800" cy="1713309"/>
          </a:xfrm>
          <a:solidFill>
            <a:schemeClr val="bg1"/>
          </a:solidFill>
        </p:spPr>
        <p:txBody>
          <a:bodyPr wrap="square" lIns="288000" tIns="633600" rIns="288000" bIns="216000" anchor="t">
            <a:spAutoFit/>
          </a:bodyPr>
          <a:lstStyle>
            <a:lvl1pPr>
              <a:defRPr sz="3200"/>
            </a:lvl1pPr>
          </a:lstStyle>
          <a:p>
            <a:r>
              <a:rPr lang="de-DE"/>
              <a:t>Mastertitelformat bearbeiten</a:t>
            </a:r>
            <a:endParaRPr lang="en-US"/>
          </a:p>
        </p:txBody>
      </p:sp>
      <p:sp>
        <p:nvSpPr>
          <p:cNvPr id="4" name="copyright right">
            <a:extLst>
              <a:ext uri="{FF2B5EF4-FFF2-40B4-BE49-F238E27FC236}">
                <a16:creationId xmlns:a16="http://schemas.microsoft.com/office/drawing/2014/main" id="{D1230B8A-5F0B-E804-C9D1-146A1388CD01}"/>
              </a:ext>
              <a:ext uri="{C183D7F6-B498-43B3-948B-1728B52AA6E4}">
                <adec:decorative xmlns:adec="http://schemas.microsoft.com/office/drawing/2017/decorative" val="1"/>
              </a:ext>
            </a:extLst>
          </p:cNvPr>
          <p:cNvSpPr>
            <a:spLocks noGrp="1"/>
          </p:cNvSpPr>
          <p:nvPr>
            <p:ph type="body" sz="quarter" idx="21" hasCustomPrompt="1"/>
          </p:nvPr>
        </p:nvSpPr>
        <p:spPr>
          <a:xfrm rot="16200000">
            <a:off x="11672798" y="5759643"/>
            <a:ext cx="580379" cy="92333"/>
          </a:xfrm>
          <a:solidFill>
            <a:schemeClr val="bg1">
              <a:alpha val="0"/>
            </a:schemeClr>
          </a:solidFill>
        </p:spPr>
        <p:txBody>
          <a:bodyPr wrap="none" anchor="t"/>
          <a:lstStyle>
            <a:lvl1pPr>
              <a:spcBef>
                <a:spcPts val="0"/>
              </a:spcBef>
              <a:spcAft>
                <a:spcPts val="0"/>
              </a:spcAft>
              <a:defRPr sz="600">
                <a:solidFill>
                  <a:srgbClr val="B2B2B2"/>
                </a:solidFill>
              </a:defRPr>
            </a:lvl1pPr>
          </a:lstStyle>
          <a:p>
            <a:pPr lvl="0"/>
            <a:r>
              <a:rPr lang="de-DE" noProof="0"/>
              <a:t>© Copyright</a:t>
            </a:r>
          </a:p>
        </p:txBody>
      </p:sp>
      <p:sp>
        <p:nvSpPr>
          <p:cNvPr id="6" name="slide number">
            <a:extLst>
              <a:ext uri="{FF2B5EF4-FFF2-40B4-BE49-F238E27FC236}">
                <a16:creationId xmlns:a16="http://schemas.microsoft.com/office/drawing/2014/main" id="{90B54C2D-8235-4852-8EB7-5E05529B2499}"/>
              </a:ext>
            </a:extLst>
          </p:cNvPr>
          <p:cNvSpPr>
            <a:spLocks noGrp="1"/>
          </p:cNvSpPr>
          <p:nvPr>
            <p:ph type="sldNum" sz="quarter" idx="12"/>
          </p:nvPr>
        </p:nvSpPr>
        <p:spPr bwMode="gray">
          <a:xfrm>
            <a:off x="525600" y="6386399"/>
            <a:ext cx="234000" cy="180000"/>
          </a:xfrm>
        </p:spPr>
        <p:txBody>
          <a:bodyPr lIns="0" tIns="0" rIns="0" bIns="0"/>
          <a:lstStyle>
            <a:lvl1pPr>
              <a:defRPr>
                <a:solidFill>
                  <a:schemeClr val="bg1"/>
                </a:solidFill>
              </a:defRPr>
            </a:lvl1pPr>
          </a:lstStyle>
          <a:p>
            <a:fld id="{9829449A-3FF3-45CE-9F4F-09BADC0910C6}" type="slidenum">
              <a:rPr lang="de-DE"/>
              <a:pPr/>
              <a:t>‹Nr.›</a:t>
            </a:fld>
            <a:endParaRPr lang="de-DE"/>
          </a:p>
        </p:txBody>
      </p:sp>
      <p:sp>
        <p:nvSpPr>
          <p:cNvPr id="5" name="footer">
            <a:extLst>
              <a:ext uri="{FF2B5EF4-FFF2-40B4-BE49-F238E27FC236}">
                <a16:creationId xmlns:a16="http://schemas.microsoft.com/office/drawing/2014/main" id="{A4534FC4-D037-44B0-B266-D9E820FC1DF2}"/>
              </a:ext>
            </a:extLst>
          </p:cNvPr>
          <p:cNvSpPr>
            <a:spLocks noGrp="1"/>
          </p:cNvSpPr>
          <p:nvPr>
            <p:ph type="ftr" sz="quarter" idx="11"/>
          </p:nvPr>
        </p:nvSpPr>
        <p:spPr bwMode="gray">
          <a:xfrm>
            <a:off x="763200" y="6386399"/>
            <a:ext cx="7880400" cy="180000"/>
          </a:xfrm>
        </p:spPr>
        <p:txBody>
          <a:bodyPr lIns="0" tIns="0" rIns="0" bIns="0"/>
          <a:lstStyle>
            <a:lvl1pPr>
              <a:defRPr>
                <a:solidFill>
                  <a:schemeClr val="bg1"/>
                </a:solidFill>
              </a:defRPr>
            </a:lvl1pPr>
          </a:lstStyle>
          <a:p>
            <a:r>
              <a:rPr lang="de-DE"/>
              <a:t>SNB - TGA - 28.08.2026</a:t>
            </a:r>
          </a:p>
        </p:txBody>
      </p:sp>
      <p:sp>
        <p:nvSpPr>
          <p:cNvPr id="16" name="logo drees&amp;sommer white">
            <a:extLst>
              <a:ext uri="{FF2B5EF4-FFF2-40B4-BE49-F238E27FC236}">
                <a16:creationId xmlns:a16="http://schemas.microsoft.com/office/drawing/2014/main" id="{C5A4F7E3-6A86-447A-9CFF-A1484D8D1910}"/>
              </a:ext>
              <a:ext uri="{C183D7F6-B498-43B3-948B-1728B52AA6E4}">
                <adec:decorative xmlns:adec="http://schemas.microsoft.com/office/drawing/2017/decorative" val="1"/>
              </a:ext>
            </a:extLst>
          </p:cNvPr>
          <p:cNvSpPr>
            <a:spLocks noGrp="1"/>
          </p:cNvSpPr>
          <p:nvPr>
            <p:ph type="media" sz="quarter" idx="20"/>
          </p:nvPr>
        </p:nvSpPr>
        <p:spPr bwMode="gray">
          <a:xfrm>
            <a:off x="10716797" y="6330042"/>
            <a:ext cx="946800" cy="288000"/>
          </a:xfrm>
          <a:blipFill>
            <a:blip r:embed="rId3" cstate="print">
              <a:extLst>
                <a:ext uri="{28A0092B-C50C-407E-A947-70E740481C1C}">
                  <a14:useLocalDpi xmlns:a14="http://schemas.microsoft.com/office/drawing/2010/main"/>
                </a:ext>
              </a:extLst>
            </a:blip>
            <a:stretch>
              <a:fillRect/>
            </a:stretch>
          </a:blipFill>
          <a:ln w="15875" cap="flat">
            <a:noFill/>
            <a:prstDash val="lgDash"/>
          </a:ln>
        </p:spPr>
        <p:txBody>
          <a:bodyPr/>
          <a:lstStyle>
            <a:lvl1pPr>
              <a:defRPr sz="100">
                <a:solidFill>
                  <a:schemeClr val="bg1"/>
                </a:solidFill>
              </a:defRPr>
            </a:lvl1pPr>
          </a:lstStyle>
          <a:p>
            <a:r>
              <a:rPr lang="de-DE"/>
              <a:t>Mediaclip durch Klicken auf Symbol hinzufügen</a:t>
            </a:r>
          </a:p>
        </p:txBody>
      </p:sp>
      <p:grpSp>
        <p:nvGrpSpPr>
          <p:cNvPr id="10" name="info">
            <a:extLst>
              <a:ext uri="{FF2B5EF4-FFF2-40B4-BE49-F238E27FC236}">
                <a16:creationId xmlns:a16="http://schemas.microsoft.com/office/drawing/2014/main" id="{A516B24D-E31C-61D5-4A1B-355B81B78A4A}"/>
              </a:ext>
              <a:ext uri="{C183D7F6-B498-43B3-948B-1728B52AA6E4}">
                <adec:decorative xmlns:adec="http://schemas.microsoft.com/office/drawing/2017/decorative" val="1"/>
              </a:ext>
            </a:extLst>
          </p:cNvPr>
          <p:cNvGrpSpPr/>
          <p:nvPr userDrawn="1"/>
        </p:nvGrpSpPr>
        <p:grpSpPr>
          <a:xfrm flipH="1">
            <a:off x="11233150" y="6990442"/>
            <a:ext cx="1501080" cy="886759"/>
            <a:chOff x="11406324" y="7739173"/>
            <a:chExt cx="1501080" cy="886759"/>
          </a:xfrm>
          <a:effectLst>
            <a:outerShdw blurRad="50800" dist="38100" dir="13500000" algn="br" rotWithShape="0">
              <a:prstClr val="black">
                <a:alpha val="40000"/>
              </a:prstClr>
            </a:outerShdw>
          </a:effectLst>
        </p:grpSpPr>
        <p:sp>
          <p:nvSpPr>
            <p:cNvPr id="11" name="info">
              <a:extLst>
                <a:ext uri="{FF2B5EF4-FFF2-40B4-BE49-F238E27FC236}">
                  <a16:creationId xmlns:a16="http://schemas.microsoft.com/office/drawing/2014/main" id="{BD31F1FD-0078-F5D6-7D03-12CA9A5F7C4F}"/>
                </a:ext>
              </a:extLst>
            </p:cNvPr>
            <p:cNvSpPr/>
            <p:nvPr userDrawn="1"/>
          </p:nvSpPr>
          <p:spPr bwMode="gray">
            <a:xfrm rot="5400000" flipH="1" flipV="1">
              <a:off x="12275350" y="7831227"/>
              <a:ext cx="724107"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tx2"/>
                </a:solidFill>
              </a:endParaRPr>
            </a:p>
            <a:p>
              <a:pPr indent="0" algn="l">
                <a:lnSpc>
                  <a:spcPct val="100000"/>
                </a:lnSpc>
                <a:spcBef>
                  <a:spcPts val="400"/>
                </a:spcBef>
                <a:spcAft>
                  <a:spcPts val="400"/>
                </a:spcAft>
              </a:pPr>
              <a:endParaRPr lang="en-US" sz="1050">
                <a:solidFill>
                  <a:schemeClr val="tx2"/>
                </a:solidFill>
              </a:endParaRPr>
            </a:p>
          </p:txBody>
        </p:sp>
        <p:sp>
          <p:nvSpPr>
            <p:cNvPr id="12" name="info">
              <a:extLst>
                <a:ext uri="{FF2B5EF4-FFF2-40B4-BE49-F238E27FC236}">
                  <a16:creationId xmlns:a16="http://schemas.microsoft.com/office/drawing/2014/main" id="{AD90F76F-84C2-2694-0B80-7804446E6D7F}"/>
                </a:ext>
              </a:extLst>
            </p:cNvPr>
            <p:cNvSpPr/>
            <p:nvPr userDrawn="1"/>
          </p:nvSpPr>
          <p:spPr bwMode="gray">
            <a:xfrm flipH="1">
              <a:off x="11406324" y="8011954"/>
              <a:ext cx="1501080" cy="61397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spAutoFit/>
            </a:bodyPr>
            <a:lstStyle/>
            <a:p>
              <a:pPr indent="0" algn="r">
                <a:lnSpc>
                  <a:spcPct val="100000"/>
                </a:lnSpc>
                <a:spcBef>
                  <a:spcPts val="400"/>
                </a:spcBef>
                <a:spcAft>
                  <a:spcPts val="400"/>
                </a:spcAft>
              </a:pPr>
              <a:r>
                <a:rPr lang="en-US" sz="1050" b="0" kern="1200" cap="none">
                  <a:solidFill>
                    <a:schemeClr val="bg1"/>
                  </a:solidFill>
                  <a:latin typeface="+mn-lt"/>
                  <a:ea typeface="+mn-ea"/>
                  <a:cs typeface="+mn-cs"/>
                </a:rPr>
                <a:t>Delete the white logo </a:t>
              </a:r>
              <a:br>
                <a:rPr lang="en-US" sz="1050" b="0" kern="1200" cap="none">
                  <a:solidFill>
                    <a:schemeClr val="bg1"/>
                  </a:solidFill>
                  <a:latin typeface="+mn-lt"/>
                  <a:ea typeface="+mn-ea"/>
                  <a:cs typeface="+mn-cs"/>
                </a:rPr>
              </a:br>
              <a:r>
                <a:rPr lang="en-US" sz="1050" b="0" kern="1200" cap="none">
                  <a:solidFill>
                    <a:schemeClr val="bg1"/>
                  </a:solidFill>
                  <a:latin typeface="+mn-lt"/>
                  <a:ea typeface="+mn-ea"/>
                  <a:cs typeface="+mn-cs"/>
                </a:rPr>
                <a:t>to get the </a:t>
              </a:r>
              <a:r>
                <a:rPr lang="en-US" sz="1050" b="1" kern="1200" cap="all">
                  <a:solidFill>
                    <a:schemeClr val="bg1"/>
                  </a:solidFill>
                  <a:latin typeface="+mn-lt"/>
                  <a:ea typeface="+mn-ea"/>
                  <a:cs typeface="+mn-cs"/>
                </a:rPr>
                <a:t>BLUE LOGO</a:t>
              </a:r>
            </a:p>
          </p:txBody>
        </p:sp>
      </p:grpSp>
      <p:grpSp>
        <p:nvGrpSpPr>
          <p:cNvPr id="20" name="info">
            <a:extLst>
              <a:ext uri="{FF2B5EF4-FFF2-40B4-BE49-F238E27FC236}">
                <a16:creationId xmlns:a16="http://schemas.microsoft.com/office/drawing/2014/main" id="{61CC9A20-A6E8-C67C-C899-C0232F55A1B4}"/>
              </a:ext>
            </a:extLst>
          </p:cNvPr>
          <p:cNvGrpSpPr/>
          <p:nvPr userDrawn="1"/>
        </p:nvGrpSpPr>
        <p:grpSpPr>
          <a:xfrm>
            <a:off x="12327529" y="2286672"/>
            <a:ext cx="2500337" cy="3809327"/>
            <a:chOff x="12327529" y="2826889"/>
            <a:chExt cx="2500337" cy="3809327"/>
          </a:xfrm>
          <a:effectLst>
            <a:outerShdw blurRad="50800" dist="38100" dir="8100000" algn="tr" rotWithShape="0">
              <a:prstClr val="black">
                <a:alpha val="40000"/>
              </a:prstClr>
            </a:outerShdw>
          </a:effectLst>
        </p:grpSpPr>
        <p:grpSp>
          <p:nvGrpSpPr>
            <p:cNvPr id="21" name="info">
              <a:extLst>
                <a:ext uri="{FF2B5EF4-FFF2-40B4-BE49-F238E27FC236}">
                  <a16:creationId xmlns:a16="http://schemas.microsoft.com/office/drawing/2014/main" id="{A7AB83D8-AFC5-1730-B26F-52F827D76787}"/>
                </a:ext>
              </a:extLst>
            </p:cNvPr>
            <p:cNvGrpSpPr/>
            <p:nvPr userDrawn="1"/>
          </p:nvGrpSpPr>
          <p:grpSpPr>
            <a:xfrm>
              <a:off x="12596337" y="2826889"/>
              <a:ext cx="2231529" cy="1408806"/>
              <a:chOff x="12565380" y="2187776"/>
              <a:chExt cx="2231529" cy="1408806"/>
            </a:xfrm>
          </p:grpSpPr>
          <p:sp>
            <p:nvSpPr>
              <p:cNvPr id="25" name="info">
                <a:extLst>
                  <a:ext uri="{FF2B5EF4-FFF2-40B4-BE49-F238E27FC236}">
                    <a16:creationId xmlns:a16="http://schemas.microsoft.com/office/drawing/2014/main" id="{4D64E696-3676-EEAD-BF76-1150BD2DD260}"/>
                  </a:ext>
                </a:extLst>
              </p:cNvPr>
              <p:cNvSpPr/>
              <p:nvPr userDrawn="1"/>
            </p:nvSpPr>
            <p:spPr bwMode="gray">
              <a:xfrm rot="16200000" flipH="1">
                <a:off x="12153929" y="2645131"/>
                <a:ext cx="1362902"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26" name="info">
                <a:extLst>
                  <a:ext uri="{FF2B5EF4-FFF2-40B4-BE49-F238E27FC236}">
                    <a16:creationId xmlns:a16="http://schemas.microsoft.com/office/drawing/2014/main" id="{CDFD2226-5E1C-D1B4-C2E1-1AC735D1C986}"/>
                  </a:ext>
                </a:extLst>
              </p:cNvPr>
              <p:cNvSpPr/>
              <p:nvPr userDrawn="1"/>
            </p:nvSpPr>
            <p:spPr bwMode="gray">
              <a:xfrm flipH="1">
                <a:off x="12565380" y="2187776"/>
                <a:ext cx="2231529" cy="114232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kern="1200" cap="all">
                    <a:solidFill>
                      <a:schemeClr val="bg1"/>
                    </a:solidFill>
                    <a:latin typeface="+mn-lt"/>
                    <a:ea typeface="+mn-ea"/>
                    <a:cs typeface="+mn-cs"/>
                  </a:rPr>
                  <a:t>IMAGE Credit Formatting</a:t>
                </a:r>
              </a:p>
              <a:p>
                <a:pPr indent="0" algn="l">
                  <a:lnSpc>
                    <a:spcPct val="100000"/>
                  </a:lnSpc>
                  <a:spcBef>
                    <a:spcPts val="400"/>
                  </a:spcBef>
                  <a:spcAft>
                    <a:spcPts val="400"/>
                  </a:spcAft>
                </a:pPr>
                <a:r>
                  <a:rPr lang="en-US" sz="1050" b="0" kern="1200" cap="none">
                    <a:solidFill>
                      <a:schemeClr val="bg1"/>
                    </a:solidFill>
                    <a:latin typeface="+mn-lt"/>
                    <a:ea typeface="+mn-ea"/>
                    <a:cs typeface="+mn-cs"/>
                  </a:rPr>
                  <a:t>Examples!</a:t>
                </a:r>
              </a:p>
              <a:p>
                <a:pPr indent="0" algn="l">
                  <a:lnSpc>
                    <a:spcPct val="100000"/>
                  </a:lnSpc>
                  <a:spcBef>
                    <a:spcPts val="400"/>
                  </a:spcBef>
                  <a:spcAft>
                    <a:spcPts val="400"/>
                  </a:spcAft>
                </a:pPr>
                <a:r>
                  <a:rPr lang="en-US" sz="1050" b="0" kern="1200" cap="none">
                    <a:solidFill>
                      <a:schemeClr val="bg1"/>
                    </a:solidFill>
                    <a:latin typeface="+mn-lt"/>
                    <a:ea typeface="+mn-ea"/>
                    <a:cs typeface="+mn-cs"/>
                  </a:rPr>
                  <a:t>© Westend66 – gettyimages.com</a:t>
                </a:r>
                <a:br>
                  <a:rPr lang="en-US" sz="1050" b="0" kern="1200" cap="none">
                    <a:solidFill>
                      <a:schemeClr val="bg1"/>
                    </a:solidFill>
                    <a:latin typeface="+mn-lt"/>
                    <a:ea typeface="+mn-ea"/>
                    <a:cs typeface="+mn-cs"/>
                  </a:rPr>
                </a:br>
                <a:r>
                  <a:rPr lang="en-US" sz="1050" b="0" kern="1200" cap="none">
                    <a:solidFill>
                      <a:schemeClr val="bg1"/>
                    </a:solidFill>
                    <a:latin typeface="+mn-lt"/>
                    <a:ea typeface="+mn-ea"/>
                    <a:cs typeface="+mn-cs"/>
                  </a:rPr>
                  <a:t>© AI generated – Drees &amp; Sommer</a:t>
                </a:r>
              </a:p>
            </p:txBody>
          </p:sp>
        </p:grpSp>
        <p:grpSp>
          <p:nvGrpSpPr>
            <p:cNvPr id="22" name="info">
              <a:extLst>
                <a:ext uri="{FF2B5EF4-FFF2-40B4-BE49-F238E27FC236}">
                  <a16:creationId xmlns:a16="http://schemas.microsoft.com/office/drawing/2014/main" id="{7587A410-7202-EA9D-D452-A24C2C06692D}"/>
                </a:ext>
              </a:extLst>
            </p:cNvPr>
            <p:cNvGrpSpPr>
              <a:grpSpLocks/>
            </p:cNvGrpSpPr>
            <p:nvPr userDrawn="1"/>
          </p:nvGrpSpPr>
          <p:grpSpPr>
            <a:xfrm>
              <a:off x="12327529" y="4319208"/>
              <a:ext cx="2500335" cy="2317008"/>
              <a:chOff x="12327530" y="4025846"/>
              <a:chExt cx="2500335" cy="2317008"/>
            </a:xfrm>
          </p:grpSpPr>
          <p:sp>
            <p:nvSpPr>
              <p:cNvPr id="23" name="info">
                <a:extLst>
                  <a:ext uri="{FF2B5EF4-FFF2-40B4-BE49-F238E27FC236}">
                    <a16:creationId xmlns:a16="http://schemas.microsoft.com/office/drawing/2014/main" id="{13891277-32FF-3A10-67D0-EC3F755BEBF7}"/>
                  </a:ext>
                </a:extLst>
              </p:cNvPr>
              <p:cNvSpPr/>
              <p:nvPr userDrawn="1"/>
            </p:nvSpPr>
            <p:spPr bwMode="gray">
              <a:xfrm flipH="1">
                <a:off x="12327530" y="5802854"/>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24" name="info">
                <a:extLst>
                  <a:ext uri="{FF2B5EF4-FFF2-40B4-BE49-F238E27FC236}">
                    <a16:creationId xmlns:a16="http://schemas.microsoft.com/office/drawing/2014/main" id="{F978EF4C-FAE1-97EF-01DB-020B0902BD29}"/>
                  </a:ext>
                </a:extLst>
              </p:cNvPr>
              <p:cNvSpPr/>
              <p:nvPr userDrawn="1"/>
            </p:nvSpPr>
            <p:spPr bwMode="gray">
              <a:xfrm flipH="1">
                <a:off x="12596336" y="4025846"/>
                <a:ext cx="2231529" cy="231700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cap="all">
                    <a:solidFill>
                      <a:schemeClr val="bg1"/>
                    </a:solidFill>
                  </a:rPr>
                  <a:t>image credit</a:t>
                </a:r>
              </a:p>
              <a:p>
                <a:pPr indent="0" algn="l">
                  <a:lnSpc>
                    <a:spcPct val="100000"/>
                  </a:lnSpc>
                  <a:spcBef>
                    <a:spcPts val="400"/>
                  </a:spcBef>
                  <a:spcAft>
                    <a:spcPts val="400"/>
                  </a:spcAft>
                </a:pPr>
                <a:r>
                  <a:rPr lang="en-US" sz="1050" b="1">
                    <a:solidFill>
                      <a:schemeClr val="bg1"/>
                    </a:solidFill>
                  </a:rPr>
                  <a:t>Always include </a:t>
                </a:r>
                <a:r>
                  <a:rPr lang="en-US" sz="1050">
                    <a:solidFill>
                      <a:schemeClr val="bg1"/>
                    </a:solidFill>
                  </a:rPr>
                  <a:t>the image credit!</a:t>
                </a:r>
              </a:p>
              <a:p>
                <a:pPr indent="0" algn="l">
                  <a:lnSpc>
                    <a:spcPct val="100000"/>
                  </a:lnSpc>
                  <a:spcBef>
                    <a:spcPts val="400"/>
                  </a:spcBef>
                  <a:spcAft>
                    <a:spcPts val="400"/>
                  </a:spcAft>
                </a:pPr>
                <a:r>
                  <a:rPr lang="en-US" sz="1050">
                    <a:solidFill>
                      <a:schemeClr val="bg1"/>
                    </a:solidFill>
                  </a:rPr>
                  <a:t>How to get the image credit </a:t>
                </a:r>
                <a:r>
                  <a:rPr lang="en-US" sz="1050" b="1">
                    <a:solidFill>
                      <a:schemeClr val="bg1"/>
                    </a:solidFill>
                  </a:rPr>
                  <a:t>placeholder</a:t>
                </a:r>
                <a:r>
                  <a:rPr lang="en-US" sz="1050">
                    <a:solidFill>
                      <a:schemeClr val="bg1"/>
                    </a:solidFill>
                  </a:rPr>
                  <a:t> if it is no longer available on your slide by default: </a:t>
                </a:r>
              </a:p>
              <a:p>
                <a:pPr indent="0" algn="l">
                  <a:lnSpc>
                    <a:spcPct val="100000"/>
                  </a:lnSpc>
                  <a:spcBef>
                    <a:spcPts val="400"/>
                  </a:spcBef>
                  <a:spcAft>
                    <a:spcPts val="400"/>
                  </a:spcAft>
                </a:pPr>
                <a:r>
                  <a:rPr lang="en-US" sz="1050">
                    <a:solidFill>
                      <a:schemeClr val="bg1"/>
                    </a:solidFill>
                  </a:rPr>
                  <a:t>&gt; </a:t>
                </a:r>
                <a:r>
                  <a:rPr lang="en-US" sz="1050" b="0">
                    <a:solidFill>
                      <a:schemeClr val="bg1"/>
                    </a:solidFill>
                  </a:rPr>
                  <a:t>right-click on a free area</a:t>
                </a:r>
                <a:br>
                  <a:rPr lang="en-US" sz="1050" b="0">
                    <a:solidFill>
                      <a:schemeClr val="bg1"/>
                    </a:solidFill>
                  </a:rPr>
                </a:br>
                <a:r>
                  <a:rPr lang="en-US" sz="1050" b="0">
                    <a:solidFill>
                      <a:schemeClr val="bg1"/>
                    </a:solidFill>
                  </a:rPr>
                  <a:t>   on the slide</a:t>
                </a:r>
                <a:br>
                  <a:rPr lang="en-US" sz="1050" b="0">
                    <a:solidFill>
                      <a:schemeClr val="bg1"/>
                    </a:solidFill>
                  </a:rPr>
                </a:br>
                <a:r>
                  <a:rPr lang="en-US" sz="1050" b="0">
                    <a:solidFill>
                      <a:schemeClr val="bg1"/>
                    </a:solidFill>
                  </a:rPr>
                  <a:t>&gt; insert text element</a:t>
                </a:r>
                <a:endParaRPr lang="en-US" sz="1050">
                  <a:solidFill>
                    <a:schemeClr val="bg1"/>
                  </a:solidFill>
                </a:endParaRPr>
              </a:p>
              <a:p>
                <a:pPr indent="0" algn="l">
                  <a:lnSpc>
                    <a:spcPct val="100000"/>
                  </a:lnSpc>
                  <a:spcBef>
                    <a:spcPts val="400"/>
                  </a:spcBef>
                  <a:spcAft>
                    <a:spcPts val="400"/>
                  </a:spcAft>
                </a:pPr>
                <a:r>
                  <a:rPr lang="en-US" sz="1050">
                    <a:solidFill>
                      <a:schemeClr val="bg1"/>
                    </a:solidFill>
                  </a:rPr>
                  <a:t>“</a:t>
                </a:r>
                <a:r>
                  <a:rPr lang="en-US" sz="1050" b="1">
                    <a:solidFill>
                      <a:schemeClr val="bg1"/>
                    </a:solidFill>
                  </a:rPr>
                  <a:t>Copyright right</a:t>
                </a:r>
                <a:r>
                  <a:rPr lang="en-US" sz="1050">
                    <a:solidFill>
                      <a:schemeClr val="bg1"/>
                    </a:solidFill>
                  </a:rPr>
                  <a:t>” or </a:t>
                </a:r>
                <a:br>
                  <a:rPr lang="en-US" sz="1050">
                    <a:solidFill>
                      <a:schemeClr val="bg1"/>
                    </a:solidFill>
                  </a:rPr>
                </a:br>
                <a:r>
                  <a:rPr lang="en-US" sz="1050" b="1">
                    <a:solidFill>
                      <a:schemeClr val="bg1"/>
                    </a:solidFill>
                  </a:rPr>
                  <a:t>“Copyright left”</a:t>
                </a:r>
              </a:p>
            </p:txBody>
          </p:sp>
        </p:grpSp>
      </p:grpSp>
      <p:sp>
        <p:nvSpPr>
          <p:cNvPr id="3" name="MIO_Placeholder_Mapping" hidden="1">
            <a:extLst>
              <a:ext uri="{FF2B5EF4-FFF2-40B4-BE49-F238E27FC236}">
                <a16:creationId xmlns:a16="http://schemas.microsoft.com/office/drawing/2014/main" id="{894CC878-0F85-4AC0-F74B-921BAEC0198C}"/>
              </a:ext>
            </a:extLst>
          </p:cNvPr>
          <p:cNvSpPr/>
          <p:nvPr userDrawn="1">
            <p:custDataLst>
              <p:tags r:id="rId1"/>
            </p:custDataLst>
          </p:nvPr>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1199556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Keymessage right">
    <p:spTree>
      <p:nvGrpSpPr>
        <p:cNvPr id="1" name=""/>
        <p:cNvGrpSpPr/>
        <p:nvPr/>
      </p:nvGrpSpPr>
      <p:grpSpPr>
        <a:xfrm>
          <a:off x="0" y="0"/>
          <a:ext cx="0" cy="0"/>
          <a:chOff x="0" y="0"/>
          <a:chExt cx="0" cy="0"/>
        </a:xfrm>
      </p:grpSpPr>
      <p:sp>
        <p:nvSpPr>
          <p:cNvPr id="14" name="logo drees&amp;sommer blue mask">
            <a:extLst>
              <a:ext uri="{FF2B5EF4-FFF2-40B4-BE49-F238E27FC236}">
                <a16:creationId xmlns:a16="http://schemas.microsoft.com/office/drawing/2014/main" id="{7DFCFBB7-6B39-4D0E-BE6B-B3B479E24FA2}"/>
              </a:ext>
              <a:ext uri="{C183D7F6-B498-43B3-948B-1728B52AA6E4}">
                <adec:decorative xmlns:adec="http://schemas.microsoft.com/office/drawing/2017/decorative" val="1"/>
              </a:ext>
            </a:extLst>
          </p:cNvPr>
          <p:cNvSpPr/>
          <p:nvPr/>
        </p:nvSpPr>
        <p:spPr bwMode="gray">
          <a:xfrm>
            <a:off x="10579100" y="6197600"/>
            <a:ext cx="1270000" cy="584200"/>
          </a:xfrm>
          <a:prstGeom prst="rect">
            <a:avLst/>
          </a:prstGeom>
          <a:solidFill>
            <a:srgbClr val="00296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a:p>
        </p:txBody>
      </p:sp>
      <p:sp>
        <p:nvSpPr>
          <p:cNvPr id="7" name="picture">
            <a:extLst>
              <a:ext uri="{FF2B5EF4-FFF2-40B4-BE49-F238E27FC236}">
                <a16:creationId xmlns:a16="http://schemas.microsoft.com/office/drawing/2014/main" id="{C408B2F1-5704-DF64-B276-7089319F9E6B}"/>
              </a:ext>
            </a:extLst>
          </p:cNvPr>
          <p:cNvSpPr>
            <a:spLocks noGrp="1"/>
          </p:cNvSpPr>
          <p:nvPr>
            <p:ph type="pic" sz="quarter" idx="18"/>
          </p:nvPr>
        </p:nvSpPr>
        <p:spPr bwMode="gray">
          <a:xfrm>
            <a:off x="0" y="0"/>
            <a:ext cx="12192000" cy="6858000"/>
          </a:xfrm>
          <a:custGeom>
            <a:avLst/>
            <a:gdLst>
              <a:gd name="connsiteX0" fmla="*/ 10909343 w 12192000"/>
              <a:gd name="connsiteY0" fmla="*/ 6535879 h 6858000"/>
              <a:gd name="connsiteX1" fmla="*/ 10992168 w 12192000"/>
              <a:gd name="connsiteY1" fmla="*/ 6535879 h 6858000"/>
              <a:gd name="connsiteX2" fmla="*/ 10992168 w 12192000"/>
              <a:gd name="connsiteY2" fmla="*/ 6598745 h 6858000"/>
              <a:gd name="connsiteX3" fmla="*/ 10909343 w 12192000"/>
              <a:gd name="connsiteY3" fmla="*/ 6598745 h 6858000"/>
              <a:gd name="connsiteX4" fmla="*/ 11563256 w 12192000"/>
              <a:gd name="connsiteY4" fmla="*/ 6534690 h 6858000"/>
              <a:gd name="connsiteX5" fmla="*/ 11619215 w 12192000"/>
              <a:gd name="connsiteY5" fmla="*/ 6534690 h 6858000"/>
              <a:gd name="connsiteX6" fmla="*/ 11630409 w 12192000"/>
              <a:gd name="connsiteY6" fmla="*/ 6542786 h 6858000"/>
              <a:gd name="connsiteX7" fmla="*/ 11630409 w 12192000"/>
              <a:gd name="connsiteY7" fmla="*/ 6554455 h 6858000"/>
              <a:gd name="connsiteX8" fmla="*/ 11619215 w 12192000"/>
              <a:gd name="connsiteY8" fmla="*/ 6562550 h 6858000"/>
              <a:gd name="connsiteX9" fmla="*/ 11563256 w 12192000"/>
              <a:gd name="connsiteY9" fmla="*/ 6562550 h 6858000"/>
              <a:gd name="connsiteX10" fmla="*/ 10910306 w 12192000"/>
              <a:gd name="connsiteY10" fmla="*/ 6517318 h 6858000"/>
              <a:gd name="connsiteX11" fmla="*/ 10883590 w 12192000"/>
              <a:gd name="connsiteY11" fmla="*/ 6541122 h 6858000"/>
              <a:gd name="connsiteX12" fmla="*/ 10883590 w 12192000"/>
              <a:gd name="connsiteY12" fmla="*/ 6594223 h 6858000"/>
              <a:gd name="connsiteX13" fmla="*/ 10910306 w 12192000"/>
              <a:gd name="connsiteY13" fmla="*/ 6618042 h 6858000"/>
              <a:gd name="connsiteX14" fmla="*/ 10989730 w 12192000"/>
              <a:gd name="connsiteY14" fmla="*/ 6618042 h 6858000"/>
              <a:gd name="connsiteX15" fmla="*/ 11016446 w 12192000"/>
              <a:gd name="connsiteY15" fmla="*/ 6594223 h 6858000"/>
              <a:gd name="connsiteX16" fmla="*/ 11016446 w 12192000"/>
              <a:gd name="connsiteY16" fmla="*/ 6541122 h 6858000"/>
              <a:gd name="connsiteX17" fmla="*/ 10989730 w 12192000"/>
              <a:gd name="connsiteY17" fmla="*/ 6517318 h 6858000"/>
              <a:gd name="connsiteX18" fmla="*/ 11538985 w 12192000"/>
              <a:gd name="connsiteY18" fmla="*/ 6517311 h 6858000"/>
              <a:gd name="connsiteX19" fmla="*/ 11538985 w 12192000"/>
              <a:gd name="connsiteY19" fmla="*/ 6618035 h 6858000"/>
              <a:gd name="connsiteX20" fmla="*/ 11563263 w 12192000"/>
              <a:gd name="connsiteY20" fmla="*/ 6618035 h 6858000"/>
              <a:gd name="connsiteX21" fmla="*/ 11563263 w 12192000"/>
              <a:gd name="connsiteY21" fmla="*/ 6579929 h 6858000"/>
              <a:gd name="connsiteX22" fmla="*/ 11586360 w 12192000"/>
              <a:gd name="connsiteY22" fmla="*/ 6579929 h 6858000"/>
              <a:gd name="connsiteX23" fmla="*/ 11628506 w 12192000"/>
              <a:gd name="connsiteY23" fmla="*/ 6618035 h 6858000"/>
              <a:gd name="connsiteX24" fmla="*/ 11663753 w 12192000"/>
              <a:gd name="connsiteY24" fmla="*/ 6618035 h 6858000"/>
              <a:gd name="connsiteX25" fmla="*/ 11615897 w 12192000"/>
              <a:gd name="connsiteY25" fmla="*/ 6579929 h 6858000"/>
              <a:gd name="connsiteX26" fmla="*/ 11629710 w 12192000"/>
              <a:gd name="connsiteY26" fmla="*/ 6579929 h 6858000"/>
              <a:gd name="connsiteX27" fmla="*/ 11653280 w 12192000"/>
              <a:gd name="connsiteY27" fmla="*/ 6560639 h 6858000"/>
              <a:gd name="connsiteX28" fmla="*/ 11653280 w 12192000"/>
              <a:gd name="connsiteY28" fmla="*/ 6536835 h 6858000"/>
              <a:gd name="connsiteX29" fmla="*/ 11629710 w 12192000"/>
              <a:gd name="connsiteY29" fmla="*/ 6517311 h 6858000"/>
              <a:gd name="connsiteX30" fmla="*/ 11401645 w 12192000"/>
              <a:gd name="connsiteY30" fmla="*/ 6517311 h 6858000"/>
              <a:gd name="connsiteX31" fmla="*/ 11401645 w 12192000"/>
              <a:gd name="connsiteY31" fmla="*/ 6618035 h 6858000"/>
              <a:gd name="connsiteX32" fmla="*/ 11513119 w 12192000"/>
              <a:gd name="connsiteY32" fmla="*/ 6618035 h 6858000"/>
              <a:gd name="connsiteX33" fmla="*/ 11513119 w 12192000"/>
              <a:gd name="connsiteY33" fmla="*/ 6599219 h 6858000"/>
              <a:gd name="connsiteX34" fmla="*/ 11426909 w 12192000"/>
              <a:gd name="connsiteY34" fmla="*/ 6599219 h 6858000"/>
              <a:gd name="connsiteX35" fmla="*/ 11426909 w 12192000"/>
              <a:gd name="connsiteY35" fmla="*/ 6574452 h 6858000"/>
              <a:gd name="connsiteX36" fmla="*/ 11476458 w 12192000"/>
              <a:gd name="connsiteY36" fmla="*/ 6574452 h 6858000"/>
              <a:gd name="connsiteX37" fmla="*/ 11476458 w 12192000"/>
              <a:gd name="connsiteY37" fmla="*/ 6557073 h 6858000"/>
              <a:gd name="connsiteX38" fmla="*/ 11426909 w 12192000"/>
              <a:gd name="connsiteY38" fmla="*/ 6557073 h 6858000"/>
              <a:gd name="connsiteX39" fmla="*/ 11426909 w 12192000"/>
              <a:gd name="connsiteY39" fmla="*/ 6535179 h 6858000"/>
              <a:gd name="connsiteX40" fmla="*/ 11511908 w 12192000"/>
              <a:gd name="connsiteY40" fmla="*/ 6535179 h 6858000"/>
              <a:gd name="connsiteX41" fmla="*/ 11511908 w 12192000"/>
              <a:gd name="connsiteY41" fmla="*/ 6517311 h 6858000"/>
              <a:gd name="connsiteX42" fmla="*/ 11225454 w 12192000"/>
              <a:gd name="connsiteY42" fmla="*/ 6517311 h 6858000"/>
              <a:gd name="connsiteX43" fmla="*/ 11225454 w 12192000"/>
              <a:gd name="connsiteY43" fmla="*/ 6618035 h 6858000"/>
              <a:gd name="connsiteX44" fmla="*/ 11248423 w 12192000"/>
              <a:gd name="connsiteY44" fmla="*/ 6618035 h 6858000"/>
              <a:gd name="connsiteX45" fmla="*/ 11248423 w 12192000"/>
              <a:gd name="connsiteY45" fmla="*/ 6550414 h 6858000"/>
              <a:gd name="connsiteX46" fmla="*/ 11294805 w 12192000"/>
              <a:gd name="connsiteY46" fmla="*/ 6605892 h 6858000"/>
              <a:gd name="connsiteX47" fmla="*/ 11299665 w 12192000"/>
              <a:gd name="connsiteY47" fmla="*/ 6605892 h 6858000"/>
              <a:gd name="connsiteX48" fmla="*/ 11345558 w 12192000"/>
              <a:gd name="connsiteY48" fmla="*/ 6548737 h 6858000"/>
              <a:gd name="connsiteX49" fmla="*/ 11345558 w 12192000"/>
              <a:gd name="connsiteY49" fmla="*/ 6618035 h 6858000"/>
              <a:gd name="connsiteX50" fmla="*/ 11368873 w 12192000"/>
              <a:gd name="connsiteY50" fmla="*/ 6618035 h 6858000"/>
              <a:gd name="connsiteX51" fmla="*/ 11368873 w 12192000"/>
              <a:gd name="connsiteY51" fmla="*/ 6517311 h 6858000"/>
              <a:gd name="connsiteX52" fmla="*/ 11348725 w 12192000"/>
              <a:gd name="connsiteY52" fmla="*/ 6517311 h 6858000"/>
              <a:gd name="connsiteX53" fmla="*/ 11298687 w 12192000"/>
              <a:gd name="connsiteY53" fmla="*/ 6577070 h 6858000"/>
              <a:gd name="connsiteX54" fmla="*/ 11248423 w 12192000"/>
              <a:gd name="connsiteY54" fmla="*/ 6517311 h 6858000"/>
              <a:gd name="connsiteX55" fmla="*/ 11048135 w 12192000"/>
              <a:gd name="connsiteY55" fmla="*/ 6517311 h 6858000"/>
              <a:gd name="connsiteX56" fmla="*/ 11048135 w 12192000"/>
              <a:gd name="connsiteY56" fmla="*/ 6618035 h 6858000"/>
              <a:gd name="connsiteX57" fmla="*/ 11071096 w 12192000"/>
              <a:gd name="connsiteY57" fmla="*/ 6618035 h 6858000"/>
              <a:gd name="connsiteX58" fmla="*/ 11071096 w 12192000"/>
              <a:gd name="connsiteY58" fmla="*/ 6550414 h 6858000"/>
              <a:gd name="connsiteX59" fmla="*/ 11117478 w 12192000"/>
              <a:gd name="connsiteY59" fmla="*/ 6605892 h 6858000"/>
              <a:gd name="connsiteX60" fmla="*/ 11122331 w 12192000"/>
              <a:gd name="connsiteY60" fmla="*/ 6605892 h 6858000"/>
              <a:gd name="connsiteX61" fmla="*/ 11168239 w 12192000"/>
              <a:gd name="connsiteY61" fmla="*/ 6548737 h 6858000"/>
              <a:gd name="connsiteX62" fmla="*/ 11168239 w 12192000"/>
              <a:gd name="connsiteY62" fmla="*/ 6618035 h 6858000"/>
              <a:gd name="connsiteX63" fmla="*/ 11191554 w 12192000"/>
              <a:gd name="connsiteY63" fmla="*/ 6618035 h 6858000"/>
              <a:gd name="connsiteX64" fmla="*/ 11191554 w 12192000"/>
              <a:gd name="connsiteY64" fmla="*/ 6517311 h 6858000"/>
              <a:gd name="connsiteX65" fmla="*/ 11171399 w 12192000"/>
              <a:gd name="connsiteY65" fmla="*/ 6517311 h 6858000"/>
              <a:gd name="connsiteX66" fmla="*/ 11121368 w 12192000"/>
              <a:gd name="connsiteY66" fmla="*/ 6577070 h 6858000"/>
              <a:gd name="connsiteX67" fmla="*/ 11071096 w 12192000"/>
              <a:gd name="connsiteY67" fmla="*/ 6517311 h 6858000"/>
              <a:gd name="connsiteX68" fmla="*/ 10752277 w 12192000"/>
              <a:gd name="connsiteY68" fmla="*/ 6495162 h 6858000"/>
              <a:gd name="connsiteX69" fmla="*/ 10721799 w 12192000"/>
              <a:gd name="connsiteY69" fmla="*/ 6524218 h 6858000"/>
              <a:gd name="connsiteX70" fmla="*/ 10721799 w 12192000"/>
              <a:gd name="connsiteY70" fmla="*/ 6537775 h 6858000"/>
              <a:gd name="connsiteX71" fmla="*/ 10752277 w 12192000"/>
              <a:gd name="connsiteY71" fmla="*/ 6566830 h 6858000"/>
              <a:gd name="connsiteX72" fmla="*/ 10828955 w 12192000"/>
              <a:gd name="connsiteY72" fmla="*/ 6566830 h 6858000"/>
              <a:gd name="connsiteX73" fmla="*/ 10828955 w 12192000"/>
              <a:gd name="connsiteY73" fmla="*/ 6594930 h 6858000"/>
              <a:gd name="connsiteX74" fmla="*/ 10742052 w 12192000"/>
              <a:gd name="connsiteY74" fmla="*/ 6594930 h 6858000"/>
              <a:gd name="connsiteX75" fmla="*/ 10742052 w 12192000"/>
              <a:gd name="connsiteY75" fmla="*/ 6581704 h 6858000"/>
              <a:gd name="connsiteX76" fmla="*/ 10716796 w 12192000"/>
              <a:gd name="connsiteY76" fmla="*/ 6586948 h 6858000"/>
              <a:gd name="connsiteX77" fmla="*/ 10716796 w 12192000"/>
              <a:gd name="connsiteY77" fmla="*/ 6588979 h 6858000"/>
              <a:gd name="connsiteX78" fmla="*/ 10747514 w 12192000"/>
              <a:gd name="connsiteY78" fmla="*/ 6618027 h 6858000"/>
              <a:gd name="connsiteX79" fmla="*/ 10823486 w 12192000"/>
              <a:gd name="connsiteY79" fmla="*/ 6618027 h 6858000"/>
              <a:gd name="connsiteX80" fmla="*/ 10854204 w 12192000"/>
              <a:gd name="connsiteY80" fmla="*/ 6588979 h 6858000"/>
              <a:gd name="connsiteX81" fmla="*/ 10854204 w 12192000"/>
              <a:gd name="connsiteY81" fmla="*/ 6572074 h 6858000"/>
              <a:gd name="connsiteX82" fmla="*/ 10823486 w 12192000"/>
              <a:gd name="connsiteY82" fmla="*/ 6543019 h 6858000"/>
              <a:gd name="connsiteX83" fmla="*/ 10746799 w 12192000"/>
              <a:gd name="connsiteY83" fmla="*/ 6543019 h 6858000"/>
              <a:gd name="connsiteX84" fmla="*/ 10746799 w 12192000"/>
              <a:gd name="connsiteY84" fmla="*/ 6516596 h 6858000"/>
              <a:gd name="connsiteX85" fmla="*/ 10827285 w 12192000"/>
              <a:gd name="connsiteY85" fmla="*/ 6516596 h 6858000"/>
              <a:gd name="connsiteX86" fmla="*/ 10827285 w 12192000"/>
              <a:gd name="connsiteY86" fmla="*/ 6529905 h 6858000"/>
              <a:gd name="connsiteX87" fmla="*/ 10852526 w 12192000"/>
              <a:gd name="connsiteY87" fmla="*/ 6523954 h 6858000"/>
              <a:gd name="connsiteX88" fmla="*/ 10852526 w 12192000"/>
              <a:gd name="connsiteY88" fmla="*/ 6522074 h 6858000"/>
              <a:gd name="connsiteX89" fmla="*/ 10822049 w 12192000"/>
              <a:gd name="connsiteY89" fmla="*/ 6495162 h 6858000"/>
              <a:gd name="connsiteX90" fmla="*/ 11554221 w 12192000"/>
              <a:gd name="connsiteY90" fmla="*/ 6392873 h 6858000"/>
              <a:gd name="connsiteX91" fmla="*/ 11591123 w 12192000"/>
              <a:gd name="connsiteY91" fmla="*/ 6423591 h 6858000"/>
              <a:gd name="connsiteX92" fmla="*/ 11579695 w 12192000"/>
              <a:gd name="connsiteY92" fmla="*/ 6433349 h 6858000"/>
              <a:gd name="connsiteX93" fmla="*/ 11522795 w 12192000"/>
              <a:gd name="connsiteY93" fmla="*/ 6433349 h 6858000"/>
              <a:gd name="connsiteX94" fmla="*/ 11522795 w 12192000"/>
              <a:gd name="connsiteY94" fmla="*/ 6433342 h 6858000"/>
              <a:gd name="connsiteX95" fmla="*/ 11522795 w 12192000"/>
              <a:gd name="connsiteY95" fmla="*/ 6412396 h 6858000"/>
              <a:gd name="connsiteX96" fmla="*/ 10923532 w 12192000"/>
              <a:gd name="connsiteY96" fmla="*/ 6371439 h 6858000"/>
              <a:gd name="connsiteX97" fmla="*/ 10979491 w 12192000"/>
              <a:gd name="connsiteY97" fmla="*/ 6371439 h 6858000"/>
              <a:gd name="connsiteX98" fmla="*/ 10990685 w 12192000"/>
              <a:gd name="connsiteY98" fmla="*/ 6379534 h 6858000"/>
              <a:gd name="connsiteX99" fmla="*/ 10990685 w 12192000"/>
              <a:gd name="connsiteY99" fmla="*/ 6391203 h 6858000"/>
              <a:gd name="connsiteX100" fmla="*/ 10979491 w 12192000"/>
              <a:gd name="connsiteY100" fmla="*/ 6399298 h 6858000"/>
              <a:gd name="connsiteX101" fmla="*/ 10923532 w 12192000"/>
              <a:gd name="connsiteY101" fmla="*/ 6399298 h 6858000"/>
              <a:gd name="connsiteX102" fmla="*/ 11349305 w 12192000"/>
              <a:gd name="connsiteY102" fmla="*/ 6354060 h 6858000"/>
              <a:gd name="connsiteX103" fmla="*/ 11322868 w 12192000"/>
              <a:gd name="connsiteY103" fmla="*/ 6377879 h 6858000"/>
              <a:gd name="connsiteX104" fmla="*/ 11322868 w 12192000"/>
              <a:gd name="connsiteY104" fmla="*/ 6389074 h 6858000"/>
              <a:gd name="connsiteX105" fmla="*/ 11349305 w 12192000"/>
              <a:gd name="connsiteY105" fmla="*/ 6412878 h 6858000"/>
              <a:gd name="connsiteX106" fmla="*/ 11414541 w 12192000"/>
              <a:gd name="connsiteY106" fmla="*/ 6412878 h 6858000"/>
              <a:gd name="connsiteX107" fmla="*/ 11414541 w 12192000"/>
              <a:gd name="connsiteY107" fmla="*/ 6435983 h 6858000"/>
              <a:gd name="connsiteX108" fmla="*/ 11340480 w 12192000"/>
              <a:gd name="connsiteY108" fmla="*/ 6435983 h 6858000"/>
              <a:gd name="connsiteX109" fmla="*/ 11340480 w 12192000"/>
              <a:gd name="connsiteY109" fmla="*/ 6425375 h 6858000"/>
              <a:gd name="connsiteX110" fmla="*/ 11318587 w 12192000"/>
              <a:gd name="connsiteY110" fmla="*/ 6429430 h 6858000"/>
              <a:gd name="connsiteX111" fmla="*/ 11318587 w 12192000"/>
              <a:gd name="connsiteY111" fmla="*/ 6430980 h 6858000"/>
              <a:gd name="connsiteX112" fmla="*/ 11345009 w 12192000"/>
              <a:gd name="connsiteY112" fmla="*/ 6454784 h 6858000"/>
              <a:gd name="connsiteX113" fmla="*/ 11410501 w 12192000"/>
              <a:gd name="connsiteY113" fmla="*/ 6454784 h 6858000"/>
              <a:gd name="connsiteX114" fmla="*/ 11436690 w 12192000"/>
              <a:gd name="connsiteY114" fmla="*/ 6430980 h 6858000"/>
              <a:gd name="connsiteX115" fmla="*/ 11436690 w 12192000"/>
              <a:gd name="connsiteY115" fmla="*/ 6417166 h 6858000"/>
              <a:gd name="connsiteX116" fmla="*/ 11410501 w 12192000"/>
              <a:gd name="connsiteY116" fmla="*/ 6393362 h 6858000"/>
              <a:gd name="connsiteX117" fmla="*/ 11345009 w 12192000"/>
              <a:gd name="connsiteY117" fmla="*/ 6393362 h 6858000"/>
              <a:gd name="connsiteX118" fmla="*/ 11345009 w 12192000"/>
              <a:gd name="connsiteY118" fmla="*/ 6372154 h 6858000"/>
              <a:gd name="connsiteX119" fmla="*/ 11414300 w 12192000"/>
              <a:gd name="connsiteY119" fmla="*/ 6372154 h 6858000"/>
              <a:gd name="connsiteX120" fmla="*/ 11414300 w 12192000"/>
              <a:gd name="connsiteY120" fmla="*/ 6381565 h 6858000"/>
              <a:gd name="connsiteX121" fmla="*/ 11435486 w 12192000"/>
              <a:gd name="connsiteY121" fmla="*/ 6377051 h 6858000"/>
              <a:gd name="connsiteX122" fmla="*/ 11435486 w 12192000"/>
              <a:gd name="connsiteY122" fmla="*/ 6375968 h 6858000"/>
              <a:gd name="connsiteX123" fmla="*/ 11409064 w 12192000"/>
              <a:gd name="connsiteY123" fmla="*/ 6354060 h 6858000"/>
              <a:gd name="connsiteX124" fmla="*/ 11184971 w 12192000"/>
              <a:gd name="connsiteY124" fmla="*/ 6354060 h 6858000"/>
              <a:gd name="connsiteX125" fmla="*/ 11184971 w 12192000"/>
              <a:gd name="connsiteY125" fmla="*/ 6454776 h 6858000"/>
              <a:gd name="connsiteX126" fmla="*/ 11294264 w 12192000"/>
              <a:gd name="connsiteY126" fmla="*/ 6454776 h 6858000"/>
              <a:gd name="connsiteX127" fmla="*/ 11294264 w 12192000"/>
              <a:gd name="connsiteY127" fmla="*/ 6435967 h 6858000"/>
              <a:gd name="connsiteX128" fmla="*/ 11209738 w 12192000"/>
              <a:gd name="connsiteY128" fmla="*/ 6435967 h 6858000"/>
              <a:gd name="connsiteX129" fmla="*/ 11209738 w 12192000"/>
              <a:gd name="connsiteY129" fmla="*/ 6411200 h 6858000"/>
              <a:gd name="connsiteX130" fmla="*/ 11258310 w 12192000"/>
              <a:gd name="connsiteY130" fmla="*/ 6411200 h 6858000"/>
              <a:gd name="connsiteX131" fmla="*/ 11258310 w 12192000"/>
              <a:gd name="connsiteY131" fmla="*/ 6393821 h 6858000"/>
              <a:gd name="connsiteX132" fmla="*/ 11209738 w 12192000"/>
              <a:gd name="connsiteY132" fmla="*/ 6393821 h 6858000"/>
              <a:gd name="connsiteX133" fmla="*/ 11209738 w 12192000"/>
              <a:gd name="connsiteY133" fmla="*/ 6371913 h 6858000"/>
              <a:gd name="connsiteX134" fmla="*/ 11293083 w 12192000"/>
              <a:gd name="connsiteY134" fmla="*/ 6371913 h 6858000"/>
              <a:gd name="connsiteX135" fmla="*/ 11293083 w 12192000"/>
              <a:gd name="connsiteY135" fmla="*/ 6354060 h 6858000"/>
              <a:gd name="connsiteX136" fmla="*/ 11047262 w 12192000"/>
              <a:gd name="connsiteY136" fmla="*/ 6354060 h 6858000"/>
              <a:gd name="connsiteX137" fmla="*/ 11047262 w 12192000"/>
              <a:gd name="connsiteY137" fmla="*/ 6454776 h 6858000"/>
              <a:gd name="connsiteX138" fmla="*/ 11156555 w 12192000"/>
              <a:gd name="connsiteY138" fmla="*/ 6454776 h 6858000"/>
              <a:gd name="connsiteX139" fmla="*/ 11156555 w 12192000"/>
              <a:gd name="connsiteY139" fmla="*/ 6435967 h 6858000"/>
              <a:gd name="connsiteX140" fmla="*/ 11072029 w 12192000"/>
              <a:gd name="connsiteY140" fmla="*/ 6435967 h 6858000"/>
              <a:gd name="connsiteX141" fmla="*/ 11072029 w 12192000"/>
              <a:gd name="connsiteY141" fmla="*/ 6411200 h 6858000"/>
              <a:gd name="connsiteX142" fmla="*/ 11120601 w 12192000"/>
              <a:gd name="connsiteY142" fmla="*/ 6411200 h 6858000"/>
              <a:gd name="connsiteX143" fmla="*/ 11120601 w 12192000"/>
              <a:gd name="connsiteY143" fmla="*/ 6393821 h 6858000"/>
              <a:gd name="connsiteX144" fmla="*/ 11072029 w 12192000"/>
              <a:gd name="connsiteY144" fmla="*/ 6393821 h 6858000"/>
              <a:gd name="connsiteX145" fmla="*/ 11072029 w 12192000"/>
              <a:gd name="connsiteY145" fmla="*/ 6371913 h 6858000"/>
              <a:gd name="connsiteX146" fmla="*/ 11155374 w 12192000"/>
              <a:gd name="connsiteY146" fmla="*/ 6371913 h 6858000"/>
              <a:gd name="connsiteX147" fmla="*/ 11155374 w 12192000"/>
              <a:gd name="connsiteY147" fmla="*/ 6354060 h 6858000"/>
              <a:gd name="connsiteX148" fmla="*/ 10899246 w 12192000"/>
              <a:gd name="connsiteY148" fmla="*/ 6354060 h 6858000"/>
              <a:gd name="connsiteX149" fmla="*/ 10899246 w 12192000"/>
              <a:gd name="connsiteY149" fmla="*/ 6454776 h 6858000"/>
              <a:gd name="connsiteX150" fmla="*/ 10923539 w 12192000"/>
              <a:gd name="connsiteY150" fmla="*/ 6454776 h 6858000"/>
              <a:gd name="connsiteX151" fmla="*/ 10923539 w 12192000"/>
              <a:gd name="connsiteY151" fmla="*/ 6416670 h 6858000"/>
              <a:gd name="connsiteX152" fmla="*/ 10946636 w 12192000"/>
              <a:gd name="connsiteY152" fmla="*/ 6416670 h 6858000"/>
              <a:gd name="connsiteX153" fmla="*/ 10988782 w 12192000"/>
              <a:gd name="connsiteY153" fmla="*/ 6454776 h 6858000"/>
              <a:gd name="connsiteX154" fmla="*/ 11024029 w 12192000"/>
              <a:gd name="connsiteY154" fmla="*/ 6454776 h 6858000"/>
              <a:gd name="connsiteX155" fmla="*/ 10976158 w 12192000"/>
              <a:gd name="connsiteY155" fmla="*/ 6416670 h 6858000"/>
              <a:gd name="connsiteX156" fmla="*/ 10989971 w 12192000"/>
              <a:gd name="connsiteY156" fmla="*/ 6416670 h 6858000"/>
              <a:gd name="connsiteX157" fmla="*/ 11013549 w 12192000"/>
              <a:gd name="connsiteY157" fmla="*/ 6397395 h 6858000"/>
              <a:gd name="connsiteX158" fmla="*/ 11013549 w 12192000"/>
              <a:gd name="connsiteY158" fmla="*/ 6373583 h 6858000"/>
              <a:gd name="connsiteX159" fmla="*/ 10989971 w 12192000"/>
              <a:gd name="connsiteY159" fmla="*/ 6354060 h 6858000"/>
              <a:gd name="connsiteX160" fmla="*/ 10749425 w 12192000"/>
              <a:gd name="connsiteY160" fmla="*/ 6353819 h 6858000"/>
              <a:gd name="connsiteX161" fmla="*/ 10800140 w 12192000"/>
              <a:gd name="connsiteY161" fmla="*/ 6353819 h 6858000"/>
              <a:gd name="connsiteX162" fmla="*/ 10840624 w 12192000"/>
              <a:gd name="connsiteY162" fmla="*/ 6392158 h 6858000"/>
              <a:gd name="connsiteX163" fmla="*/ 10786327 w 12192000"/>
              <a:gd name="connsiteY163" fmla="*/ 6431686 h 6858000"/>
              <a:gd name="connsiteX164" fmla="*/ 10749425 w 12192000"/>
              <a:gd name="connsiteY164" fmla="*/ 6431686 h 6858000"/>
              <a:gd name="connsiteX165" fmla="*/ 11558990 w 12192000"/>
              <a:gd name="connsiteY165" fmla="*/ 6331911 h 6858000"/>
              <a:gd name="connsiteX166" fmla="*/ 11528513 w 12192000"/>
              <a:gd name="connsiteY166" fmla="*/ 6354293 h 6858000"/>
              <a:gd name="connsiteX167" fmla="*/ 11528513 w 12192000"/>
              <a:gd name="connsiteY167" fmla="*/ 6361192 h 6858000"/>
              <a:gd name="connsiteX168" fmla="*/ 11538993 w 12192000"/>
              <a:gd name="connsiteY168" fmla="*/ 6379767 h 6858000"/>
              <a:gd name="connsiteX169" fmla="*/ 11513978 w 12192000"/>
              <a:gd name="connsiteY169" fmla="*/ 6394776 h 6858000"/>
              <a:gd name="connsiteX170" fmla="*/ 11498743 w 12192000"/>
              <a:gd name="connsiteY170" fmla="*/ 6417633 h 6858000"/>
              <a:gd name="connsiteX171" fmla="*/ 11498743 w 12192000"/>
              <a:gd name="connsiteY171" fmla="*/ 6425728 h 6858000"/>
              <a:gd name="connsiteX172" fmla="*/ 11529454 w 12192000"/>
              <a:gd name="connsiteY172" fmla="*/ 6454776 h 6858000"/>
              <a:gd name="connsiteX173" fmla="*/ 11573270 w 12192000"/>
              <a:gd name="connsiteY173" fmla="*/ 6454776 h 6858000"/>
              <a:gd name="connsiteX174" fmla="*/ 11596367 w 12192000"/>
              <a:gd name="connsiteY174" fmla="*/ 6447388 h 6858000"/>
              <a:gd name="connsiteX175" fmla="*/ 11607321 w 12192000"/>
              <a:gd name="connsiteY175" fmla="*/ 6437630 h 6858000"/>
              <a:gd name="connsiteX176" fmla="*/ 11627559 w 12192000"/>
              <a:gd name="connsiteY176" fmla="*/ 6454776 h 6858000"/>
              <a:gd name="connsiteX177" fmla="*/ 11664950 w 12192000"/>
              <a:gd name="connsiteY177" fmla="*/ 6454776 h 6858000"/>
              <a:gd name="connsiteX178" fmla="*/ 11626137 w 12192000"/>
              <a:gd name="connsiteY178" fmla="*/ 6422147 h 6858000"/>
              <a:gd name="connsiteX179" fmla="*/ 11654470 w 12192000"/>
              <a:gd name="connsiteY179" fmla="*/ 6398583 h 6858000"/>
              <a:gd name="connsiteX180" fmla="*/ 11638272 w 12192000"/>
              <a:gd name="connsiteY180" fmla="*/ 6384537 h 6858000"/>
              <a:gd name="connsiteX181" fmla="*/ 11609698 w 12192000"/>
              <a:gd name="connsiteY181" fmla="*/ 6408341 h 6858000"/>
              <a:gd name="connsiteX182" fmla="*/ 11551836 w 12192000"/>
              <a:gd name="connsiteY182" fmla="*/ 6360244 h 6858000"/>
              <a:gd name="connsiteX183" fmla="*/ 11551836 w 12192000"/>
              <a:gd name="connsiteY183" fmla="*/ 6351434 h 6858000"/>
              <a:gd name="connsiteX184" fmla="*/ 11592086 w 12192000"/>
              <a:gd name="connsiteY184" fmla="*/ 6351434 h 6858000"/>
              <a:gd name="connsiteX185" fmla="*/ 11592086 w 12192000"/>
              <a:gd name="connsiteY185" fmla="*/ 6367873 h 6858000"/>
              <a:gd name="connsiteX186" fmla="*/ 11614220 w 12192000"/>
              <a:gd name="connsiteY186" fmla="*/ 6364066 h 6858000"/>
              <a:gd name="connsiteX187" fmla="*/ 11614220 w 12192000"/>
              <a:gd name="connsiteY187" fmla="*/ 6356678 h 6858000"/>
              <a:gd name="connsiteX188" fmla="*/ 11583742 w 12192000"/>
              <a:gd name="connsiteY188" fmla="*/ 6331911 h 6858000"/>
              <a:gd name="connsiteX189" fmla="*/ 10720851 w 12192000"/>
              <a:gd name="connsiteY189" fmla="*/ 6331911 h 6858000"/>
              <a:gd name="connsiteX190" fmla="*/ 10720851 w 12192000"/>
              <a:gd name="connsiteY190" fmla="*/ 6454776 h 6858000"/>
              <a:gd name="connsiteX191" fmla="*/ 10792527 w 12192000"/>
              <a:gd name="connsiteY191" fmla="*/ 6454776 h 6858000"/>
              <a:gd name="connsiteX192" fmla="*/ 10843009 w 12192000"/>
              <a:gd name="connsiteY192" fmla="*/ 6445259 h 6858000"/>
              <a:gd name="connsiteX193" fmla="*/ 10870146 w 12192000"/>
              <a:gd name="connsiteY193" fmla="*/ 6392632 h 6858000"/>
              <a:gd name="connsiteX194" fmla="*/ 10799900 w 12192000"/>
              <a:gd name="connsiteY194" fmla="*/ 6331911 h 6858000"/>
              <a:gd name="connsiteX195" fmla="*/ 0 w 12192000"/>
              <a:gd name="connsiteY195" fmla="*/ 0 h 6858000"/>
              <a:gd name="connsiteX196" fmla="*/ 4267200 w 12192000"/>
              <a:gd name="connsiteY196" fmla="*/ 0 h 6858000"/>
              <a:gd name="connsiteX197" fmla="*/ 6096000 w 12192000"/>
              <a:gd name="connsiteY197" fmla="*/ 0 h 6858000"/>
              <a:gd name="connsiteX198" fmla="*/ 11668801 w 12192000"/>
              <a:gd name="connsiteY198" fmla="*/ 0 h 6858000"/>
              <a:gd name="connsiteX199" fmla="*/ 11963400 w 12192000"/>
              <a:gd name="connsiteY199" fmla="*/ 0 h 6858000"/>
              <a:gd name="connsiteX200" fmla="*/ 12192000 w 12192000"/>
              <a:gd name="connsiteY200" fmla="*/ 0 h 6858000"/>
              <a:gd name="connsiteX201" fmla="*/ 12192000 w 12192000"/>
              <a:gd name="connsiteY201" fmla="*/ 6858000 h 6858000"/>
              <a:gd name="connsiteX202" fmla="*/ 0 w 12192000"/>
              <a:gd name="connsiteY20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Lst>
            <a:rect l="l" t="t" r="r" b="b"/>
            <a:pathLst>
              <a:path w="12192000" h="6858000">
                <a:moveTo>
                  <a:pt x="10909343" y="6535879"/>
                </a:moveTo>
                <a:lnTo>
                  <a:pt x="10992168" y="6535879"/>
                </a:lnTo>
                <a:lnTo>
                  <a:pt x="10992168" y="6598745"/>
                </a:lnTo>
                <a:lnTo>
                  <a:pt x="10909343" y="6598745"/>
                </a:lnTo>
                <a:close/>
                <a:moveTo>
                  <a:pt x="11563256" y="6534690"/>
                </a:moveTo>
                <a:lnTo>
                  <a:pt x="11619215" y="6534690"/>
                </a:lnTo>
                <a:cubicBezTo>
                  <a:pt x="11626587" y="6534690"/>
                  <a:pt x="11630409" y="6536127"/>
                  <a:pt x="11630409" y="6542786"/>
                </a:cubicBezTo>
                <a:lnTo>
                  <a:pt x="11630409" y="6554455"/>
                </a:lnTo>
                <a:cubicBezTo>
                  <a:pt x="11630409" y="6561128"/>
                  <a:pt x="11626587" y="6562550"/>
                  <a:pt x="11619215" y="6562550"/>
                </a:cubicBezTo>
                <a:lnTo>
                  <a:pt x="11563256" y="6562550"/>
                </a:lnTo>
                <a:close/>
                <a:moveTo>
                  <a:pt x="10910306" y="6517318"/>
                </a:moveTo>
                <a:cubicBezTo>
                  <a:pt x="10890158" y="6517318"/>
                  <a:pt x="10883590" y="6521832"/>
                  <a:pt x="10883590" y="6541122"/>
                </a:cubicBezTo>
                <a:lnTo>
                  <a:pt x="10883590" y="6594223"/>
                </a:lnTo>
                <a:cubicBezTo>
                  <a:pt x="10883590" y="6613272"/>
                  <a:pt x="10889902" y="6618042"/>
                  <a:pt x="10910306" y="6618042"/>
                </a:cubicBezTo>
                <a:lnTo>
                  <a:pt x="10989730" y="6618042"/>
                </a:lnTo>
                <a:cubicBezTo>
                  <a:pt x="11009886" y="6618042"/>
                  <a:pt x="11016446" y="6613272"/>
                  <a:pt x="11016446" y="6594223"/>
                </a:cubicBezTo>
                <a:lnTo>
                  <a:pt x="11016446" y="6541122"/>
                </a:lnTo>
                <a:cubicBezTo>
                  <a:pt x="11016446" y="6521832"/>
                  <a:pt x="11009878" y="6517318"/>
                  <a:pt x="10989730" y="6517318"/>
                </a:cubicBezTo>
                <a:close/>
                <a:moveTo>
                  <a:pt x="11538985" y="6517311"/>
                </a:moveTo>
                <a:lnTo>
                  <a:pt x="11538985" y="6618035"/>
                </a:lnTo>
                <a:lnTo>
                  <a:pt x="11563263" y="6618035"/>
                </a:lnTo>
                <a:lnTo>
                  <a:pt x="11563263" y="6579929"/>
                </a:lnTo>
                <a:lnTo>
                  <a:pt x="11586360" y="6579929"/>
                </a:lnTo>
                <a:lnTo>
                  <a:pt x="11628506" y="6618035"/>
                </a:lnTo>
                <a:lnTo>
                  <a:pt x="11663753" y="6618035"/>
                </a:lnTo>
                <a:lnTo>
                  <a:pt x="11615897" y="6579929"/>
                </a:lnTo>
                <a:lnTo>
                  <a:pt x="11629710" y="6579929"/>
                </a:lnTo>
                <a:cubicBezTo>
                  <a:pt x="11645892" y="6579929"/>
                  <a:pt x="11653280" y="6574452"/>
                  <a:pt x="11653280" y="6560639"/>
                </a:cubicBezTo>
                <a:lnTo>
                  <a:pt x="11653280" y="6536835"/>
                </a:lnTo>
                <a:cubicBezTo>
                  <a:pt x="11653280" y="6522788"/>
                  <a:pt x="11645892" y="6517311"/>
                  <a:pt x="11629710" y="6517311"/>
                </a:cubicBezTo>
                <a:close/>
                <a:moveTo>
                  <a:pt x="11401645" y="6517311"/>
                </a:moveTo>
                <a:lnTo>
                  <a:pt x="11401645" y="6618035"/>
                </a:lnTo>
                <a:lnTo>
                  <a:pt x="11513119" y="6618035"/>
                </a:lnTo>
                <a:lnTo>
                  <a:pt x="11513119" y="6599219"/>
                </a:lnTo>
                <a:lnTo>
                  <a:pt x="11426909" y="6599219"/>
                </a:lnTo>
                <a:lnTo>
                  <a:pt x="11426909" y="6574452"/>
                </a:lnTo>
                <a:lnTo>
                  <a:pt x="11476458" y="6574452"/>
                </a:lnTo>
                <a:lnTo>
                  <a:pt x="11476458" y="6557073"/>
                </a:lnTo>
                <a:lnTo>
                  <a:pt x="11426909" y="6557073"/>
                </a:lnTo>
                <a:lnTo>
                  <a:pt x="11426909" y="6535179"/>
                </a:lnTo>
                <a:lnTo>
                  <a:pt x="11511908" y="6535179"/>
                </a:lnTo>
                <a:lnTo>
                  <a:pt x="11511908" y="6517311"/>
                </a:lnTo>
                <a:close/>
                <a:moveTo>
                  <a:pt x="11225454" y="6517311"/>
                </a:moveTo>
                <a:lnTo>
                  <a:pt x="11225454" y="6618035"/>
                </a:lnTo>
                <a:lnTo>
                  <a:pt x="11248423" y="6618035"/>
                </a:lnTo>
                <a:lnTo>
                  <a:pt x="11248423" y="6550414"/>
                </a:lnTo>
                <a:lnTo>
                  <a:pt x="11294805" y="6605892"/>
                </a:lnTo>
                <a:lnTo>
                  <a:pt x="11299665" y="6605892"/>
                </a:lnTo>
                <a:lnTo>
                  <a:pt x="11345558" y="6548737"/>
                </a:lnTo>
                <a:lnTo>
                  <a:pt x="11345558" y="6618035"/>
                </a:lnTo>
                <a:lnTo>
                  <a:pt x="11368873" y="6618035"/>
                </a:lnTo>
                <a:lnTo>
                  <a:pt x="11368873" y="6517311"/>
                </a:lnTo>
                <a:lnTo>
                  <a:pt x="11348725" y="6517311"/>
                </a:lnTo>
                <a:lnTo>
                  <a:pt x="11298687" y="6577070"/>
                </a:lnTo>
                <a:lnTo>
                  <a:pt x="11248423" y="6517311"/>
                </a:lnTo>
                <a:close/>
                <a:moveTo>
                  <a:pt x="11048135" y="6517311"/>
                </a:moveTo>
                <a:lnTo>
                  <a:pt x="11048135" y="6618035"/>
                </a:lnTo>
                <a:lnTo>
                  <a:pt x="11071096" y="6618035"/>
                </a:lnTo>
                <a:lnTo>
                  <a:pt x="11071096" y="6550414"/>
                </a:lnTo>
                <a:lnTo>
                  <a:pt x="11117478" y="6605892"/>
                </a:lnTo>
                <a:lnTo>
                  <a:pt x="11122331" y="6605892"/>
                </a:lnTo>
                <a:lnTo>
                  <a:pt x="11168239" y="6548737"/>
                </a:lnTo>
                <a:lnTo>
                  <a:pt x="11168239" y="6618035"/>
                </a:lnTo>
                <a:lnTo>
                  <a:pt x="11191554" y="6618035"/>
                </a:lnTo>
                <a:lnTo>
                  <a:pt x="11191554" y="6517311"/>
                </a:lnTo>
                <a:lnTo>
                  <a:pt x="11171399" y="6517311"/>
                </a:lnTo>
                <a:lnTo>
                  <a:pt x="11121368" y="6577070"/>
                </a:lnTo>
                <a:lnTo>
                  <a:pt x="11071096" y="6517311"/>
                </a:lnTo>
                <a:close/>
                <a:moveTo>
                  <a:pt x="10752277" y="6495162"/>
                </a:moveTo>
                <a:cubicBezTo>
                  <a:pt x="10729180" y="6495162"/>
                  <a:pt x="10721799" y="6501113"/>
                  <a:pt x="10721799" y="6524218"/>
                </a:cubicBezTo>
                <a:lnTo>
                  <a:pt x="10721799" y="6537775"/>
                </a:lnTo>
                <a:cubicBezTo>
                  <a:pt x="10721799" y="6560879"/>
                  <a:pt x="10729187" y="6566830"/>
                  <a:pt x="10752277" y="6566830"/>
                </a:cubicBezTo>
                <a:lnTo>
                  <a:pt x="10828955" y="6566830"/>
                </a:lnTo>
                <a:lnTo>
                  <a:pt x="10828955" y="6594930"/>
                </a:lnTo>
                <a:lnTo>
                  <a:pt x="10742052" y="6594930"/>
                </a:lnTo>
                <a:lnTo>
                  <a:pt x="10742052" y="6581704"/>
                </a:lnTo>
                <a:lnTo>
                  <a:pt x="10716796" y="6586948"/>
                </a:lnTo>
                <a:lnTo>
                  <a:pt x="10716796" y="6588979"/>
                </a:lnTo>
                <a:cubicBezTo>
                  <a:pt x="10716796" y="6612076"/>
                  <a:pt x="10724417" y="6618027"/>
                  <a:pt x="10747514" y="6618027"/>
                </a:cubicBezTo>
                <a:lnTo>
                  <a:pt x="10823486" y="6618027"/>
                </a:lnTo>
                <a:cubicBezTo>
                  <a:pt x="10846583" y="6618027"/>
                  <a:pt x="10854204" y="6612076"/>
                  <a:pt x="10854204" y="6588979"/>
                </a:cubicBezTo>
                <a:lnTo>
                  <a:pt x="10854204" y="6572074"/>
                </a:lnTo>
                <a:cubicBezTo>
                  <a:pt x="10854204" y="6548970"/>
                  <a:pt x="10846583" y="6543019"/>
                  <a:pt x="10823486" y="6543019"/>
                </a:cubicBezTo>
                <a:lnTo>
                  <a:pt x="10746799" y="6543019"/>
                </a:lnTo>
                <a:lnTo>
                  <a:pt x="10746799" y="6516596"/>
                </a:lnTo>
                <a:lnTo>
                  <a:pt x="10827285" y="6516596"/>
                </a:lnTo>
                <a:lnTo>
                  <a:pt x="10827285" y="6529905"/>
                </a:lnTo>
                <a:lnTo>
                  <a:pt x="10852526" y="6523954"/>
                </a:lnTo>
                <a:lnTo>
                  <a:pt x="10852526" y="6522074"/>
                </a:lnTo>
                <a:cubicBezTo>
                  <a:pt x="10852526" y="6500872"/>
                  <a:pt x="10843957" y="6495162"/>
                  <a:pt x="10822049" y="6495162"/>
                </a:cubicBezTo>
                <a:close/>
                <a:moveTo>
                  <a:pt x="11554221" y="6392873"/>
                </a:moveTo>
                <a:lnTo>
                  <a:pt x="11591123" y="6423591"/>
                </a:lnTo>
                <a:lnTo>
                  <a:pt x="11579695" y="6433349"/>
                </a:lnTo>
                <a:lnTo>
                  <a:pt x="11522795" y="6433349"/>
                </a:lnTo>
                <a:lnTo>
                  <a:pt x="11522795" y="6433342"/>
                </a:lnTo>
                <a:lnTo>
                  <a:pt x="11522795" y="6412396"/>
                </a:lnTo>
                <a:close/>
                <a:moveTo>
                  <a:pt x="10923532" y="6371439"/>
                </a:moveTo>
                <a:lnTo>
                  <a:pt x="10979491" y="6371439"/>
                </a:lnTo>
                <a:cubicBezTo>
                  <a:pt x="10986864" y="6371439"/>
                  <a:pt x="10990685" y="6372876"/>
                  <a:pt x="10990685" y="6379534"/>
                </a:cubicBezTo>
                <a:lnTo>
                  <a:pt x="10990685" y="6391203"/>
                </a:lnTo>
                <a:cubicBezTo>
                  <a:pt x="10990685" y="6397876"/>
                  <a:pt x="10986864" y="6399298"/>
                  <a:pt x="10979491" y="6399298"/>
                </a:cubicBezTo>
                <a:lnTo>
                  <a:pt x="10923532" y="6399298"/>
                </a:lnTo>
                <a:close/>
                <a:moveTo>
                  <a:pt x="11349305" y="6354060"/>
                </a:moveTo>
                <a:cubicBezTo>
                  <a:pt x="11329541" y="6354060"/>
                  <a:pt x="11322868" y="6358830"/>
                  <a:pt x="11322868" y="6377879"/>
                </a:cubicBezTo>
                <a:lnTo>
                  <a:pt x="11322868" y="6389074"/>
                </a:lnTo>
                <a:cubicBezTo>
                  <a:pt x="11322868" y="6408123"/>
                  <a:pt x="11329541" y="6412878"/>
                  <a:pt x="11349305" y="6412878"/>
                </a:cubicBezTo>
                <a:lnTo>
                  <a:pt x="11414541" y="6412878"/>
                </a:lnTo>
                <a:lnTo>
                  <a:pt x="11414541" y="6435983"/>
                </a:lnTo>
                <a:lnTo>
                  <a:pt x="11340480" y="6435983"/>
                </a:lnTo>
                <a:lnTo>
                  <a:pt x="11340480" y="6425375"/>
                </a:lnTo>
                <a:lnTo>
                  <a:pt x="11318587" y="6429430"/>
                </a:lnTo>
                <a:lnTo>
                  <a:pt x="11318587" y="6430980"/>
                </a:lnTo>
                <a:cubicBezTo>
                  <a:pt x="11318587" y="6449796"/>
                  <a:pt x="11325012" y="6454784"/>
                  <a:pt x="11345009" y="6454784"/>
                </a:cubicBezTo>
                <a:lnTo>
                  <a:pt x="11410501" y="6454784"/>
                </a:lnTo>
                <a:cubicBezTo>
                  <a:pt x="11430498" y="6454784"/>
                  <a:pt x="11436690" y="6449796"/>
                  <a:pt x="11436690" y="6430980"/>
                </a:cubicBezTo>
                <a:lnTo>
                  <a:pt x="11436690" y="6417166"/>
                </a:lnTo>
                <a:cubicBezTo>
                  <a:pt x="11436690" y="6398117"/>
                  <a:pt x="11430506" y="6393362"/>
                  <a:pt x="11410501" y="6393362"/>
                </a:cubicBezTo>
                <a:lnTo>
                  <a:pt x="11345009" y="6393362"/>
                </a:lnTo>
                <a:lnTo>
                  <a:pt x="11345009" y="6372154"/>
                </a:lnTo>
                <a:lnTo>
                  <a:pt x="11414300" y="6372154"/>
                </a:lnTo>
                <a:lnTo>
                  <a:pt x="11414300" y="6381565"/>
                </a:lnTo>
                <a:lnTo>
                  <a:pt x="11435486" y="6377051"/>
                </a:lnTo>
                <a:lnTo>
                  <a:pt x="11435486" y="6375968"/>
                </a:lnTo>
                <a:cubicBezTo>
                  <a:pt x="11435486" y="6358356"/>
                  <a:pt x="11427639" y="6354060"/>
                  <a:pt x="11409064" y="6354060"/>
                </a:cubicBezTo>
                <a:close/>
                <a:moveTo>
                  <a:pt x="11184971" y="6354060"/>
                </a:moveTo>
                <a:lnTo>
                  <a:pt x="11184971" y="6454776"/>
                </a:lnTo>
                <a:lnTo>
                  <a:pt x="11294264" y="6454776"/>
                </a:lnTo>
                <a:lnTo>
                  <a:pt x="11294264" y="6435967"/>
                </a:lnTo>
                <a:lnTo>
                  <a:pt x="11209738" y="6435967"/>
                </a:lnTo>
                <a:lnTo>
                  <a:pt x="11209738" y="6411200"/>
                </a:lnTo>
                <a:lnTo>
                  <a:pt x="11258310" y="6411200"/>
                </a:lnTo>
                <a:lnTo>
                  <a:pt x="11258310" y="6393821"/>
                </a:lnTo>
                <a:lnTo>
                  <a:pt x="11209738" y="6393821"/>
                </a:lnTo>
                <a:lnTo>
                  <a:pt x="11209738" y="6371913"/>
                </a:lnTo>
                <a:lnTo>
                  <a:pt x="11293083" y="6371913"/>
                </a:lnTo>
                <a:lnTo>
                  <a:pt x="11293083" y="6354060"/>
                </a:lnTo>
                <a:close/>
                <a:moveTo>
                  <a:pt x="11047262" y="6354060"/>
                </a:moveTo>
                <a:lnTo>
                  <a:pt x="11047262" y="6454776"/>
                </a:lnTo>
                <a:lnTo>
                  <a:pt x="11156555" y="6454776"/>
                </a:lnTo>
                <a:lnTo>
                  <a:pt x="11156555" y="6435967"/>
                </a:lnTo>
                <a:lnTo>
                  <a:pt x="11072029" y="6435967"/>
                </a:lnTo>
                <a:lnTo>
                  <a:pt x="11072029" y="6411200"/>
                </a:lnTo>
                <a:lnTo>
                  <a:pt x="11120601" y="6411200"/>
                </a:lnTo>
                <a:lnTo>
                  <a:pt x="11120601" y="6393821"/>
                </a:lnTo>
                <a:lnTo>
                  <a:pt x="11072029" y="6393821"/>
                </a:lnTo>
                <a:lnTo>
                  <a:pt x="11072029" y="6371913"/>
                </a:lnTo>
                <a:lnTo>
                  <a:pt x="11155374" y="6371913"/>
                </a:lnTo>
                <a:lnTo>
                  <a:pt x="11155374" y="6354060"/>
                </a:lnTo>
                <a:close/>
                <a:moveTo>
                  <a:pt x="10899246" y="6354060"/>
                </a:moveTo>
                <a:lnTo>
                  <a:pt x="10899246" y="6454776"/>
                </a:lnTo>
                <a:lnTo>
                  <a:pt x="10923539" y="6454776"/>
                </a:lnTo>
                <a:lnTo>
                  <a:pt x="10923539" y="6416670"/>
                </a:lnTo>
                <a:lnTo>
                  <a:pt x="10946636" y="6416670"/>
                </a:lnTo>
                <a:lnTo>
                  <a:pt x="10988782" y="6454776"/>
                </a:lnTo>
                <a:lnTo>
                  <a:pt x="11024029" y="6454776"/>
                </a:lnTo>
                <a:lnTo>
                  <a:pt x="10976158" y="6416670"/>
                </a:lnTo>
                <a:lnTo>
                  <a:pt x="10989971" y="6416670"/>
                </a:lnTo>
                <a:cubicBezTo>
                  <a:pt x="11006169" y="6416670"/>
                  <a:pt x="11013549" y="6411193"/>
                  <a:pt x="11013549" y="6397395"/>
                </a:cubicBezTo>
                <a:lnTo>
                  <a:pt x="11013549" y="6373583"/>
                </a:lnTo>
                <a:cubicBezTo>
                  <a:pt x="11013549" y="6359537"/>
                  <a:pt x="11006161" y="6354060"/>
                  <a:pt x="10989971" y="6354060"/>
                </a:cubicBezTo>
                <a:close/>
                <a:moveTo>
                  <a:pt x="10749425" y="6353819"/>
                </a:moveTo>
                <a:lnTo>
                  <a:pt x="10800140" y="6353819"/>
                </a:lnTo>
                <a:cubicBezTo>
                  <a:pt x="10827052" y="6353819"/>
                  <a:pt x="10840624" y="6367158"/>
                  <a:pt x="10840624" y="6392158"/>
                </a:cubicBezTo>
                <a:cubicBezTo>
                  <a:pt x="10840624" y="6422636"/>
                  <a:pt x="10822523" y="6431686"/>
                  <a:pt x="10786327" y="6431686"/>
                </a:cubicBezTo>
                <a:lnTo>
                  <a:pt x="10749425" y="6431686"/>
                </a:lnTo>
                <a:close/>
                <a:moveTo>
                  <a:pt x="11558990" y="6331911"/>
                </a:moveTo>
                <a:cubicBezTo>
                  <a:pt x="11538030" y="6331911"/>
                  <a:pt x="11528513" y="6336681"/>
                  <a:pt x="11528513" y="6354293"/>
                </a:cubicBezTo>
                <a:lnTo>
                  <a:pt x="11528513" y="6361192"/>
                </a:lnTo>
                <a:cubicBezTo>
                  <a:pt x="11528513" y="6368339"/>
                  <a:pt x="11531846" y="6373816"/>
                  <a:pt x="11538993" y="6379767"/>
                </a:cubicBezTo>
                <a:lnTo>
                  <a:pt x="11513978" y="6394776"/>
                </a:lnTo>
                <a:cubicBezTo>
                  <a:pt x="11503272" y="6401202"/>
                  <a:pt x="11498743" y="6405008"/>
                  <a:pt x="11498743" y="6417633"/>
                </a:cubicBezTo>
                <a:lnTo>
                  <a:pt x="11498743" y="6425728"/>
                </a:lnTo>
                <a:cubicBezTo>
                  <a:pt x="11498743" y="6448825"/>
                  <a:pt x="11506364" y="6454776"/>
                  <a:pt x="11529454" y="6454776"/>
                </a:cubicBezTo>
                <a:lnTo>
                  <a:pt x="11573270" y="6454776"/>
                </a:lnTo>
                <a:cubicBezTo>
                  <a:pt x="11583502" y="6454776"/>
                  <a:pt x="11588505" y="6454302"/>
                  <a:pt x="11596367" y="6447388"/>
                </a:cubicBezTo>
                <a:lnTo>
                  <a:pt x="11607321" y="6437630"/>
                </a:lnTo>
                <a:lnTo>
                  <a:pt x="11627559" y="6454776"/>
                </a:lnTo>
                <a:lnTo>
                  <a:pt x="11664950" y="6454776"/>
                </a:lnTo>
                <a:lnTo>
                  <a:pt x="11626137" y="6422147"/>
                </a:lnTo>
                <a:lnTo>
                  <a:pt x="11654470" y="6398583"/>
                </a:lnTo>
                <a:lnTo>
                  <a:pt x="11638272" y="6384537"/>
                </a:lnTo>
                <a:lnTo>
                  <a:pt x="11609698" y="6408341"/>
                </a:lnTo>
                <a:lnTo>
                  <a:pt x="11551836" y="6360244"/>
                </a:lnTo>
                <a:lnTo>
                  <a:pt x="11551836" y="6351434"/>
                </a:lnTo>
                <a:lnTo>
                  <a:pt x="11592086" y="6351434"/>
                </a:lnTo>
                <a:lnTo>
                  <a:pt x="11592086" y="6367873"/>
                </a:lnTo>
                <a:lnTo>
                  <a:pt x="11614220" y="6364066"/>
                </a:lnTo>
                <a:lnTo>
                  <a:pt x="11614220" y="6356678"/>
                </a:lnTo>
                <a:cubicBezTo>
                  <a:pt x="11614220" y="6336681"/>
                  <a:pt x="11605884" y="6331911"/>
                  <a:pt x="11583742" y="6331911"/>
                </a:cubicBezTo>
                <a:close/>
                <a:moveTo>
                  <a:pt x="10720851" y="6331911"/>
                </a:moveTo>
                <a:lnTo>
                  <a:pt x="10720851" y="6454776"/>
                </a:lnTo>
                <a:lnTo>
                  <a:pt x="10792527" y="6454776"/>
                </a:lnTo>
                <a:cubicBezTo>
                  <a:pt x="10814420" y="6454776"/>
                  <a:pt x="10831092" y="6452632"/>
                  <a:pt x="10843009" y="6445259"/>
                </a:cubicBezTo>
                <a:cubicBezTo>
                  <a:pt x="10860155" y="6434779"/>
                  <a:pt x="10870146" y="6415729"/>
                  <a:pt x="10870146" y="6392632"/>
                </a:cubicBezTo>
                <a:cubicBezTo>
                  <a:pt x="10870146" y="6354534"/>
                  <a:pt x="10845868" y="6331911"/>
                  <a:pt x="10799900" y="6331911"/>
                </a:cubicBezTo>
                <a:close/>
                <a:moveTo>
                  <a:pt x="0" y="0"/>
                </a:moveTo>
                <a:lnTo>
                  <a:pt x="4267200" y="0"/>
                </a:lnTo>
                <a:lnTo>
                  <a:pt x="6096000" y="0"/>
                </a:lnTo>
                <a:lnTo>
                  <a:pt x="11668801" y="0"/>
                </a:lnTo>
                <a:lnTo>
                  <a:pt x="11963400" y="0"/>
                </a:lnTo>
                <a:lnTo>
                  <a:pt x="12192000" y="0"/>
                </a:lnTo>
                <a:lnTo>
                  <a:pt x="12192000" y="6858000"/>
                </a:lnTo>
                <a:lnTo>
                  <a:pt x="0" y="6858000"/>
                </a:lnTo>
                <a:close/>
              </a:path>
            </a:pathLst>
          </a:custGeom>
          <a:pattFill prst="ltUpDiag">
            <a:fgClr>
              <a:schemeClr val="bg1">
                <a:lumMod val="95000"/>
              </a:schemeClr>
            </a:fgClr>
            <a:bgClr>
              <a:schemeClr val="bg1"/>
            </a:bgClr>
          </a:pattFill>
        </p:spPr>
        <p:txBody>
          <a:bodyPr wrap="square">
            <a:noAutofit/>
          </a:bodyPr>
          <a:lstStyle/>
          <a:p>
            <a:r>
              <a:rPr lang="de-DE"/>
              <a:t>Bild durch Klicken auf Symbol hinzufügen</a:t>
            </a:r>
            <a:endParaRPr lang="en-US"/>
          </a:p>
        </p:txBody>
      </p:sp>
      <p:sp>
        <p:nvSpPr>
          <p:cNvPr id="2" name="title">
            <a:extLst>
              <a:ext uri="{FF2B5EF4-FFF2-40B4-BE49-F238E27FC236}">
                <a16:creationId xmlns:a16="http://schemas.microsoft.com/office/drawing/2014/main" id="{8FFCB50B-5503-4467-8A0F-9FBB8B48B97D}"/>
              </a:ext>
            </a:extLst>
          </p:cNvPr>
          <p:cNvSpPr>
            <a:spLocks noGrp="1"/>
          </p:cNvSpPr>
          <p:nvPr>
            <p:ph type="title"/>
          </p:nvPr>
        </p:nvSpPr>
        <p:spPr bwMode="gray">
          <a:xfrm>
            <a:off x="6096000" y="0"/>
            <a:ext cx="5572801" cy="1735120"/>
          </a:xfrm>
          <a:solidFill>
            <a:schemeClr val="bg1"/>
          </a:solidFill>
        </p:spPr>
        <p:txBody>
          <a:bodyPr wrap="square" lIns="288000" tIns="633600" rIns="288000" bIns="216000" anchor="t">
            <a:spAutoFit/>
          </a:bodyPr>
          <a:lstStyle>
            <a:lvl1pPr>
              <a:defRPr sz="3200"/>
            </a:lvl1pPr>
          </a:lstStyle>
          <a:p>
            <a:r>
              <a:rPr lang="de-DE"/>
              <a:t>Mastertitelformat bearbeiten</a:t>
            </a:r>
            <a:endParaRPr lang="en-US"/>
          </a:p>
        </p:txBody>
      </p:sp>
      <p:sp>
        <p:nvSpPr>
          <p:cNvPr id="3" name="copyright right">
            <a:extLst>
              <a:ext uri="{FF2B5EF4-FFF2-40B4-BE49-F238E27FC236}">
                <a16:creationId xmlns:a16="http://schemas.microsoft.com/office/drawing/2014/main" id="{7DC154FB-306D-D92D-DB72-7529A095C004}"/>
              </a:ext>
              <a:ext uri="{C183D7F6-B498-43B3-948B-1728B52AA6E4}">
                <adec:decorative xmlns:adec="http://schemas.microsoft.com/office/drawing/2017/decorative" val="1"/>
              </a:ext>
            </a:extLst>
          </p:cNvPr>
          <p:cNvSpPr>
            <a:spLocks noGrp="1"/>
          </p:cNvSpPr>
          <p:nvPr>
            <p:ph type="body" sz="quarter" idx="21" hasCustomPrompt="1"/>
          </p:nvPr>
        </p:nvSpPr>
        <p:spPr>
          <a:xfrm rot="16200000">
            <a:off x="11672798" y="5759643"/>
            <a:ext cx="580379" cy="92333"/>
          </a:xfrm>
          <a:solidFill>
            <a:schemeClr val="bg1">
              <a:alpha val="0"/>
            </a:schemeClr>
          </a:solidFill>
        </p:spPr>
        <p:txBody>
          <a:bodyPr wrap="none" anchor="t"/>
          <a:lstStyle>
            <a:lvl1pPr>
              <a:spcBef>
                <a:spcPts val="0"/>
              </a:spcBef>
              <a:spcAft>
                <a:spcPts val="0"/>
              </a:spcAft>
              <a:defRPr sz="600">
                <a:solidFill>
                  <a:srgbClr val="B2B2B2"/>
                </a:solidFill>
              </a:defRPr>
            </a:lvl1pPr>
          </a:lstStyle>
          <a:p>
            <a:pPr lvl="0"/>
            <a:r>
              <a:rPr lang="de-DE" noProof="0"/>
              <a:t>© Copyright</a:t>
            </a:r>
          </a:p>
        </p:txBody>
      </p:sp>
      <p:sp>
        <p:nvSpPr>
          <p:cNvPr id="6" name="slide number">
            <a:extLst>
              <a:ext uri="{FF2B5EF4-FFF2-40B4-BE49-F238E27FC236}">
                <a16:creationId xmlns:a16="http://schemas.microsoft.com/office/drawing/2014/main" id="{90B54C2D-8235-4852-8EB7-5E05529B2499}"/>
              </a:ext>
            </a:extLst>
          </p:cNvPr>
          <p:cNvSpPr>
            <a:spLocks noGrp="1"/>
          </p:cNvSpPr>
          <p:nvPr>
            <p:ph type="sldNum" sz="quarter" idx="12"/>
          </p:nvPr>
        </p:nvSpPr>
        <p:spPr bwMode="gray">
          <a:xfrm>
            <a:off x="525600" y="6386399"/>
            <a:ext cx="234000" cy="180000"/>
          </a:xfrm>
        </p:spPr>
        <p:txBody>
          <a:bodyPr lIns="0" tIns="0" rIns="0" bIns="0"/>
          <a:lstStyle>
            <a:lvl1pPr>
              <a:defRPr>
                <a:solidFill>
                  <a:schemeClr val="bg1"/>
                </a:solidFill>
              </a:defRPr>
            </a:lvl1pPr>
          </a:lstStyle>
          <a:p>
            <a:fld id="{9829449A-3FF3-45CE-9F4F-09BADC0910C6}" type="slidenum">
              <a:rPr lang="de-DE"/>
              <a:pPr/>
              <a:t>‹Nr.›</a:t>
            </a:fld>
            <a:endParaRPr lang="de-DE"/>
          </a:p>
        </p:txBody>
      </p:sp>
      <p:sp>
        <p:nvSpPr>
          <p:cNvPr id="5" name="footer">
            <a:extLst>
              <a:ext uri="{FF2B5EF4-FFF2-40B4-BE49-F238E27FC236}">
                <a16:creationId xmlns:a16="http://schemas.microsoft.com/office/drawing/2014/main" id="{A4534FC4-D037-44B0-B266-D9E820FC1DF2}"/>
              </a:ext>
            </a:extLst>
          </p:cNvPr>
          <p:cNvSpPr>
            <a:spLocks noGrp="1"/>
          </p:cNvSpPr>
          <p:nvPr>
            <p:ph type="ftr" sz="quarter" idx="11"/>
          </p:nvPr>
        </p:nvSpPr>
        <p:spPr bwMode="gray">
          <a:xfrm>
            <a:off x="763200" y="6386399"/>
            <a:ext cx="7880400" cy="180000"/>
          </a:xfrm>
        </p:spPr>
        <p:txBody>
          <a:bodyPr lIns="0" tIns="0" rIns="0" bIns="0"/>
          <a:lstStyle>
            <a:lvl1pPr>
              <a:defRPr>
                <a:solidFill>
                  <a:schemeClr val="bg1"/>
                </a:solidFill>
              </a:defRPr>
            </a:lvl1pPr>
          </a:lstStyle>
          <a:p>
            <a:r>
              <a:rPr lang="de-DE"/>
              <a:t>SNB - TGA - 28.08.2026</a:t>
            </a:r>
          </a:p>
        </p:txBody>
      </p:sp>
      <p:sp>
        <p:nvSpPr>
          <p:cNvPr id="16" name="logo drees&amp;sommer white">
            <a:extLst>
              <a:ext uri="{FF2B5EF4-FFF2-40B4-BE49-F238E27FC236}">
                <a16:creationId xmlns:a16="http://schemas.microsoft.com/office/drawing/2014/main" id="{C5A4F7E3-6A86-447A-9CFF-A1484D8D1910}"/>
              </a:ext>
              <a:ext uri="{C183D7F6-B498-43B3-948B-1728B52AA6E4}">
                <adec:decorative xmlns:adec="http://schemas.microsoft.com/office/drawing/2017/decorative" val="1"/>
              </a:ext>
            </a:extLst>
          </p:cNvPr>
          <p:cNvSpPr>
            <a:spLocks noGrp="1"/>
          </p:cNvSpPr>
          <p:nvPr>
            <p:ph type="media" sz="quarter" idx="20"/>
          </p:nvPr>
        </p:nvSpPr>
        <p:spPr bwMode="gray">
          <a:xfrm>
            <a:off x="10716797" y="6330042"/>
            <a:ext cx="946800" cy="288000"/>
          </a:xfrm>
          <a:blipFill>
            <a:blip r:embed="rId3" cstate="print">
              <a:extLst>
                <a:ext uri="{28A0092B-C50C-407E-A947-70E740481C1C}">
                  <a14:useLocalDpi xmlns:a14="http://schemas.microsoft.com/office/drawing/2010/main"/>
                </a:ext>
              </a:extLst>
            </a:blip>
            <a:stretch>
              <a:fillRect/>
            </a:stretch>
          </a:blipFill>
          <a:ln w="15875" cap="flat">
            <a:noFill/>
            <a:prstDash val="lgDash"/>
          </a:ln>
        </p:spPr>
        <p:txBody>
          <a:bodyPr/>
          <a:lstStyle>
            <a:lvl1pPr>
              <a:defRPr sz="100">
                <a:solidFill>
                  <a:schemeClr val="bg1"/>
                </a:solidFill>
              </a:defRPr>
            </a:lvl1pPr>
          </a:lstStyle>
          <a:p>
            <a:r>
              <a:rPr lang="de-DE"/>
              <a:t>Mediaclip durch Klicken auf Symbol hinzufügen</a:t>
            </a:r>
          </a:p>
        </p:txBody>
      </p:sp>
      <p:grpSp>
        <p:nvGrpSpPr>
          <p:cNvPr id="4" name="info">
            <a:extLst>
              <a:ext uri="{FF2B5EF4-FFF2-40B4-BE49-F238E27FC236}">
                <a16:creationId xmlns:a16="http://schemas.microsoft.com/office/drawing/2014/main" id="{76E1E10A-6067-AAC9-38B4-08595A51E424}"/>
              </a:ext>
              <a:ext uri="{C183D7F6-B498-43B3-948B-1728B52AA6E4}">
                <adec:decorative xmlns:adec="http://schemas.microsoft.com/office/drawing/2017/decorative" val="1"/>
              </a:ext>
            </a:extLst>
          </p:cNvPr>
          <p:cNvGrpSpPr/>
          <p:nvPr userDrawn="1"/>
        </p:nvGrpSpPr>
        <p:grpSpPr>
          <a:xfrm flipH="1">
            <a:off x="11233150" y="6990442"/>
            <a:ext cx="1501080" cy="886759"/>
            <a:chOff x="11406324" y="7739173"/>
            <a:chExt cx="1501080" cy="886759"/>
          </a:xfrm>
          <a:effectLst>
            <a:outerShdw blurRad="50800" dist="38100" dir="13500000" algn="br" rotWithShape="0">
              <a:prstClr val="black">
                <a:alpha val="40000"/>
              </a:prstClr>
            </a:outerShdw>
          </a:effectLst>
        </p:grpSpPr>
        <p:sp>
          <p:nvSpPr>
            <p:cNvPr id="8" name="info">
              <a:extLst>
                <a:ext uri="{FF2B5EF4-FFF2-40B4-BE49-F238E27FC236}">
                  <a16:creationId xmlns:a16="http://schemas.microsoft.com/office/drawing/2014/main" id="{10AAEB23-597C-9719-FA8F-E590424E7A70}"/>
                </a:ext>
              </a:extLst>
            </p:cNvPr>
            <p:cNvSpPr/>
            <p:nvPr userDrawn="1"/>
          </p:nvSpPr>
          <p:spPr bwMode="gray">
            <a:xfrm rot="5400000" flipH="1" flipV="1">
              <a:off x="12275350" y="7831227"/>
              <a:ext cx="724107"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tx2"/>
                </a:solidFill>
              </a:endParaRPr>
            </a:p>
            <a:p>
              <a:pPr indent="0" algn="l">
                <a:lnSpc>
                  <a:spcPct val="100000"/>
                </a:lnSpc>
                <a:spcBef>
                  <a:spcPts val="400"/>
                </a:spcBef>
                <a:spcAft>
                  <a:spcPts val="400"/>
                </a:spcAft>
              </a:pPr>
              <a:endParaRPr lang="en-US" sz="1050">
                <a:solidFill>
                  <a:schemeClr val="tx2"/>
                </a:solidFill>
              </a:endParaRPr>
            </a:p>
          </p:txBody>
        </p:sp>
        <p:sp>
          <p:nvSpPr>
            <p:cNvPr id="9" name="info">
              <a:extLst>
                <a:ext uri="{FF2B5EF4-FFF2-40B4-BE49-F238E27FC236}">
                  <a16:creationId xmlns:a16="http://schemas.microsoft.com/office/drawing/2014/main" id="{4AB282EB-9AED-DAD6-713B-4C3F07D2E709}"/>
                </a:ext>
              </a:extLst>
            </p:cNvPr>
            <p:cNvSpPr/>
            <p:nvPr userDrawn="1"/>
          </p:nvSpPr>
          <p:spPr bwMode="gray">
            <a:xfrm flipH="1">
              <a:off x="11406324" y="8011954"/>
              <a:ext cx="1501080" cy="61397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spAutoFit/>
            </a:bodyPr>
            <a:lstStyle/>
            <a:p>
              <a:pPr indent="0" algn="r">
                <a:lnSpc>
                  <a:spcPct val="100000"/>
                </a:lnSpc>
                <a:spcBef>
                  <a:spcPts val="400"/>
                </a:spcBef>
                <a:spcAft>
                  <a:spcPts val="400"/>
                </a:spcAft>
              </a:pPr>
              <a:r>
                <a:rPr lang="en-US" sz="1050" b="0" kern="1200" cap="none">
                  <a:solidFill>
                    <a:schemeClr val="bg1"/>
                  </a:solidFill>
                  <a:latin typeface="+mn-lt"/>
                  <a:ea typeface="+mn-ea"/>
                  <a:cs typeface="+mn-cs"/>
                </a:rPr>
                <a:t>Delete the white logo </a:t>
              </a:r>
              <a:br>
                <a:rPr lang="en-US" sz="1050" b="0" kern="1200" cap="none">
                  <a:solidFill>
                    <a:schemeClr val="bg1"/>
                  </a:solidFill>
                  <a:latin typeface="+mn-lt"/>
                  <a:ea typeface="+mn-ea"/>
                  <a:cs typeface="+mn-cs"/>
                </a:rPr>
              </a:br>
              <a:r>
                <a:rPr lang="en-US" sz="1050" b="0" kern="1200" cap="none">
                  <a:solidFill>
                    <a:schemeClr val="bg1"/>
                  </a:solidFill>
                  <a:latin typeface="+mn-lt"/>
                  <a:ea typeface="+mn-ea"/>
                  <a:cs typeface="+mn-cs"/>
                </a:rPr>
                <a:t>to get the </a:t>
              </a:r>
              <a:r>
                <a:rPr lang="en-US" sz="1050" b="1" kern="1200" cap="all">
                  <a:solidFill>
                    <a:schemeClr val="bg1"/>
                  </a:solidFill>
                  <a:latin typeface="+mn-lt"/>
                  <a:ea typeface="+mn-ea"/>
                  <a:cs typeface="+mn-cs"/>
                </a:rPr>
                <a:t>BLUE LOGO</a:t>
              </a:r>
            </a:p>
          </p:txBody>
        </p:sp>
      </p:grpSp>
      <p:grpSp>
        <p:nvGrpSpPr>
          <p:cNvPr id="20" name="info">
            <a:extLst>
              <a:ext uri="{FF2B5EF4-FFF2-40B4-BE49-F238E27FC236}">
                <a16:creationId xmlns:a16="http://schemas.microsoft.com/office/drawing/2014/main" id="{ADB5F107-2364-9CC7-8DE3-BE8B73F9D938}"/>
              </a:ext>
            </a:extLst>
          </p:cNvPr>
          <p:cNvGrpSpPr/>
          <p:nvPr userDrawn="1"/>
        </p:nvGrpSpPr>
        <p:grpSpPr>
          <a:xfrm>
            <a:off x="12327529" y="2286672"/>
            <a:ext cx="2500337" cy="3809327"/>
            <a:chOff x="12327529" y="2826889"/>
            <a:chExt cx="2500337" cy="3809327"/>
          </a:xfrm>
          <a:effectLst>
            <a:outerShdw blurRad="50800" dist="38100" dir="8100000" algn="tr" rotWithShape="0">
              <a:prstClr val="black">
                <a:alpha val="40000"/>
              </a:prstClr>
            </a:outerShdw>
          </a:effectLst>
        </p:grpSpPr>
        <p:grpSp>
          <p:nvGrpSpPr>
            <p:cNvPr id="21" name="info">
              <a:extLst>
                <a:ext uri="{FF2B5EF4-FFF2-40B4-BE49-F238E27FC236}">
                  <a16:creationId xmlns:a16="http://schemas.microsoft.com/office/drawing/2014/main" id="{DBFC9FDC-A3E2-080F-25FB-F2FC21483F36}"/>
                </a:ext>
              </a:extLst>
            </p:cNvPr>
            <p:cNvGrpSpPr/>
            <p:nvPr userDrawn="1"/>
          </p:nvGrpSpPr>
          <p:grpSpPr>
            <a:xfrm>
              <a:off x="12596337" y="2826889"/>
              <a:ext cx="2231529" cy="1408806"/>
              <a:chOff x="12565380" y="2187776"/>
              <a:chExt cx="2231529" cy="1408806"/>
            </a:xfrm>
          </p:grpSpPr>
          <p:sp>
            <p:nvSpPr>
              <p:cNvPr id="25" name="info">
                <a:extLst>
                  <a:ext uri="{FF2B5EF4-FFF2-40B4-BE49-F238E27FC236}">
                    <a16:creationId xmlns:a16="http://schemas.microsoft.com/office/drawing/2014/main" id="{CFBC8525-EE06-26FD-DB88-F8D13DEE8D3A}"/>
                  </a:ext>
                </a:extLst>
              </p:cNvPr>
              <p:cNvSpPr/>
              <p:nvPr userDrawn="1"/>
            </p:nvSpPr>
            <p:spPr bwMode="gray">
              <a:xfrm rot="16200000" flipH="1">
                <a:off x="12153929" y="2645131"/>
                <a:ext cx="1362902"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26" name="info">
                <a:extLst>
                  <a:ext uri="{FF2B5EF4-FFF2-40B4-BE49-F238E27FC236}">
                    <a16:creationId xmlns:a16="http://schemas.microsoft.com/office/drawing/2014/main" id="{8634FCCE-0981-5038-536E-458454A020EB}"/>
                  </a:ext>
                </a:extLst>
              </p:cNvPr>
              <p:cNvSpPr/>
              <p:nvPr userDrawn="1"/>
            </p:nvSpPr>
            <p:spPr bwMode="gray">
              <a:xfrm flipH="1">
                <a:off x="12565380" y="2187776"/>
                <a:ext cx="2231529" cy="114232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kern="1200" cap="all">
                    <a:solidFill>
                      <a:schemeClr val="bg1"/>
                    </a:solidFill>
                    <a:latin typeface="+mn-lt"/>
                    <a:ea typeface="+mn-ea"/>
                    <a:cs typeface="+mn-cs"/>
                  </a:rPr>
                  <a:t>IMAGE Credit Formatting</a:t>
                </a:r>
              </a:p>
              <a:p>
                <a:pPr indent="0" algn="l">
                  <a:lnSpc>
                    <a:spcPct val="100000"/>
                  </a:lnSpc>
                  <a:spcBef>
                    <a:spcPts val="400"/>
                  </a:spcBef>
                  <a:spcAft>
                    <a:spcPts val="400"/>
                  </a:spcAft>
                </a:pPr>
                <a:r>
                  <a:rPr lang="en-US" sz="1050" b="0" kern="1200" cap="none">
                    <a:solidFill>
                      <a:schemeClr val="bg1"/>
                    </a:solidFill>
                    <a:latin typeface="+mn-lt"/>
                    <a:ea typeface="+mn-ea"/>
                    <a:cs typeface="+mn-cs"/>
                  </a:rPr>
                  <a:t>Examples!</a:t>
                </a:r>
              </a:p>
              <a:p>
                <a:pPr indent="0" algn="l">
                  <a:lnSpc>
                    <a:spcPct val="100000"/>
                  </a:lnSpc>
                  <a:spcBef>
                    <a:spcPts val="400"/>
                  </a:spcBef>
                  <a:spcAft>
                    <a:spcPts val="400"/>
                  </a:spcAft>
                </a:pPr>
                <a:r>
                  <a:rPr lang="en-US" sz="1050" b="0" kern="1200" cap="none">
                    <a:solidFill>
                      <a:schemeClr val="bg1"/>
                    </a:solidFill>
                    <a:latin typeface="+mn-lt"/>
                    <a:ea typeface="+mn-ea"/>
                    <a:cs typeface="+mn-cs"/>
                  </a:rPr>
                  <a:t>© Westend66 – gettyimages.com</a:t>
                </a:r>
                <a:br>
                  <a:rPr lang="en-US" sz="1050" b="0" kern="1200" cap="none">
                    <a:solidFill>
                      <a:schemeClr val="bg1"/>
                    </a:solidFill>
                    <a:latin typeface="+mn-lt"/>
                    <a:ea typeface="+mn-ea"/>
                    <a:cs typeface="+mn-cs"/>
                  </a:rPr>
                </a:br>
                <a:r>
                  <a:rPr lang="en-US" sz="1050" b="0" kern="1200" cap="none">
                    <a:solidFill>
                      <a:schemeClr val="bg1"/>
                    </a:solidFill>
                    <a:latin typeface="+mn-lt"/>
                    <a:ea typeface="+mn-ea"/>
                    <a:cs typeface="+mn-cs"/>
                  </a:rPr>
                  <a:t>© AI generated – Drees &amp; Sommer</a:t>
                </a:r>
              </a:p>
            </p:txBody>
          </p:sp>
        </p:grpSp>
        <p:grpSp>
          <p:nvGrpSpPr>
            <p:cNvPr id="22" name="info">
              <a:extLst>
                <a:ext uri="{FF2B5EF4-FFF2-40B4-BE49-F238E27FC236}">
                  <a16:creationId xmlns:a16="http://schemas.microsoft.com/office/drawing/2014/main" id="{3ED05CCB-C9E5-2A11-12C1-C451F61F64D2}"/>
                </a:ext>
              </a:extLst>
            </p:cNvPr>
            <p:cNvGrpSpPr>
              <a:grpSpLocks/>
            </p:cNvGrpSpPr>
            <p:nvPr userDrawn="1"/>
          </p:nvGrpSpPr>
          <p:grpSpPr>
            <a:xfrm>
              <a:off x="12327529" y="4319208"/>
              <a:ext cx="2500335" cy="2317008"/>
              <a:chOff x="12327530" y="4025846"/>
              <a:chExt cx="2500335" cy="2317008"/>
            </a:xfrm>
          </p:grpSpPr>
          <p:sp>
            <p:nvSpPr>
              <p:cNvPr id="23" name="info">
                <a:extLst>
                  <a:ext uri="{FF2B5EF4-FFF2-40B4-BE49-F238E27FC236}">
                    <a16:creationId xmlns:a16="http://schemas.microsoft.com/office/drawing/2014/main" id="{BD3BBA97-CCCB-E3EE-0069-7DD0668CDDE3}"/>
                  </a:ext>
                </a:extLst>
              </p:cNvPr>
              <p:cNvSpPr/>
              <p:nvPr userDrawn="1"/>
            </p:nvSpPr>
            <p:spPr bwMode="gray">
              <a:xfrm flipH="1">
                <a:off x="12327530" y="5802854"/>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24" name="info">
                <a:extLst>
                  <a:ext uri="{FF2B5EF4-FFF2-40B4-BE49-F238E27FC236}">
                    <a16:creationId xmlns:a16="http://schemas.microsoft.com/office/drawing/2014/main" id="{026DAB82-0254-14C9-D192-A2838D9A005F}"/>
                  </a:ext>
                </a:extLst>
              </p:cNvPr>
              <p:cNvSpPr/>
              <p:nvPr userDrawn="1"/>
            </p:nvSpPr>
            <p:spPr bwMode="gray">
              <a:xfrm flipH="1">
                <a:off x="12596336" y="4025846"/>
                <a:ext cx="2231529" cy="231700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cap="all">
                    <a:solidFill>
                      <a:schemeClr val="bg1"/>
                    </a:solidFill>
                  </a:rPr>
                  <a:t>image credit</a:t>
                </a:r>
              </a:p>
              <a:p>
                <a:pPr indent="0" algn="l">
                  <a:lnSpc>
                    <a:spcPct val="100000"/>
                  </a:lnSpc>
                  <a:spcBef>
                    <a:spcPts val="400"/>
                  </a:spcBef>
                  <a:spcAft>
                    <a:spcPts val="400"/>
                  </a:spcAft>
                </a:pPr>
                <a:r>
                  <a:rPr lang="en-US" sz="1050" b="1">
                    <a:solidFill>
                      <a:schemeClr val="bg1"/>
                    </a:solidFill>
                  </a:rPr>
                  <a:t>Always include </a:t>
                </a:r>
                <a:r>
                  <a:rPr lang="en-US" sz="1050">
                    <a:solidFill>
                      <a:schemeClr val="bg1"/>
                    </a:solidFill>
                  </a:rPr>
                  <a:t>the image credit!</a:t>
                </a:r>
              </a:p>
              <a:p>
                <a:pPr indent="0" algn="l">
                  <a:lnSpc>
                    <a:spcPct val="100000"/>
                  </a:lnSpc>
                  <a:spcBef>
                    <a:spcPts val="400"/>
                  </a:spcBef>
                  <a:spcAft>
                    <a:spcPts val="400"/>
                  </a:spcAft>
                </a:pPr>
                <a:r>
                  <a:rPr lang="en-US" sz="1050">
                    <a:solidFill>
                      <a:schemeClr val="bg1"/>
                    </a:solidFill>
                  </a:rPr>
                  <a:t>How to get the image credit </a:t>
                </a:r>
                <a:r>
                  <a:rPr lang="en-US" sz="1050" b="1">
                    <a:solidFill>
                      <a:schemeClr val="bg1"/>
                    </a:solidFill>
                  </a:rPr>
                  <a:t>placeholder</a:t>
                </a:r>
                <a:r>
                  <a:rPr lang="en-US" sz="1050">
                    <a:solidFill>
                      <a:schemeClr val="bg1"/>
                    </a:solidFill>
                  </a:rPr>
                  <a:t> if it is no longer available on your slide by default: </a:t>
                </a:r>
              </a:p>
              <a:p>
                <a:pPr indent="0" algn="l">
                  <a:lnSpc>
                    <a:spcPct val="100000"/>
                  </a:lnSpc>
                  <a:spcBef>
                    <a:spcPts val="400"/>
                  </a:spcBef>
                  <a:spcAft>
                    <a:spcPts val="400"/>
                  </a:spcAft>
                </a:pPr>
                <a:r>
                  <a:rPr lang="en-US" sz="1050">
                    <a:solidFill>
                      <a:schemeClr val="bg1"/>
                    </a:solidFill>
                  </a:rPr>
                  <a:t>&gt; </a:t>
                </a:r>
                <a:r>
                  <a:rPr lang="en-US" sz="1050" b="0">
                    <a:solidFill>
                      <a:schemeClr val="bg1"/>
                    </a:solidFill>
                  </a:rPr>
                  <a:t>right-click on a free area</a:t>
                </a:r>
                <a:br>
                  <a:rPr lang="en-US" sz="1050" b="0">
                    <a:solidFill>
                      <a:schemeClr val="bg1"/>
                    </a:solidFill>
                  </a:rPr>
                </a:br>
                <a:r>
                  <a:rPr lang="en-US" sz="1050" b="0">
                    <a:solidFill>
                      <a:schemeClr val="bg1"/>
                    </a:solidFill>
                  </a:rPr>
                  <a:t>   on the slide</a:t>
                </a:r>
                <a:br>
                  <a:rPr lang="en-US" sz="1050" b="0">
                    <a:solidFill>
                      <a:schemeClr val="bg1"/>
                    </a:solidFill>
                  </a:rPr>
                </a:br>
                <a:r>
                  <a:rPr lang="en-US" sz="1050" b="0">
                    <a:solidFill>
                      <a:schemeClr val="bg1"/>
                    </a:solidFill>
                  </a:rPr>
                  <a:t>&gt; insert text element</a:t>
                </a:r>
                <a:endParaRPr lang="en-US" sz="1050">
                  <a:solidFill>
                    <a:schemeClr val="bg1"/>
                  </a:solidFill>
                </a:endParaRPr>
              </a:p>
              <a:p>
                <a:pPr indent="0" algn="l">
                  <a:lnSpc>
                    <a:spcPct val="100000"/>
                  </a:lnSpc>
                  <a:spcBef>
                    <a:spcPts val="400"/>
                  </a:spcBef>
                  <a:spcAft>
                    <a:spcPts val="400"/>
                  </a:spcAft>
                </a:pPr>
                <a:r>
                  <a:rPr lang="en-US" sz="1050">
                    <a:solidFill>
                      <a:schemeClr val="bg1"/>
                    </a:solidFill>
                  </a:rPr>
                  <a:t>“</a:t>
                </a:r>
                <a:r>
                  <a:rPr lang="en-US" sz="1050" b="1">
                    <a:solidFill>
                      <a:schemeClr val="bg1"/>
                    </a:solidFill>
                  </a:rPr>
                  <a:t>Copyright right</a:t>
                </a:r>
                <a:r>
                  <a:rPr lang="en-US" sz="1050">
                    <a:solidFill>
                      <a:schemeClr val="bg1"/>
                    </a:solidFill>
                  </a:rPr>
                  <a:t>” or </a:t>
                </a:r>
                <a:br>
                  <a:rPr lang="en-US" sz="1050">
                    <a:solidFill>
                      <a:schemeClr val="bg1"/>
                    </a:solidFill>
                  </a:rPr>
                </a:br>
                <a:r>
                  <a:rPr lang="en-US" sz="1050" b="1">
                    <a:solidFill>
                      <a:schemeClr val="bg1"/>
                    </a:solidFill>
                  </a:rPr>
                  <a:t>“Copyright left”</a:t>
                </a:r>
              </a:p>
            </p:txBody>
          </p:sp>
        </p:grpSp>
      </p:grpSp>
      <p:sp>
        <p:nvSpPr>
          <p:cNvPr id="10" name="MIO_Placeholder_Mapping" hidden="1">
            <a:extLst>
              <a:ext uri="{FF2B5EF4-FFF2-40B4-BE49-F238E27FC236}">
                <a16:creationId xmlns:a16="http://schemas.microsoft.com/office/drawing/2014/main" id="{5A151AAF-9395-D8A3-948D-AD158DD4728C}"/>
              </a:ext>
            </a:extLst>
          </p:cNvPr>
          <p:cNvSpPr/>
          <p:nvPr userDrawn="1">
            <p:custDataLst>
              <p:tags r:id="rId1"/>
            </p:custDataLst>
          </p:nvPr>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224316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Quote blank">
    <p:spTree>
      <p:nvGrpSpPr>
        <p:cNvPr id="1" name=""/>
        <p:cNvGrpSpPr/>
        <p:nvPr/>
      </p:nvGrpSpPr>
      <p:grpSpPr>
        <a:xfrm>
          <a:off x="0" y="0"/>
          <a:ext cx="0" cy="0"/>
          <a:chOff x="0" y="0"/>
          <a:chExt cx="0" cy="0"/>
        </a:xfrm>
      </p:grpSpPr>
      <p:sp>
        <p:nvSpPr>
          <p:cNvPr id="14" name="logo drees&amp;sommer blue mask">
            <a:extLst>
              <a:ext uri="{FF2B5EF4-FFF2-40B4-BE49-F238E27FC236}">
                <a16:creationId xmlns:a16="http://schemas.microsoft.com/office/drawing/2014/main" id="{7DFCFBB7-6B39-4D0E-BE6B-B3B479E24FA2}"/>
              </a:ext>
              <a:ext uri="{C183D7F6-B498-43B3-948B-1728B52AA6E4}">
                <adec:decorative xmlns:adec="http://schemas.microsoft.com/office/drawing/2017/decorative" val="1"/>
              </a:ext>
            </a:extLst>
          </p:cNvPr>
          <p:cNvSpPr/>
          <p:nvPr/>
        </p:nvSpPr>
        <p:spPr>
          <a:xfrm>
            <a:off x="10579100" y="6197600"/>
            <a:ext cx="1270000" cy="584200"/>
          </a:xfrm>
          <a:prstGeom prst="rect">
            <a:avLst/>
          </a:prstGeom>
          <a:solidFill>
            <a:srgbClr val="00296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
        <p:nvSpPr>
          <p:cNvPr id="8" name="picture">
            <a:extLst>
              <a:ext uri="{FF2B5EF4-FFF2-40B4-BE49-F238E27FC236}">
                <a16:creationId xmlns:a16="http://schemas.microsoft.com/office/drawing/2014/main" id="{6707D371-3415-428D-904A-4D82FA14AD50}"/>
              </a:ext>
            </a:extLst>
          </p:cNvPr>
          <p:cNvSpPr>
            <a:spLocks noGrp="1"/>
          </p:cNvSpPr>
          <p:nvPr>
            <p:ph type="pic" sz="quarter" idx="18"/>
          </p:nvPr>
        </p:nvSpPr>
        <p:spPr bwMode="gray">
          <a:xfrm>
            <a:off x="0" y="0"/>
            <a:ext cx="12192000" cy="6858000"/>
          </a:xfrm>
          <a:custGeom>
            <a:avLst/>
            <a:gdLst>
              <a:gd name="connsiteX0" fmla="*/ 10909343 w 12192000"/>
              <a:gd name="connsiteY0" fmla="*/ 6535879 h 6858000"/>
              <a:gd name="connsiteX1" fmla="*/ 10992168 w 12192000"/>
              <a:gd name="connsiteY1" fmla="*/ 6535879 h 6858000"/>
              <a:gd name="connsiteX2" fmla="*/ 10992168 w 12192000"/>
              <a:gd name="connsiteY2" fmla="*/ 6598745 h 6858000"/>
              <a:gd name="connsiteX3" fmla="*/ 10909343 w 12192000"/>
              <a:gd name="connsiteY3" fmla="*/ 6598745 h 6858000"/>
              <a:gd name="connsiteX4" fmla="*/ 11563256 w 12192000"/>
              <a:gd name="connsiteY4" fmla="*/ 6534690 h 6858000"/>
              <a:gd name="connsiteX5" fmla="*/ 11619215 w 12192000"/>
              <a:gd name="connsiteY5" fmla="*/ 6534690 h 6858000"/>
              <a:gd name="connsiteX6" fmla="*/ 11630409 w 12192000"/>
              <a:gd name="connsiteY6" fmla="*/ 6542786 h 6858000"/>
              <a:gd name="connsiteX7" fmla="*/ 11630409 w 12192000"/>
              <a:gd name="connsiteY7" fmla="*/ 6554455 h 6858000"/>
              <a:gd name="connsiteX8" fmla="*/ 11619215 w 12192000"/>
              <a:gd name="connsiteY8" fmla="*/ 6562550 h 6858000"/>
              <a:gd name="connsiteX9" fmla="*/ 11563256 w 12192000"/>
              <a:gd name="connsiteY9" fmla="*/ 6562550 h 6858000"/>
              <a:gd name="connsiteX10" fmla="*/ 10910306 w 12192000"/>
              <a:gd name="connsiteY10" fmla="*/ 6517318 h 6858000"/>
              <a:gd name="connsiteX11" fmla="*/ 10883590 w 12192000"/>
              <a:gd name="connsiteY11" fmla="*/ 6541122 h 6858000"/>
              <a:gd name="connsiteX12" fmla="*/ 10883590 w 12192000"/>
              <a:gd name="connsiteY12" fmla="*/ 6594223 h 6858000"/>
              <a:gd name="connsiteX13" fmla="*/ 10910306 w 12192000"/>
              <a:gd name="connsiteY13" fmla="*/ 6618042 h 6858000"/>
              <a:gd name="connsiteX14" fmla="*/ 10989730 w 12192000"/>
              <a:gd name="connsiteY14" fmla="*/ 6618042 h 6858000"/>
              <a:gd name="connsiteX15" fmla="*/ 11016446 w 12192000"/>
              <a:gd name="connsiteY15" fmla="*/ 6594223 h 6858000"/>
              <a:gd name="connsiteX16" fmla="*/ 11016446 w 12192000"/>
              <a:gd name="connsiteY16" fmla="*/ 6541122 h 6858000"/>
              <a:gd name="connsiteX17" fmla="*/ 10989730 w 12192000"/>
              <a:gd name="connsiteY17" fmla="*/ 6517318 h 6858000"/>
              <a:gd name="connsiteX18" fmla="*/ 11538985 w 12192000"/>
              <a:gd name="connsiteY18" fmla="*/ 6517311 h 6858000"/>
              <a:gd name="connsiteX19" fmla="*/ 11538985 w 12192000"/>
              <a:gd name="connsiteY19" fmla="*/ 6618035 h 6858000"/>
              <a:gd name="connsiteX20" fmla="*/ 11563263 w 12192000"/>
              <a:gd name="connsiteY20" fmla="*/ 6618035 h 6858000"/>
              <a:gd name="connsiteX21" fmla="*/ 11563263 w 12192000"/>
              <a:gd name="connsiteY21" fmla="*/ 6579929 h 6858000"/>
              <a:gd name="connsiteX22" fmla="*/ 11586360 w 12192000"/>
              <a:gd name="connsiteY22" fmla="*/ 6579929 h 6858000"/>
              <a:gd name="connsiteX23" fmla="*/ 11628506 w 12192000"/>
              <a:gd name="connsiteY23" fmla="*/ 6618035 h 6858000"/>
              <a:gd name="connsiteX24" fmla="*/ 11663753 w 12192000"/>
              <a:gd name="connsiteY24" fmla="*/ 6618035 h 6858000"/>
              <a:gd name="connsiteX25" fmla="*/ 11615897 w 12192000"/>
              <a:gd name="connsiteY25" fmla="*/ 6579929 h 6858000"/>
              <a:gd name="connsiteX26" fmla="*/ 11629710 w 12192000"/>
              <a:gd name="connsiteY26" fmla="*/ 6579929 h 6858000"/>
              <a:gd name="connsiteX27" fmla="*/ 11653280 w 12192000"/>
              <a:gd name="connsiteY27" fmla="*/ 6560639 h 6858000"/>
              <a:gd name="connsiteX28" fmla="*/ 11653280 w 12192000"/>
              <a:gd name="connsiteY28" fmla="*/ 6536835 h 6858000"/>
              <a:gd name="connsiteX29" fmla="*/ 11629710 w 12192000"/>
              <a:gd name="connsiteY29" fmla="*/ 6517311 h 6858000"/>
              <a:gd name="connsiteX30" fmla="*/ 11401645 w 12192000"/>
              <a:gd name="connsiteY30" fmla="*/ 6517311 h 6858000"/>
              <a:gd name="connsiteX31" fmla="*/ 11401645 w 12192000"/>
              <a:gd name="connsiteY31" fmla="*/ 6618035 h 6858000"/>
              <a:gd name="connsiteX32" fmla="*/ 11513119 w 12192000"/>
              <a:gd name="connsiteY32" fmla="*/ 6618035 h 6858000"/>
              <a:gd name="connsiteX33" fmla="*/ 11513119 w 12192000"/>
              <a:gd name="connsiteY33" fmla="*/ 6599219 h 6858000"/>
              <a:gd name="connsiteX34" fmla="*/ 11426909 w 12192000"/>
              <a:gd name="connsiteY34" fmla="*/ 6599219 h 6858000"/>
              <a:gd name="connsiteX35" fmla="*/ 11426909 w 12192000"/>
              <a:gd name="connsiteY35" fmla="*/ 6574452 h 6858000"/>
              <a:gd name="connsiteX36" fmla="*/ 11476458 w 12192000"/>
              <a:gd name="connsiteY36" fmla="*/ 6574452 h 6858000"/>
              <a:gd name="connsiteX37" fmla="*/ 11476458 w 12192000"/>
              <a:gd name="connsiteY37" fmla="*/ 6557073 h 6858000"/>
              <a:gd name="connsiteX38" fmla="*/ 11426909 w 12192000"/>
              <a:gd name="connsiteY38" fmla="*/ 6557073 h 6858000"/>
              <a:gd name="connsiteX39" fmla="*/ 11426909 w 12192000"/>
              <a:gd name="connsiteY39" fmla="*/ 6535179 h 6858000"/>
              <a:gd name="connsiteX40" fmla="*/ 11511908 w 12192000"/>
              <a:gd name="connsiteY40" fmla="*/ 6535179 h 6858000"/>
              <a:gd name="connsiteX41" fmla="*/ 11511908 w 12192000"/>
              <a:gd name="connsiteY41" fmla="*/ 6517311 h 6858000"/>
              <a:gd name="connsiteX42" fmla="*/ 11225454 w 12192000"/>
              <a:gd name="connsiteY42" fmla="*/ 6517311 h 6858000"/>
              <a:gd name="connsiteX43" fmla="*/ 11225454 w 12192000"/>
              <a:gd name="connsiteY43" fmla="*/ 6618035 h 6858000"/>
              <a:gd name="connsiteX44" fmla="*/ 11248423 w 12192000"/>
              <a:gd name="connsiteY44" fmla="*/ 6618035 h 6858000"/>
              <a:gd name="connsiteX45" fmla="*/ 11248423 w 12192000"/>
              <a:gd name="connsiteY45" fmla="*/ 6550414 h 6858000"/>
              <a:gd name="connsiteX46" fmla="*/ 11294805 w 12192000"/>
              <a:gd name="connsiteY46" fmla="*/ 6605892 h 6858000"/>
              <a:gd name="connsiteX47" fmla="*/ 11299665 w 12192000"/>
              <a:gd name="connsiteY47" fmla="*/ 6605892 h 6858000"/>
              <a:gd name="connsiteX48" fmla="*/ 11345558 w 12192000"/>
              <a:gd name="connsiteY48" fmla="*/ 6548737 h 6858000"/>
              <a:gd name="connsiteX49" fmla="*/ 11345558 w 12192000"/>
              <a:gd name="connsiteY49" fmla="*/ 6618035 h 6858000"/>
              <a:gd name="connsiteX50" fmla="*/ 11368873 w 12192000"/>
              <a:gd name="connsiteY50" fmla="*/ 6618035 h 6858000"/>
              <a:gd name="connsiteX51" fmla="*/ 11368873 w 12192000"/>
              <a:gd name="connsiteY51" fmla="*/ 6517311 h 6858000"/>
              <a:gd name="connsiteX52" fmla="*/ 11348725 w 12192000"/>
              <a:gd name="connsiteY52" fmla="*/ 6517311 h 6858000"/>
              <a:gd name="connsiteX53" fmla="*/ 11298687 w 12192000"/>
              <a:gd name="connsiteY53" fmla="*/ 6577070 h 6858000"/>
              <a:gd name="connsiteX54" fmla="*/ 11248423 w 12192000"/>
              <a:gd name="connsiteY54" fmla="*/ 6517311 h 6858000"/>
              <a:gd name="connsiteX55" fmla="*/ 11048135 w 12192000"/>
              <a:gd name="connsiteY55" fmla="*/ 6517311 h 6858000"/>
              <a:gd name="connsiteX56" fmla="*/ 11048135 w 12192000"/>
              <a:gd name="connsiteY56" fmla="*/ 6618035 h 6858000"/>
              <a:gd name="connsiteX57" fmla="*/ 11071096 w 12192000"/>
              <a:gd name="connsiteY57" fmla="*/ 6618035 h 6858000"/>
              <a:gd name="connsiteX58" fmla="*/ 11071096 w 12192000"/>
              <a:gd name="connsiteY58" fmla="*/ 6550414 h 6858000"/>
              <a:gd name="connsiteX59" fmla="*/ 11117478 w 12192000"/>
              <a:gd name="connsiteY59" fmla="*/ 6605892 h 6858000"/>
              <a:gd name="connsiteX60" fmla="*/ 11122331 w 12192000"/>
              <a:gd name="connsiteY60" fmla="*/ 6605892 h 6858000"/>
              <a:gd name="connsiteX61" fmla="*/ 11168239 w 12192000"/>
              <a:gd name="connsiteY61" fmla="*/ 6548737 h 6858000"/>
              <a:gd name="connsiteX62" fmla="*/ 11168239 w 12192000"/>
              <a:gd name="connsiteY62" fmla="*/ 6618035 h 6858000"/>
              <a:gd name="connsiteX63" fmla="*/ 11191554 w 12192000"/>
              <a:gd name="connsiteY63" fmla="*/ 6618035 h 6858000"/>
              <a:gd name="connsiteX64" fmla="*/ 11191554 w 12192000"/>
              <a:gd name="connsiteY64" fmla="*/ 6517311 h 6858000"/>
              <a:gd name="connsiteX65" fmla="*/ 11171399 w 12192000"/>
              <a:gd name="connsiteY65" fmla="*/ 6517311 h 6858000"/>
              <a:gd name="connsiteX66" fmla="*/ 11121368 w 12192000"/>
              <a:gd name="connsiteY66" fmla="*/ 6577070 h 6858000"/>
              <a:gd name="connsiteX67" fmla="*/ 11071096 w 12192000"/>
              <a:gd name="connsiteY67" fmla="*/ 6517311 h 6858000"/>
              <a:gd name="connsiteX68" fmla="*/ 10752277 w 12192000"/>
              <a:gd name="connsiteY68" fmla="*/ 6495162 h 6858000"/>
              <a:gd name="connsiteX69" fmla="*/ 10721799 w 12192000"/>
              <a:gd name="connsiteY69" fmla="*/ 6524218 h 6858000"/>
              <a:gd name="connsiteX70" fmla="*/ 10721799 w 12192000"/>
              <a:gd name="connsiteY70" fmla="*/ 6537775 h 6858000"/>
              <a:gd name="connsiteX71" fmla="*/ 10752277 w 12192000"/>
              <a:gd name="connsiteY71" fmla="*/ 6566830 h 6858000"/>
              <a:gd name="connsiteX72" fmla="*/ 10828955 w 12192000"/>
              <a:gd name="connsiteY72" fmla="*/ 6566830 h 6858000"/>
              <a:gd name="connsiteX73" fmla="*/ 10828955 w 12192000"/>
              <a:gd name="connsiteY73" fmla="*/ 6594930 h 6858000"/>
              <a:gd name="connsiteX74" fmla="*/ 10742052 w 12192000"/>
              <a:gd name="connsiteY74" fmla="*/ 6594930 h 6858000"/>
              <a:gd name="connsiteX75" fmla="*/ 10742052 w 12192000"/>
              <a:gd name="connsiteY75" fmla="*/ 6581704 h 6858000"/>
              <a:gd name="connsiteX76" fmla="*/ 10716796 w 12192000"/>
              <a:gd name="connsiteY76" fmla="*/ 6586948 h 6858000"/>
              <a:gd name="connsiteX77" fmla="*/ 10716796 w 12192000"/>
              <a:gd name="connsiteY77" fmla="*/ 6588979 h 6858000"/>
              <a:gd name="connsiteX78" fmla="*/ 10747514 w 12192000"/>
              <a:gd name="connsiteY78" fmla="*/ 6618027 h 6858000"/>
              <a:gd name="connsiteX79" fmla="*/ 10823486 w 12192000"/>
              <a:gd name="connsiteY79" fmla="*/ 6618027 h 6858000"/>
              <a:gd name="connsiteX80" fmla="*/ 10854204 w 12192000"/>
              <a:gd name="connsiteY80" fmla="*/ 6588979 h 6858000"/>
              <a:gd name="connsiteX81" fmla="*/ 10854204 w 12192000"/>
              <a:gd name="connsiteY81" fmla="*/ 6572074 h 6858000"/>
              <a:gd name="connsiteX82" fmla="*/ 10823486 w 12192000"/>
              <a:gd name="connsiteY82" fmla="*/ 6543019 h 6858000"/>
              <a:gd name="connsiteX83" fmla="*/ 10746799 w 12192000"/>
              <a:gd name="connsiteY83" fmla="*/ 6543019 h 6858000"/>
              <a:gd name="connsiteX84" fmla="*/ 10746799 w 12192000"/>
              <a:gd name="connsiteY84" fmla="*/ 6516596 h 6858000"/>
              <a:gd name="connsiteX85" fmla="*/ 10827285 w 12192000"/>
              <a:gd name="connsiteY85" fmla="*/ 6516596 h 6858000"/>
              <a:gd name="connsiteX86" fmla="*/ 10827285 w 12192000"/>
              <a:gd name="connsiteY86" fmla="*/ 6529905 h 6858000"/>
              <a:gd name="connsiteX87" fmla="*/ 10852526 w 12192000"/>
              <a:gd name="connsiteY87" fmla="*/ 6523954 h 6858000"/>
              <a:gd name="connsiteX88" fmla="*/ 10852526 w 12192000"/>
              <a:gd name="connsiteY88" fmla="*/ 6522074 h 6858000"/>
              <a:gd name="connsiteX89" fmla="*/ 10822049 w 12192000"/>
              <a:gd name="connsiteY89" fmla="*/ 6495162 h 6858000"/>
              <a:gd name="connsiteX90" fmla="*/ 11554221 w 12192000"/>
              <a:gd name="connsiteY90" fmla="*/ 6392873 h 6858000"/>
              <a:gd name="connsiteX91" fmla="*/ 11591123 w 12192000"/>
              <a:gd name="connsiteY91" fmla="*/ 6423591 h 6858000"/>
              <a:gd name="connsiteX92" fmla="*/ 11579695 w 12192000"/>
              <a:gd name="connsiteY92" fmla="*/ 6433349 h 6858000"/>
              <a:gd name="connsiteX93" fmla="*/ 11522795 w 12192000"/>
              <a:gd name="connsiteY93" fmla="*/ 6433349 h 6858000"/>
              <a:gd name="connsiteX94" fmla="*/ 11522795 w 12192000"/>
              <a:gd name="connsiteY94" fmla="*/ 6433342 h 6858000"/>
              <a:gd name="connsiteX95" fmla="*/ 11522795 w 12192000"/>
              <a:gd name="connsiteY95" fmla="*/ 6412396 h 6858000"/>
              <a:gd name="connsiteX96" fmla="*/ 10923532 w 12192000"/>
              <a:gd name="connsiteY96" fmla="*/ 6371439 h 6858000"/>
              <a:gd name="connsiteX97" fmla="*/ 10979491 w 12192000"/>
              <a:gd name="connsiteY97" fmla="*/ 6371439 h 6858000"/>
              <a:gd name="connsiteX98" fmla="*/ 10990685 w 12192000"/>
              <a:gd name="connsiteY98" fmla="*/ 6379534 h 6858000"/>
              <a:gd name="connsiteX99" fmla="*/ 10990685 w 12192000"/>
              <a:gd name="connsiteY99" fmla="*/ 6391203 h 6858000"/>
              <a:gd name="connsiteX100" fmla="*/ 10979491 w 12192000"/>
              <a:gd name="connsiteY100" fmla="*/ 6399298 h 6858000"/>
              <a:gd name="connsiteX101" fmla="*/ 10923532 w 12192000"/>
              <a:gd name="connsiteY101" fmla="*/ 6399298 h 6858000"/>
              <a:gd name="connsiteX102" fmla="*/ 11349305 w 12192000"/>
              <a:gd name="connsiteY102" fmla="*/ 6354060 h 6858000"/>
              <a:gd name="connsiteX103" fmla="*/ 11322868 w 12192000"/>
              <a:gd name="connsiteY103" fmla="*/ 6377879 h 6858000"/>
              <a:gd name="connsiteX104" fmla="*/ 11322868 w 12192000"/>
              <a:gd name="connsiteY104" fmla="*/ 6389074 h 6858000"/>
              <a:gd name="connsiteX105" fmla="*/ 11349305 w 12192000"/>
              <a:gd name="connsiteY105" fmla="*/ 6412878 h 6858000"/>
              <a:gd name="connsiteX106" fmla="*/ 11414541 w 12192000"/>
              <a:gd name="connsiteY106" fmla="*/ 6412878 h 6858000"/>
              <a:gd name="connsiteX107" fmla="*/ 11414541 w 12192000"/>
              <a:gd name="connsiteY107" fmla="*/ 6435983 h 6858000"/>
              <a:gd name="connsiteX108" fmla="*/ 11340480 w 12192000"/>
              <a:gd name="connsiteY108" fmla="*/ 6435983 h 6858000"/>
              <a:gd name="connsiteX109" fmla="*/ 11340480 w 12192000"/>
              <a:gd name="connsiteY109" fmla="*/ 6425375 h 6858000"/>
              <a:gd name="connsiteX110" fmla="*/ 11318587 w 12192000"/>
              <a:gd name="connsiteY110" fmla="*/ 6429430 h 6858000"/>
              <a:gd name="connsiteX111" fmla="*/ 11318587 w 12192000"/>
              <a:gd name="connsiteY111" fmla="*/ 6430980 h 6858000"/>
              <a:gd name="connsiteX112" fmla="*/ 11345009 w 12192000"/>
              <a:gd name="connsiteY112" fmla="*/ 6454784 h 6858000"/>
              <a:gd name="connsiteX113" fmla="*/ 11410501 w 12192000"/>
              <a:gd name="connsiteY113" fmla="*/ 6454784 h 6858000"/>
              <a:gd name="connsiteX114" fmla="*/ 11436690 w 12192000"/>
              <a:gd name="connsiteY114" fmla="*/ 6430980 h 6858000"/>
              <a:gd name="connsiteX115" fmla="*/ 11436690 w 12192000"/>
              <a:gd name="connsiteY115" fmla="*/ 6417166 h 6858000"/>
              <a:gd name="connsiteX116" fmla="*/ 11410501 w 12192000"/>
              <a:gd name="connsiteY116" fmla="*/ 6393362 h 6858000"/>
              <a:gd name="connsiteX117" fmla="*/ 11345009 w 12192000"/>
              <a:gd name="connsiteY117" fmla="*/ 6393362 h 6858000"/>
              <a:gd name="connsiteX118" fmla="*/ 11345009 w 12192000"/>
              <a:gd name="connsiteY118" fmla="*/ 6372154 h 6858000"/>
              <a:gd name="connsiteX119" fmla="*/ 11414300 w 12192000"/>
              <a:gd name="connsiteY119" fmla="*/ 6372154 h 6858000"/>
              <a:gd name="connsiteX120" fmla="*/ 11414300 w 12192000"/>
              <a:gd name="connsiteY120" fmla="*/ 6381565 h 6858000"/>
              <a:gd name="connsiteX121" fmla="*/ 11435486 w 12192000"/>
              <a:gd name="connsiteY121" fmla="*/ 6377051 h 6858000"/>
              <a:gd name="connsiteX122" fmla="*/ 11435486 w 12192000"/>
              <a:gd name="connsiteY122" fmla="*/ 6375968 h 6858000"/>
              <a:gd name="connsiteX123" fmla="*/ 11409064 w 12192000"/>
              <a:gd name="connsiteY123" fmla="*/ 6354060 h 6858000"/>
              <a:gd name="connsiteX124" fmla="*/ 11184971 w 12192000"/>
              <a:gd name="connsiteY124" fmla="*/ 6354060 h 6858000"/>
              <a:gd name="connsiteX125" fmla="*/ 11184971 w 12192000"/>
              <a:gd name="connsiteY125" fmla="*/ 6454776 h 6858000"/>
              <a:gd name="connsiteX126" fmla="*/ 11294264 w 12192000"/>
              <a:gd name="connsiteY126" fmla="*/ 6454776 h 6858000"/>
              <a:gd name="connsiteX127" fmla="*/ 11294264 w 12192000"/>
              <a:gd name="connsiteY127" fmla="*/ 6435967 h 6858000"/>
              <a:gd name="connsiteX128" fmla="*/ 11209738 w 12192000"/>
              <a:gd name="connsiteY128" fmla="*/ 6435967 h 6858000"/>
              <a:gd name="connsiteX129" fmla="*/ 11209738 w 12192000"/>
              <a:gd name="connsiteY129" fmla="*/ 6411200 h 6858000"/>
              <a:gd name="connsiteX130" fmla="*/ 11258310 w 12192000"/>
              <a:gd name="connsiteY130" fmla="*/ 6411200 h 6858000"/>
              <a:gd name="connsiteX131" fmla="*/ 11258310 w 12192000"/>
              <a:gd name="connsiteY131" fmla="*/ 6393821 h 6858000"/>
              <a:gd name="connsiteX132" fmla="*/ 11209738 w 12192000"/>
              <a:gd name="connsiteY132" fmla="*/ 6393821 h 6858000"/>
              <a:gd name="connsiteX133" fmla="*/ 11209738 w 12192000"/>
              <a:gd name="connsiteY133" fmla="*/ 6371913 h 6858000"/>
              <a:gd name="connsiteX134" fmla="*/ 11293083 w 12192000"/>
              <a:gd name="connsiteY134" fmla="*/ 6371913 h 6858000"/>
              <a:gd name="connsiteX135" fmla="*/ 11293083 w 12192000"/>
              <a:gd name="connsiteY135" fmla="*/ 6354060 h 6858000"/>
              <a:gd name="connsiteX136" fmla="*/ 11047262 w 12192000"/>
              <a:gd name="connsiteY136" fmla="*/ 6354060 h 6858000"/>
              <a:gd name="connsiteX137" fmla="*/ 11047262 w 12192000"/>
              <a:gd name="connsiteY137" fmla="*/ 6454776 h 6858000"/>
              <a:gd name="connsiteX138" fmla="*/ 11156555 w 12192000"/>
              <a:gd name="connsiteY138" fmla="*/ 6454776 h 6858000"/>
              <a:gd name="connsiteX139" fmla="*/ 11156555 w 12192000"/>
              <a:gd name="connsiteY139" fmla="*/ 6435967 h 6858000"/>
              <a:gd name="connsiteX140" fmla="*/ 11072029 w 12192000"/>
              <a:gd name="connsiteY140" fmla="*/ 6435967 h 6858000"/>
              <a:gd name="connsiteX141" fmla="*/ 11072029 w 12192000"/>
              <a:gd name="connsiteY141" fmla="*/ 6411200 h 6858000"/>
              <a:gd name="connsiteX142" fmla="*/ 11120601 w 12192000"/>
              <a:gd name="connsiteY142" fmla="*/ 6411200 h 6858000"/>
              <a:gd name="connsiteX143" fmla="*/ 11120601 w 12192000"/>
              <a:gd name="connsiteY143" fmla="*/ 6393821 h 6858000"/>
              <a:gd name="connsiteX144" fmla="*/ 11072029 w 12192000"/>
              <a:gd name="connsiteY144" fmla="*/ 6393821 h 6858000"/>
              <a:gd name="connsiteX145" fmla="*/ 11072029 w 12192000"/>
              <a:gd name="connsiteY145" fmla="*/ 6371913 h 6858000"/>
              <a:gd name="connsiteX146" fmla="*/ 11155374 w 12192000"/>
              <a:gd name="connsiteY146" fmla="*/ 6371913 h 6858000"/>
              <a:gd name="connsiteX147" fmla="*/ 11155374 w 12192000"/>
              <a:gd name="connsiteY147" fmla="*/ 6354060 h 6858000"/>
              <a:gd name="connsiteX148" fmla="*/ 10899246 w 12192000"/>
              <a:gd name="connsiteY148" fmla="*/ 6354060 h 6858000"/>
              <a:gd name="connsiteX149" fmla="*/ 10899246 w 12192000"/>
              <a:gd name="connsiteY149" fmla="*/ 6454776 h 6858000"/>
              <a:gd name="connsiteX150" fmla="*/ 10923539 w 12192000"/>
              <a:gd name="connsiteY150" fmla="*/ 6454776 h 6858000"/>
              <a:gd name="connsiteX151" fmla="*/ 10923539 w 12192000"/>
              <a:gd name="connsiteY151" fmla="*/ 6416670 h 6858000"/>
              <a:gd name="connsiteX152" fmla="*/ 10946636 w 12192000"/>
              <a:gd name="connsiteY152" fmla="*/ 6416670 h 6858000"/>
              <a:gd name="connsiteX153" fmla="*/ 10988782 w 12192000"/>
              <a:gd name="connsiteY153" fmla="*/ 6454776 h 6858000"/>
              <a:gd name="connsiteX154" fmla="*/ 11024029 w 12192000"/>
              <a:gd name="connsiteY154" fmla="*/ 6454776 h 6858000"/>
              <a:gd name="connsiteX155" fmla="*/ 10976158 w 12192000"/>
              <a:gd name="connsiteY155" fmla="*/ 6416670 h 6858000"/>
              <a:gd name="connsiteX156" fmla="*/ 10989971 w 12192000"/>
              <a:gd name="connsiteY156" fmla="*/ 6416670 h 6858000"/>
              <a:gd name="connsiteX157" fmla="*/ 11013549 w 12192000"/>
              <a:gd name="connsiteY157" fmla="*/ 6397395 h 6858000"/>
              <a:gd name="connsiteX158" fmla="*/ 11013549 w 12192000"/>
              <a:gd name="connsiteY158" fmla="*/ 6373583 h 6858000"/>
              <a:gd name="connsiteX159" fmla="*/ 10989971 w 12192000"/>
              <a:gd name="connsiteY159" fmla="*/ 6354060 h 6858000"/>
              <a:gd name="connsiteX160" fmla="*/ 10749425 w 12192000"/>
              <a:gd name="connsiteY160" fmla="*/ 6353819 h 6858000"/>
              <a:gd name="connsiteX161" fmla="*/ 10800140 w 12192000"/>
              <a:gd name="connsiteY161" fmla="*/ 6353819 h 6858000"/>
              <a:gd name="connsiteX162" fmla="*/ 10840624 w 12192000"/>
              <a:gd name="connsiteY162" fmla="*/ 6392158 h 6858000"/>
              <a:gd name="connsiteX163" fmla="*/ 10786327 w 12192000"/>
              <a:gd name="connsiteY163" fmla="*/ 6431686 h 6858000"/>
              <a:gd name="connsiteX164" fmla="*/ 10749425 w 12192000"/>
              <a:gd name="connsiteY164" fmla="*/ 6431686 h 6858000"/>
              <a:gd name="connsiteX165" fmla="*/ 11558990 w 12192000"/>
              <a:gd name="connsiteY165" fmla="*/ 6331911 h 6858000"/>
              <a:gd name="connsiteX166" fmla="*/ 11528513 w 12192000"/>
              <a:gd name="connsiteY166" fmla="*/ 6354293 h 6858000"/>
              <a:gd name="connsiteX167" fmla="*/ 11528513 w 12192000"/>
              <a:gd name="connsiteY167" fmla="*/ 6361192 h 6858000"/>
              <a:gd name="connsiteX168" fmla="*/ 11538993 w 12192000"/>
              <a:gd name="connsiteY168" fmla="*/ 6379767 h 6858000"/>
              <a:gd name="connsiteX169" fmla="*/ 11513978 w 12192000"/>
              <a:gd name="connsiteY169" fmla="*/ 6394776 h 6858000"/>
              <a:gd name="connsiteX170" fmla="*/ 11498743 w 12192000"/>
              <a:gd name="connsiteY170" fmla="*/ 6417633 h 6858000"/>
              <a:gd name="connsiteX171" fmla="*/ 11498743 w 12192000"/>
              <a:gd name="connsiteY171" fmla="*/ 6425728 h 6858000"/>
              <a:gd name="connsiteX172" fmla="*/ 11529454 w 12192000"/>
              <a:gd name="connsiteY172" fmla="*/ 6454776 h 6858000"/>
              <a:gd name="connsiteX173" fmla="*/ 11573270 w 12192000"/>
              <a:gd name="connsiteY173" fmla="*/ 6454776 h 6858000"/>
              <a:gd name="connsiteX174" fmla="*/ 11596367 w 12192000"/>
              <a:gd name="connsiteY174" fmla="*/ 6447388 h 6858000"/>
              <a:gd name="connsiteX175" fmla="*/ 11607321 w 12192000"/>
              <a:gd name="connsiteY175" fmla="*/ 6437630 h 6858000"/>
              <a:gd name="connsiteX176" fmla="*/ 11627559 w 12192000"/>
              <a:gd name="connsiteY176" fmla="*/ 6454776 h 6858000"/>
              <a:gd name="connsiteX177" fmla="*/ 11664950 w 12192000"/>
              <a:gd name="connsiteY177" fmla="*/ 6454776 h 6858000"/>
              <a:gd name="connsiteX178" fmla="*/ 11626137 w 12192000"/>
              <a:gd name="connsiteY178" fmla="*/ 6422147 h 6858000"/>
              <a:gd name="connsiteX179" fmla="*/ 11654470 w 12192000"/>
              <a:gd name="connsiteY179" fmla="*/ 6398583 h 6858000"/>
              <a:gd name="connsiteX180" fmla="*/ 11638272 w 12192000"/>
              <a:gd name="connsiteY180" fmla="*/ 6384537 h 6858000"/>
              <a:gd name="connsiteX181" fmla="*/ 11609698 w 12192000"/>
              <a:gd name="connsiteY181" fmla="*/ 6408341 h 6858000"/>
              <a:gd name="connsiteX182" fmla="*/ 11551836 w 12192000"/>
              <a:gd name="connsiteY182" fmla="*/ 6360244 h 6858000"/>
              <a:gd name="connsiteX183" fmla="*/ 11551836 w 12192000"/>
              <a:gd name="connsiteY183" fmla="*/ 6351434 h 6858000"/>
              <a:gd name="connsiteX184" fmla="*/ 11592086 w 12192000"/>
              <a:gd name="connsiteY184" fmla="*/ 6351434 h 6858000"/>
              <a:gd name="connsiteX185" fmla="*/ 11592086 w 12192000"/>
              <a:gd name="connsiteY185" fmla="*/ 6367873 h 6858000"/>
              <a:gd name="connsiteX186" fmla="*/ 11614220 w 12192000"/>
              <a:gd name="connsiteY186" fmla="*/ 6364066 h 6858000"/>
              <a:gd name="connsiteX187" fmla="*/ 11614220 w 12192000"/>
              <a:gd name="connsiteY187" fmla="*/ 6356678 h 6858000"/>
              <a:gd name="connsiteX188" fmla="*/ 11583742 w 12192000"/>
              <a:gd name="connsiteY188" fmla="*/ 6331911 h 6858000"/>
              <a:gd name="connsiteX189" fmla="*/ 10720851 w 12192000"/>
              <a:gd name="connsiteY189" fmla="*/ 6331911 h 6858000"/>
              <a:gd name="connsiteX190" fmla="*/ 10720851 w 12192000"/>
              <a:gd name="connsiteY190" fmla="*/ 6454776 h 6858000"/>
              <a:gd name="connsiteX191" fmla="*/ 10792527 w 12192000"/>
              <a:gd name="connsiteY191" fmla="*/ 6454776 h 6858000"/>
              <a:gd name="connsiteX192" fmla="*/ 10843009 w 12192000"/>
              <a:gd name="connsiteY192" fmla="*/ 6445259 h 6858000"/>
              <a:gd name="connsiteX193" fmla="*/ 10870146 w 12192000"/>
              <a:gd name="connsiteY193" fmla="*/ 6392632 h 6858000"/>
              <a:gd name="connsiteX194" fmla="*/ 10799900 w 12192000"/>
              <a:gd name="connsiteY194" fmla="*/ 6331911 h 6858000"/>
              <a:gd name="connsiteX195" fmla="*/ 0 w 12192000"/>
              <a:gd name="connsiteY195" fmla="*/ 0 h 6858000"/>
              <a:gd name="connsiteX196" fmla="*/ 12192000 w 12192000"/>
              <a:gd name="connsiteY196" fmla="*/ 0 h 6858000"/>
              <a:gd name="connsiteX197" fmla="*/ 12192000 w 12192000"/>
              <a:gd name="connsiteY197" fmla="*/ 6858000 h 6858000"/>
              <a:gd name="connsiteX198" fmla="*/ 0 w 12192000"/>
              <a:gd name="connsiteY19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12192000" h="6858000">
                <a:moveTo>
                  <a:pt x="10909343" y="6535879"/>
                </a:moveTo>
                <a:lnTo>
                  <a:pt x="10992168" y="6535879"/>
                </a:lnTo>
                <a:lnTo>
                  <a:pt x="10992168" y="6598745"/>
                </a:lnTo>
                <a:lnTo>
                  <a:pt x="10909343" y="6598745"/>
                </a:lnTo>
                <a:close/>
                <a:moveTo>
                  <a:pt x="11563256" y="6534690"/>
                </a:moveTo>
                <a:lnTo>
                  <a:pt x="11619215" y="6534690"/>
                </a:lnTo>
                <a:cubicBezTo>
                  <a:pt x="11626587" y="6534690"/>
                  <a:pt x="11630409" y="6536127"/>
                  <a:pt x="11630409" y="6542786"/>
                </a:cubicBezTo>
                <a:lnTo>
                  <a:pt x="11630409" y="6554455"/>
                </a:lnTo>
                <a:cubicBezTo>
                  <a:pt x="11630409" y="6561128"/>
                  <a:pt x="11626587" y="6562550"/>
                  <a:pt x="11619215" y="6562550"/>
                </a:cubicBezTo>
                <a:lnTo>
                  <a:pt x="11563256" y="6562550"/>
                </a:lnTo>
                <a:close/>
                <a:moveTo>
                  <a:pt x="10910306" y="6517318"/>
                </a:moveTo>
                <a:cubicBezTo>
                  <a:pt x="10890158" y="6517318"/>
                  <a:pt x="10883590" y="6521832"/>
                  <a:pt x="10883590" y="6541122"/>
                </a:cubicBezTo>
                <a:lnTo>
                  <a:pt x="10883590" y="6594223"/>
                </a:lnTo>
                <a:cubicBezTo>
                  <a:pt x="10883590" y="6613272"/>
                  <a:pt x="10889902" y="6618042"/>
                  <a:pt x="10910306" y="6618042"/>
                </a:cubicBezTo>
                <a:lnTo>
                  <a:pt x="10989730" y="6618042"/>
                </a:lnTo>
                <a:cubicBezTo>
                  <a:pt x="11009886" y="6618042"/>
                  <a:pt x="11016446" y="6613272"/>
                  <a:pt x="11016446" y="6594223"/>
                </a:cubicBezTo>
                <a:lnTo>
                  <a:pt x="11016446" y="6541122"/>
                </a:lnTo>
                <a:cubicBezTo>
                  <a:pt x="11016446" y="6521832"/>
                  <a:pt x="11009878" y="6517318"/>
                  <a:pt x="10989730" y="6517318"/>
                </a:cubicBezTo>
                <a:close/>
                <a:moveTo>
                  <a:pt x="11538985" y="6517311"/>
                </a:moveTo>
                <a:lnTo>
                  <a:pt x="11538985" y="6618035"/>
                </a:lnTo>
                <a:lnTo>
                  <a:pt x="11563263" y="6618035"/>
                </a:lnTo>
                <a:lnTo>
                  <a:pt x="11563263" y="6579929"/>
                </a:lnTo>
                <a:lnTo>
                  <a:pt x="11586360" y="6579929"/>
                </a:lnTo>
                <a:lnTo>
                  <a:pt x="11628506" y="6618035"/>
                </a:lnTo>
                <a:lnTo>
                  <a:pt x="11663753" y="6618035"/>
                </a:lnTo>
                <a:lnTo>
                  <a:pt x="11615897" y="6579929"/>
                </a:lnTo>
                <a:lnTo>
                  <a:pt x="11629710" y="6579929"/>
                </a:lnTo>
                <a:cubicBezTo>
                  <a:pt x="11645892" y="6579929"/>
                  <a:pt x="11653280" y="6574452"/>
                  <a:pt x="11653280" y="6560639"/>
                </a:cubicBezTo>
                <a:lnTo>
                  <a:pt x="11653280" y="6536835"/>
                </a:lnTo>
                <a:cubicBezTo>
                  <a:pt x="11653280" y="6522788"/>
                  <a:pt x="11645892" y="6517311"/>
                  <a:pt x="11629710" y="6517311"/>
                </a:cubicBezTo>
                <a:close/>
                <a:moveTo>
                  <a:pt x="11401645" y="6517311"/>
                </a:moveTo>
                <a:lnTo>
                  <a:pt x="11401645" y="6618035"/>
                </a:lnTo>
                <a:lnTo>
                  <a:pt x="11513119" y="6618035"/>
                </a:lnTo>
                <a:lnTo>
                  <a:pt x="11513119" y="6599219"/>
                </a:lnTo>
                <a:lnTo>
                  <a:pt x="11426909" y="6599219"/>
                </a:lnTo>
                <a:lnTo>
                  <a:pt x="11426909" y="6574452"/>
                </a:lnTo>
                <a:lnTo>
                  <a:pt x="11476458" y="6574452"/>
                </a:lnTo>
                <a:lnTo>
                  <a:pt x="11476458" y="6557073"/>
                </a:lnTo>
                <a:lnTo>
                  <a:pt x="11426909" y="6557073"/>
                </a:lnTo>
                <a:lnTo>
                  <a:pt x="11426909" y="6535179"/>
                </a:lnTo>
                <a:lnTo>
                  <a:pt x="11511908" y="6535179"/>
                </a:lnTo>
                <a:lnTo>
                  <a:pt x="11511908" y="6517311"/>
                </a:lnTo>
                <a:close/>
                <a:moveTo>
                  <a:pt x="11225454" y="6517311"/>
                </a:moveTo>
                <a:lnTo>
                  <a:pt x="11225454" y="6618035"/>
                </a:lnTo>
                <a:lnTo>
                  <a:pt x="11248423" y="6618035"/>
                </a:lnTo>
                <a:lnTo>
                  <a:pt x="11248423" y="6550414"/>
                </a:lnTo>
                <a:lnTo>
                  <a:pt x="11294805" y="6605892"/>
                </a:lnTo>
                <a:lnTo>
                  <a:pt x="11299665" y="6605892"/>
                </a:lnTo>
                <a:lnTo>
                  <a:pt x="11345558" y="6548737"/>
                </a:lnTo>
                <a:lnTo>
                  <a:pt x="11345558" y="6618035"/>
                </a:lnTo>
                <a:lnTo>
                  <a:pt x="11368873" y="6618035"/>
                </a:lnTo>
                <a:lnTo>
                  <a:pt x="11368873" y="6517311"/>
                </a:lnTo>
                <a:lnTo>
                  <a:pt x="11348725" y="6517311"/>
                </a:lnTo>
                <a:lnTo>
                  <a:pt x="11298687" y="6577070"/>
                </a:lnTo>
                <a:lnTo>
                  <a:pt x="11248423" y="6517311"/>
                </a:lnTo>
                <a:close/>
                <a:moveTo>
                  <a:pt x="11048135" y="6517311"/>
                </a:moveTo>
                <a:lnTo>
                  <a:pt x="11048135" y="6618035"/>
                </a:lnTo>
                <a:lnTo>
                  <a:pt x="11071096" y="6618035"/>
                </a:lnTo>
                <a:lnTo>
                  <a:pt x="11071096" y="6550414"/>
                </a:lnTo>
                <a:lnTo>
                  <a:pt x="11117478" y="6605892"/>
                </a:lnTo>
                <a:lnTo>
                  <a:pt x="11122331" y="6605892"/>
                </a:lnTo>
                <a:lnTo>
                  <a:pt x="11168239" y="6548737"/>
                </a:lnTo>
                <a:lnTo>
                  <a:pt x="11168239" y="6618035"/>
                </a:lnTo>
                <a:lnTo>
                  <a:pt x="11191554" y="6618035"/>
                </a:lnTo>
                <a:lnTo>
                  <a:pt x="11191554" y="6517311"/>
                </a:lnTo>
                <a:lnTo>
                  <a:pt x="11171399" y="6517311"/>
                </a:lnTo>
                <a:lnTo>
                  <a:pt x="11121368" y="6577070"/>
                </a:lnTo>
                <a:lnTo>
                  <a:pt x="11071096" y="6517311"/>
                </a:lnTo>
                <a:close/>
                <a:moveTo>
                  <a:pt x="10752277" y="6495162"/>
                </a:moveTo>
                <a:cubicBezTo>
                  <a:pt x="10729180" y="6495162"/>
                  <a:pt x="10721799" y="6501113"/>
                  <a:pt x="10721799" y="6524218"/>
                </a:cubicBezTo>
                <a:lnTo>
                  <a:pt x="10721799" y="6537775"/>
                </a:lnTo>
                <a:cubicBezTo>
                  <a:pt x="10721799" y="6560879"/>
                  <a:pt x="10729187" y="6566830"/>
                  <a:pt x="10752277" y="6566830"/>
                </a:cubicBezTo>
                <a:lnTo>
                  <a:pt x="10828955" y="6566830"/>
                </a:lnTo>
                <a:lnTo>
                  <a:pt x="10828955" y="6594930"/>
                </a:lnTo>
                <a:lnTo>
                  <a:pt x="10742052" y="6594930"/>
                </a:lnTo>
                <a:lnTo>
                  <a:pt x="10742052" y="6581704"/>
                </a:lnTo>
                <a:lnTo>
                  <a:pt x="10716796" y="6586948"/>
                </a:lnTo>
                <a:lnTo>
                  <a:pt x="10716796" y="6588979"/>
                </a:lnTo>
                <a:cubicBezTo>
                  <a:pt x="10716796" y="6612076"/>
                  <a:pt x="10724417" y="6618027"/>
                  <a:pt x="10747514" y="6618027"/>
                </a:cubicBezTo>
                <a:lnTo>
                  <a:pt x="10823486" y="6618027"/>
                </a:lnTo>
                <a:cubicBezTo>
                  <a:pt x="10846583" y="6618027"/>
                  <a:pt x="10854204" y="6612076"/>
                  <a:pt x="10854204" y="6588979"/>
                </a:cubicBezTo>
                <a:lnTo>
                  <a:pt x="10854204" y="6572074"/>
                </a:lnTo>
                <a:cubicBezTo>
                  <a:pt x="10854204" y="6548970"/>
                  <a:pt x="10846583" y="6543019"/>
                  <a:pt x="10823486" y="6543019"/>
                </a:cubicBezTo>
                <a:lnTo>
                  <a:pt x="10746799" y="6543019"/>
                </a:lnTo>
                <a:lnTo>
                  <a:pt x="10746799" y="6516596"/>
                </a:lnTo>
                <a:lnTo>
                  <a:pt x="10827285" y="6516596"/>
                </a:lnTo>
                <a:lnTo>
                  <a:pt x="10827285" y="6529905"/>
                </a:lnTo>
                <a:lnTo>
                  <a:pt x="10852526" y="6523954"/>
                </a:lnTo>
                <a:lnTo>
                  <a:pt x="10852526" y="6522074"/>
                </a:lnTo>
                <a:cubicBezTo>
                  <a:pt x="10852526" y="6500872"/>
                  <a:pt x="10843957" y="6495162"/>
                  <a:pt x="10822049" y="6495162"/>
                </a:cubicBezTo>
                <a:close/>
                <a:moveTo>
                  <a:pt x="11554221" y="6392873"/>
                </a:moveTo>
                <a:lnTo>
                  <a:pt x="11591123" y="6423591"/>
                </a:lnTo>
                <a:lnTo>
                  <a:pt x="11579695" y="6433349"/>
                </a:lnTo>
                <a:lnTo>
                  <a:pt x="11522795" y="6433349"/>
                </a:lnTo>
                <a:lnTo>
                  <a:pt x="11522795" y="6433342"/>
                </a:lnTo>
                <a:lnTo>
                  <a:pt x="11522795" y="6412396"/>
                </a:lnTo>
                <a:close/>
                <a:moveTo>
                  <a:pt x="10923532" y="6371439"/>
                </a:moveTo>
                <a:lnTo>
                  <a:pt x="10979491" y="6371439"/>
                </a:lnTo>
                <a:cubicBezTo>
                  <a:pt x="10986864" y="6371439"/>
                  <a:pt x="10990685" y="6372876"/>
                  <a:pt x="10990685" y="6379534"/>
                </a:cubicBezTo>
                <a:lnTo>
                  <a:pt x="10990685" y="6391203"/>
                </a:lnTo>
                <a:cubicBezTo>
                  <a:pt x="10990685" y="6397876"/>
                  <a:pt x="10986864" y="6399298"/>
                  <a:pt x="10979491" y="6399298"/>
                </a:cubicBezTo>
                <a:lnTo>
                  <a:pt x="10923532" y="6399298"/>
                </a:lnTo>
                <a:close/>
                <a:moveTo>
                  <a:pt x="11349305" y="6354060"/>
                </a:moveTo>
                <a:cubicBezTo>
                  <a:pt x="11329541" y="6354060"/>
                  <a:pt x="11322868" y="6358830"/>
                  <a:pt x="11322868" y="6377879"/>
                </a:cubicBezTo>
                <a:lnTo>
                  <a:pt x="11322868" y="6389074"/>
                </a:lnTo>
                <a:cubicBezTo>
                  <a:pt x="11322868" y="6408123"/>
                  <a:pt x="11329541" y="6412878"/>
                  <a:pt x="11349305" y="6412878"/>
                </a:cubicBezTo>
                <a:lnTo>
                  <a:pt x="11414541" y="6412878"/>
                </a:lnTo>
                <a:lnTo>
                  <a:pt x="11414541" y="6435983"/>
                </a:lnTo>
                <a:lnTo>
                  <a:pt x="11340480" y="6435983"/>
                </a:lnTo>
                <a:lnTo>
                  <a:pt x="11340480" y="6425375"/>
                </a:lnTo>
                <a:lnTo>
                  <a:pt x="11318587" y="6429430"/>
                </a:lnTo>
                <a:lnTo>
                  <a:pt x="11318587" y="6430980"/>
                </a:lnTo>
                <a:cubicBezTo>
                  <a:pt x="11318587" y="6449796"/>
                  <a:pt x="11325012" y="6454784"/>
                  <a:pt x="11345009" y="6454784"/>
                </a:cubicBezTo>
                <a:lnTo>
                  <a:pt x="11410501" y="6454784"/>
                </a:lnTo>
                <a:cubicBezTo>
                  <a:pt x="11430498" y="6454784"/>
                  <a:pt x="11436690" y="6449796"/>
                  <a:pt x="11436690" y="6430980"/>
                </a:cubicBezTo>
                <a:lnTo>
                  <a:pt x="11436690" y="6417166"/>
                </a:lnTo>
                <a:cubicBezTo>
                  <a:pt x="11436690" y="6398117"/>
                  <a:pt x="11430506" y="6393362"/>
                  <a:pt x="11410501" y="6393362"/>
                </a:cubicBezTo>
                <a:lnTo>
                  <a:pt x="11345009" y="6393362"/>
                </a:lnTo>
                <a:lnTo>
                  <a:pt x="11345009" y="6372154"/>
                </a:lnTo>
                <a:lnTo>
                  <a:pt x="11414300" y="6372154"/>
                </a:lnTo>
                <a:lnTo>
                  <a:pt x="11414300" y="6381565"/>
                </a:lnTo>
                <a:lnTo>
                  <a:pt x="11435486" y="6377051"/>
                </a:lnTo>
                <a:lnTo>
                  <a:pt x="11435486" y="6375968"/>
                </a:lnTo>
                <a:cubicBezTo>
                  <a:pt x="11435486" y="6358356"/>
                  <a:pt x="11427639" y="6354060"/>
                  <a:pt x="11409064" y="6354060"/>
                </a:cubicBezTo>
                <a:close/>
                <a:moveTo>
                  <a:pt x="11184971" y="6354060"/>
                </a:moveTo>
                <a:lnTo>
                  <a:pt x="11184971" y="6454776"/>
                </a:lnTo>
                <a:lnTo>
                  <a:pt x="11294264" y="6454776"/>
                </a:lnTo>
                <a:lnTo>
                  <a:pt x="11294264" y="6435967"/>
                </a:lnTo>
                <a:lnTo>
                  <a:pt x="11209738" y="6435967"/>
                </a:lnTo>
                <a:lnTo>
                  <a:pt x="11209738" y="6411200"/>
                </a:lnTo>
                <a:lnTo>
                  <a:pt x="11258310" y="6411200"/>
                </a:lnTo>
                <a:lnTo>
                  <a:pt x="11258310" y="6393821"/>
                </a:lnTo>
                <a:lnTo>
                  <a:pt x="11209738" y="6393821"/>
                </a:lnTo>
                <a:lnTo>
                  <a:pt x="11209738" y="6371913"/>
                </a:lnTo>
                <a:lnTo>
                  <a:pt x="11293083" y="6371913"/>
                </a:lnTo>
                <a:lnTo>
                  <a:pt x="11293083" y="6354060"/>
                </a:lnTo>
                <a:close/>
                <a:moveTo>
                  <a:pt x="11047262" y="6354060"/>
                </a:moveTo>
                <a:lnTo>
                  <a:pt x="11047262" y="6454776"/>
                </a:lnTo>
                <a:lnTo>
                  <a:pt x="11156555" y="6454776"/>
                </a:lnTo>
                <a:lnTo>
                  <a:pt x="11156555" y="6435967"/>
                </a:lnTo>
                <a:lnTo>
                  <a:pt x="11072029" y="6435967"/>
                </a:lnTo>
                <a:lnTo>
                  <a:pt x="11072029" y="6411200"/>
                </a:lnTo>
                <a:lnTo>
                  <a:pt x="11120601" y="6411200"/>
                </a:lnTo>
                <a:lnTo>
                  <a:pt x="11120601" y="6393821"/>
                </a:lnTo>
                <a:lnTo>
                  <a:pt x="11072029" y="6393821"/>
                </a:lnTo>
                <a:lnTo>
                  <a:pt x="11072029" y="6371913"/>
                </a:lnTo>
                <a:lnTo>
                  <a:pt x="11155374" y="6371913"/>
                </a:lnTo>
                <a:lnTo>
                  <a:pt x="11155374" y="6354060"/>
                </a:lnTo>
                <a:close/>
                <a:moveTo>
                  <a:pt x="10899246" y="6354060"/>
                </a:moveTo>
                <a:lnTo>
                  <a:pt x="10899246" y="6454776"/>
                </a:lnTo>
                <a:lnTo>
                  <a:pt x="10923539" y="6454776"/>
                </a:lnTo>
                <a:lnTo>
                  <a:pt x="10923539" y="6416670"/>
                </a:lnTo>
                <a:lnTo>
                  <a:pt x="10946636" y="6416670"/>
                </a:lnTo>
                <a:lnTo>
                  <a:pt x="10988782" y="6454776"/>
                </a:lnTo>
                <a:lnTo>
                  <a:pt x="11024029" y="6454776"/>
                </a:lnTo>
                <a:lnTo>
                  <a:pt x="10976158" y="6416670"/>
                </a:lnTo>
                <a:lnTo>
                  <a:pt x="10989971" y="6416670"/>
                </a:lnTo>
                <a:cubicBezTo>
                  <a:pt x="11006169" y="6416670"/>
                  <a:pt x="11013549" y="6411193"/>
                  <a:pt x="11013549" y="6397395"/>
                </a:cubicBezTo>
                <a:lnTo>
                  <a:pt x="11013549" y="6373583"/>
                </a:lnTo>
                <a:cubicBezTo>
                  <a:pt x="11013549" y="6359537"/>
                  <a:pt x="11006161" y="6354060"/>
                  <a:pt x="10989971" y="6354060"/>
                </a:cubicBezTo>
                <a:close/>
                <a:moveTo>
                  <a:pt x="10749425" y="6353819"/>
                </a:moveTo>
                <a:lnTo>
                  <a:pt x="10800140" y="6353819"/>
                </a:lnTo>
                <a:cubicBezTo>
                  <a:pt x="10827052" y="6353819"/>
                  <a:pt x="10840624" y="6367158"/>
                  <a:pt x="10840624" y="6392158"/>
                </a:cubicBezTo>
                <a:cubicBezTo>
                  <a:pt x="10840624" y="6422636"/>
                  <a:pt x="10822523" y="6431686"/>
                  <a:pt x="10786327" y="6431686"/>
                </a:cubicBezTo>
                <a:lnTo>
                  <a:pt x="10749425" y="6431686"/>
                </a:lnTo>
                <a:close/>
                <a:moveTo>
                  <a:pt x="11558990" y="6331911"/>
                </a:moveTo>
                <a:cubicBezTo>
                  <a:pt x="11538030" y="6331911"/>
                  <a:pt x="11528513" y="6336681"/>
                  <a:pt x="11528513" y="6354293"/>
                </a:cubicBezTo>
                <a:lnTo>
                  <a:pt x="11528513" y="6361192"/>
                </a:lnTo>
                <a:cubicBezTo>
                  <a:pt x="11528513" y="6368339"/>
                  <a:pt x="11531846" y="6373816"/>
                  <a:pt x="11538993" y="6379767"/>
                </a:cubicBezTo>
                <a:lnTo>
                  <a:pt x="11513978" y="6394776"/>
                </a:lnTo>
                <a:cubicBezTo>
                  <a:pt x="11503272" y="6401202"/>
                  <a:pt x="11498743" y="6405008"/>
                  <a:pt x="11498743" y="6417633"/>
                </a:cubicBezTo>
                <a:lnTo>
                  <a:pt x="11498743" y="6425728"/>
                </a:lnTo>
                <a:cubicBezTo>
                  <a:pt x="11498743" y="6448825"/>
                  <a:pt x="11506364" y="6454776"/>
                  <a:pt x="11529454" y="6454776"/>
                </a:cubicBezTo>
                <a:lnTo>
                  <a:pt x="11573270" y="6454776"/>
                </a:lnTo>
                <a:cubicBezTo>
                  <a:pt x="11583502" y="6454776"/>
                  <a:pt x="11588505" y="6454302"/>
                  <a:pt x="11596367" y="6447388"/>
                </a:cubicBezTo>
                <a:lnTo>
                  <a:pt x="11607321" y="6437630"/>
                </a:lnTo>
                <a:lnTo>
                  <a:pt x="11627559" y="6454776"/>
                </a:lnTo>
                <a:lnTo>
                  <a:pt x="11664950" y="6454776"/>
                </a:lnTo>
                <a:lnTo>
                  <a:pt x="11626137" y="6422147"/>
                </a:lnTo>
                <a:lnTo>
                  <a:pt x="11654470" y="6398583"/>
                </a:lnTo>
                <a:lnTo>
                  <a:pt x="11638272" y="6384537"/>
                </a:lnTo>
                <a:lnTo>
                  <a:pt x="11609698" y="6408341"/>
                </a:lnTo>
                <a:lnTo>
                  <a:pt x="11551836" y="6360244"/>
                </a:lnTo>
                <a:lnTo>
                  <a:pt x="11551836" y="6351434"/>
                </a:lnTo>
                <a:lnTo>
                  <a:pt x="11592086" y="6351434"/>
                </a:lnTo>
                <a:lnTo>
                  <a:pt x="11592086" y="6367873"/>
                </a:lnTo>
                <a:lnTo>
                  <a:pt x="11614220" y="6364066"/>
                </a:lnTo>
                <a:lnTo>
                  <a:pt x="11614220" y="6356678"/>
                </a:lnTo>
                <a:cubicBezTo>
                  <a:pt x="11614220" y="6336681"/>
                  <a:pt x="11605884" y="6331911"/>
                  <a:pt x="11583742" y="6331911"/>
                </a:cubicBezTo>
                <a:close/>
                <a:moveTo>
                  <a:pt x="10720851" y="6331911"/>
                </a:moveTo>
                <a:lnTo>
                  <a:pt x="10720851" y="6454776"/>
                </a:lnTo>
                <a:lnTo>
                  <a:pt x="10792527" y="6454776"/>
                </a:lnTo>
                <a:cubicBezTo>
                  <a:pt x="10814420" y="6454776"/>
                  <a:pt x="10831092" y="6452632"/>
                  <a:pt x="10843009" y="6445259"/>
                </a:cubicBezTo>
                <a:cubicBezTo>
                  <a:pt x="10860155" y="6434779"/>
                  <a:pt x="10870146" y="6415729"/>
                  <a:pt x="10870146" y="6392632"/>
                </a:cubicBezTo>
                <a:cubicBezTo>
                  <a:pt x="10870146" y="6354534"/>
                  <a:pt x="10845868" y="6331911"/>
                  <a:pt x="10799900" y="6331911"/>
                </a:cubicBezTo>
                <a:close/>
                <a:moveTo>
                  <a:pt x="0" y="0"/>
                </a:moveTo>
                <a:lnTo>
                  <a:pt x="12192000" y="0"/>
                </a:lnTo>
                <a:lnTo>
                  <a:pt x="12192000" y="6858000"/>
                </a:lnTo>
                <a:lnTo>
                  <a:pt x="0" y="6858000"/>
                </a:lnTo>
                <a:close/>
              </a:path>
            </a:pathLst>
          </a:custGeom>
          <a:pattFill prst="ltUpDiag">
            <a:fgClr>
              <a:schemeClr val="bg1">
                <a:lumMod val="95000"/>
              </a:schemeClr>
            </a:fgClr>
            <a:bgClr>
              <a:schemeClr val="bg1"/>
            </a:bgClr>
          </a:pattFill>
        </p:spPr>
        <p:txBody>
          <a:bodyPr wrap="square" tIns="180000">
            <a:noAutofit/>
          </a:bodyPr>
          <a:lstStyle>
            <a:lvl1pPr algn="ctr">
              <a:defRPr>
                <a:latin typeface="Calibri" panose="020F0502020204030204" pitchFamily="34" charset="0"/>
                <a:cs typeface="Calibri" panose="020F0502020204030204" pitchFamily="34" charset="0"/>
              </a:defRPr>
            </a:lvl1pPr>
          </a:lstStyle>
          <a:p>
            <a:r>
              <a:rPr lang="de-DE"/>
              <a:t>Bild durch Klicken auf Symbol hinzufügen</a:t>
            </a:r>
            <a:endParaRPr lang="en-US"/>
          </a:p>
        </p:txBody>
      </p:sp>
      <p:sp>
        <p:nvSpPr>
          <p:cNvPr id="2" name="title">
            <a:extLst>
              <a:ext uri="{FF2B5EF4-FFF2-40B4-BE49-F238E27FC236}">
                <a16:creationId xmlns:a16="http://schemas.microsoft.com/office/drawing/2014/main" id="{8FFCB50B-5503-4467-8A0F-9FBB8B48B97D}"/>
              </a:ext>
            </a:extLst>
          </p:cNvPr>
          <p:cNvSpPr>
            <a:spLocks noGrp="1"/>
          </p:cNvSpPr>
          <p:nvPr>
            <p:ph type="title"/>
          </p:nvPr>
        </p:nvSpPr>
        <p:spPr>
          <a:xfrm>
            <a:off x="3969852" y="2763192"/>
            <a:ext cx="4252297" cy="1331617"/>
          </a:xfrm>
          <a:solidFill>
            <a:schemeClr val="bg1"/>
          </a:solidFill>
        </p:spPr>
        <p:txBody>
          <a:bodyPr wrap="square" lIns="288000" tIns="270000" rIns="288000" bIns="216000" anchor="ctr">
            <a:spAutoFit/>
          </a:bodyPr>
          <a:lstStyle>
            <a:lvl1pPr algn="ctr">
              <a:defRPr sz="3200"/>
            </a:lvl1pPr>
          </a:lstStyle>
          <a:p>
            <a:r>
              <a:rPr lang="de-DE"/>
              <a:t>Mastertitelformat bearbeiten</a:t>
            </a:r>
            <a:endParaRPr lang="en-US"/>
          </a:p>
        </p:txBody>
      </p:sp>
      <p:sp>
        <p:nvSpPr>
          <p:cNvPr id="9" name="copyright right">
            <a:extLst>
              <a:ext uri="{FF2B5EF4-FFF2-40B4-BE49-F238E27FC236}">
                <a16:creationId xmlns:a16="http://schemas.microsoft.com/office/drawing/2014/main" id="{189BE7EF-D6B7-D381-216E-7611F33A5CD0}"/>
              </a:ext>
              <a:ext uri="{C183D7F6-B498-43B3-948B-1728B52AA6E4}">
                <adec:decorative xmlns:adec="http://schemas.microsoft.com/office/drawing/2017/decorative" val="1"/>
              </a:ext>
            </a:extLst>
          </p:cNvPr>
          <p:cNvSpPr>
            <a:spLocks noGrp="1"/>
          </p:cNvSpPr>
          <p:nvPr>
            <p:ph type="body" sz="quarter" idx="21" hasCustomPrompt="1"/>
          </p:nvPr>
        </p:nvSpPr>
        <p:spPr>
          <a:xfrm rot="16200000">
            <a:off x="11672798" y="5759643"/>
            <a:ext cx="580379" cy="92333"/>
          </a:xfrm>
          <a:solidFill>
            <a:schemeClr val="bg1">
              <a:alpha val="0"/>
            </a:schemeClr>
          </a:solidFill>
        </p:spPr>
        <p:txBody>
          <a:bodyPr wrap="none" anchor="t"/>
          <a:lstStyle>
            <a:lvl1pPr>
              <a:spcBef>
                <a:spcPts val="0"/>
              </a:spcBef>
              <a:spcAft>
                <a:spcPts val="0"/>
              </a:spcAft>
              <a:defRPr sz="600">
                <a:solidFill>
                  <a:srgbClr val="B2B2B2"/>
                </a:solidFill>
              </a:defRPr>
            </a:lvl1pPr>
          </a:lstStyle>
          <a:p>
            <a:pPr lvl="0"/>
            <a:r>
              <a:rPr lang="de-DE" noProof="0"/>
              <a:t>© Copyright</a:t>
            </a:r>
          </a:p>
        </p:txBody>
      </p:sp>
      <p:sp>
        <p:nvSpPr>
          <p:cNvPr id="6" name="slide number">
            <a:extLst>
              <a:ext uri="{FF2B5EF4-FFF2-40B4-BE49-F238E27FC236}">
                <a16:creationId xmlns:a16="http://schemas.microsoft.com/office/drawing/2014/main" id="{90B54C2D-8235-4852-8EB7-5E05529B2499}"/>
              </a:ext>
            </a:extLst>
          </p:cNvPr>
          <p:cNvSpPr>
            <a:spLocks noGrp="1"/>
          </p:cNvSpPr>
          <p:nvPr>
            <p:ph type="sldNum" sz="quarter" idx="12"/>
          </p:nvPr>
        </p:nvSpPr>
        <p:spPr>
          <a:xfrm>
            <a:off x="525600" y="6386399"/>
            <a:ext cx="234000" cy="180000"/>
          </a:xfrm>
        </p:spPr>
        <p:txBody>
          <a:bodyPr lIns="0" tIns="0" rIns="0" bIns="0"/>
          <a:lstStyle>
            <a:lvl1pPr>
              <a:defRPr>
                <a:solidFill>
                  <a:schemeClr val="bg1"/>
                </a:solidFill>
              </a:defRPr>
            </a:lvl1pPr>
          </a:lstStyle>
          <a:p>
            <a:fld id="{9829449A-3FF3-45CE-9F4F-09BADC0910C6}" type="slidenum">
              <a:rPr lang="de-DE" noProof="0"/>
              <a:pPr/>
              <a:t>‹Nr.›</a:t>
            </a:fld>
            <a:endParaRPr lang="de-DE" noProof="0"/>
          </a:p>
        </p:txBody>
      </p:sp>
      <p:sp>
        <p:nvSpPr>
          <p:cNvPr id="5" name="footer">
            <a:extLst>
              <a:ext uri="{FF2B5EF4-FFF2-40B4-BE49-F238E27FC236}">
                <a16:creationId xmlns:a16="http://schemas.microsoft.com/office/drawing/2014/main" id="{A4534FC4-D037-44B0-B266-D9E820FC1DF2}"/>
              </a:ext>
            </a:extLst>
          </p:cNvPr>
          <p:cNvSpPr>
            <a:spLocks noGrp="1"/>
          </p:cNvSpPr>
          <p:nvPr>
            <p:ph type="ftr" sz="quarter" idx="11"/>
          </p:nvPr>
        </p:nvSpPr>
        <p:spPr>
          <a:xfrm>
            <a:off x="763200" y="6386399"/>
            <a:ext cx="7880400" cy="180000"/>
          </a:xfrm>
        </p:spPr>
        <p:txBody>
          <a:bodyPr lIns="0" tIns="0" rIns="0" bIns="0"/>
          <a:lstStyle>
            <a:lvl1pPr>
              <a:defRPr>
                <a:solidFill>
                  <a:schemeClr val="bg1"/>
                </a:solidFill>
              </a:defRPr>
            </a:lvl1pPr>
          </a:lstStyle>
          <a:p>
            <a:r>
              <a:rPr lang="de-DE" noProof="0"/>
              <a:t>SNB - TGA - 28.08.2026</a:t>
            </a:r>
          </a:p>
        </p:txBody>
      </p:sp>
      <p:sp>
        <p:nvSpPr>
          <p:cNvPr id="16" name="logo drees&amp;sommer white">
            <a:extLst>
              <a:ext uri="{FF2B5EF4-FFF2-40B4-BE49-F238E27FC236}">
                <a16:creationId xmlns:a16="http://schemas.microsoft.com/office/drawing/2014/main" id="{C5A4F7E3-6A86-447A-9CFF-A1484D8D1910}"/>
              </a:ext>
              <a:ext uri="{C183D7F6-B498-43B3-948B-1728B52AA6E4}">
                <adec:decorative xmlns:adec="http://schemas.microsoft.com/office/drawing/2017/decorative" val="1"/>
              </a:ext>
            </a:extLst>
          </p:cNvPr>
          <p:cNvSpPr>
            <a:spLocks noGrp="1"/>
          </p:cNvSpPr>
          <p:nvPr>
            <p:ph type="media" sz="quarter" idx="20"/>
          </p:nvPr>
        </p:nvSpPr>
        <p:spPr bwMode="gray">
          <a:xfrm>
            <a:off x="10716797" y="6330042"/>
            <a:ext cx="946800" cy="288000"/>
          </a:xfrm>
          <a:blipFill>
            <a:blip r:embed="rId3" cstate="print">
              <a:extLst>
                <a:ext uri="{28A0092B-C50C-407E-A947-70E740481C1C}">
                  <a14:useLocalDpi xmlns:a14="http://schemas.microsoft.com/office/drawing/2010/main"/>
                </a:ext>
              </a:extLst>
            </a:blip>
            <a:stretch>
              <a:fillRect/>
            </a:stretch>
          </a:blipFill>
          <a:ln w="15875" cap="flat">
            <a:noFill/>
            <a:prstDash val="lgDash"/>
          </a:ln>
        </p:spPr>
        <p:txBody>
          <a:bodyPr/>
          <a:lstStyle>
            <a:lvl1pPr>
              <a:defRPr sz="100">
                <a:solidFill>
                  <a:schemeClr val="bg1"/>
                </a:solidFill>
              </a:defRPr>
            </a:lvl1pPr>
          </a:lstStyle>
          <a:p>
            <a:r>
              <a:rPr lang="de-DE"/>
              <a:t>Mediaclip durch Klicken auf Symbol hinzufügen</a:t>
            </a:r>
          </a:p>
        </p:txBody>
      </p:sp>
      <p:grpSp>
        <p:nvGrpSpPr>
          <p:cNvPr id="10" name="info">
            <a:extLst>
              <a:ext uri="{FF2B5EF4-FFF2-40B4-BE49-F238E27FC236}">
                <a16:creationId xmlns:a16="http://schemas.microsoft.com/office/drawing/2014/main" id="{7DA7F71D-DCBA-1FAA-384D-68119E80AEB6}"/>
              </a:ext>
              <a:ext uri="{C183D7F6-B498-43B3-948B-1728B52AA6E4}">
                <adec:decorative xmlns:adec="http://schemas.microsoft.com/office/drawing/2017/decorative" val="1"/>
              </a:ext>
            </a:extLst>
          </p:cNvPr>
          <p:cNvGrpSpPr/>
          <p:nvPr userDrawn="1"/>
        </p:nvGrpSpPr>
        <p:grpSpPr>
          <a:xfrm flipH="1">
            <a:off x="11233150" y="6990442"/>
            <a:ext cx="1501080" cy="886759"/>
            <a:chOff x="11406324" y="7739173"/>
            <a:chExt cx="1501080" cy="886759"/>
          </a:xfrm>
          <a:effectLst>
            <a:outerShdw blurRad="50800" dist="38100" dir="13500000" algn="br" rotWithShape="0">
              <a:prstClr val="black">
                <a:alpha val="40000"/>
              </a:prstClr>
            </a:outerShdw>
          </a:effectLst>
        </p:grpSpPr>
        <p:sp>
          <p:nvSpPr>
            <p:cNvPr id="11" name="info">
              <a:extLst>
                <a:ext uri="{FF2B5EF4-FFF2-40B4-BE49-F238E27FC236}">
                  <a16:creationId xmlns:a16="http://schemas.microsoft.com/office/drawing/2014/main" id="{8E734555-E6B1-C724-E56C-BF88B7084B27}"/>
                </a:ext>
              </a:extLst>
            </p:cNvPr>
            <p:cNvSpPr/>
            <p:nvPr userDrawn="1"/>
          </p:nvSpPr>
          <p:spPr bwMode="gray">
            <a:xfrm rot="5400000" flipH="1" flipV="1">
              <a:off x="12275350" y="7831227"/>
              <a:ext cx="724107"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tx2"/>
                </a:solidFill>
              </a:endParaRPr>
            </a:p>
            <a:p>
              <a:pPr indent="0" algn="l">
                <a:lnSpc>
                  <a:spcPct val="100000"/>
                </a:lnSpc>
                <a:spcBef>
                  <a:spcPts val="400"/>
                </a:spcBef>
                <a:spcAft>
                  <a:spcPts val="400"/>
                </a:spcAft>
              </a:pPr>
              <a:endParaRPr lang="en-US" sz="1050">
                <a:solidFill>
                  <a:schemeClr val="tx2"/>
                </a:solidFill>
              </a:endParaRPr>
            </a:p>
          </p:txBody>
        </p:sp>
        <p:sp>
          <p:nvSpPr>
            <p:cNvPr id="12" name="info">
              <a:extLst>
                <a:ext uri="{FF2B5EF4-FFF2-40B4-BE49-F238E27FC236}">
                  <a16:creationId xmlns:a16="http://schemas.microsoft.com/office/drawing/2014/main" id="{F2AB404E-E264-1A64-3A4E-D4E5AB161A38}"/>
                </a:ext>
              </a:extLst>
            </p:cNvPr>
            <p:cNvSpPr/>
            <p:nvPr userDrawn="1"/>
          </p:nvSpPr>
          <p:spPr bwMode="gray">
            <a:xfrm flipH="1">
              <a:off x="11406324" y="8011954"/>
              <a:ext cx="1501080" cy="61397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spAutoFit/>
            </a:bodyPr>
            <a:lstStyle/>
            <a:p>
              <a:pPr indent="0" algn="r">
                <a:lnSpc>
                  <a:spcPct val="100000"/>
                </a:lnSpc>
                <a:spcBef>
                  <a:spcPts val="400"/>
                </a:spcBef>
                <a:spcAft>
                  <a:spcPts val="400"/>
                </a:spcAft>
              </a:pPr>
              <a:r>
                <a:rPr lang="en-US" sz="1050" b="0" kern="1200" cap="none">
                  <a:solidFill>
                    <a:schemeClr val="bg1"/>
                  </a:solidFill>
                  <a:latin typeface="+mn-lt"/>
                  <a:ea typeface="+mn-ea"/>
                  <a:cs typeface="+mn-cs"/>
                </a:rPr>
                <a:t>Delete the white logo </a:t>
              </a:r>
              <a:br>
                <a:rPr lang="en-US" sz="1050" b="0" kern="1200" cap="none">
                  <a:solidFill>
                    <a:schemeClr val="bg1"/>
                  </a:solidFill>
                  <a:latin typeface="+mn-lt"/>
                  <a:ea typeface="+mn-ea"/>
                  <a:cs typeface="+mn-cs"/>
                </a:rPr>
              </a:br>
              <a:r>
                <a:rPr lang="en-US" sz="1050" b="0" kern="1200" cap="none">
                  <a:solidFill>
                    <a:schemeClr val="bg1"/>
                  </a:solidFill>
                  <a:latin typeface="+mn-lt"/>
                  <a:ea typeface="+mn-ea"/>
                  <a:cs typeface="+mn-cs"/>
                </a:rPr>
                <a:t>to get the </a:t>
              </a:r>
              <a:r>
                <a:rPr lang="en-US" sz="1050" b="1" kern="1200" cap="all">
                  <a:solidFill>
                    <a:schemeClr val="bg1"/>
                  </a:solidFill>
                  <a:latin typeface="+mn-lt"/>
                  <a:ea typeface="+mn-ea"/>
                  <a:cs typeface="+mn-cs"/>
                </a:rPr>
                <a:t>BLUE LOGO</a:t>
              </a:r>
            </a:p>
          </p:txBody>
        </p:sp>
      </p:grpSp>
      <p:grpSp>
        <p:nvGrpSpPr>
          <p:cNvPr id="20" name="info">
            <a:extLst>
              <a:ext uri="{FF2B5EF4-FFF2-40B4-BE49-F238E27FC236}">
                <a16:creationId xmlns:a16="http://schemas.microsoft.com/office/drawing/2014/main" id="{0C75C0B0-BB8F-6A84-90D3-9D5D18868B42}"/>
              </a:ext>
            </a:extLst>
          </p:cNvPr>
          <p:cNvGrpSpPr/>
          <p:nvPr userDrawn="1"/>
        </p:nvGrpSpPr>
        <p:grpSpPr>
          <a:xfrm>
            <a:off x="12327529" y="2286672"/>
            <a:ext cx="2500337" cy="3809327"/>
            <a:chOff x="12327529" y="2826889"/>
            <a:chExt cx="2500337" cy="3809327"/>
          </a:xfrm>
          <a:effectLst>
            <a:outerShdw blurRad="50800" dist="38100" dir="8100000" algn="tr" rotWithShape="0">
              <a:prstClr val="black">
                <a:alpha val="40000"/>
              </a:prstClr>
            </a:outerShdw>
          </a:effectLst>
        </p:grpSpPr>
        <p:grpSp>
          <p:nvGrpSpPr>
            <p:cNvPr id="21" name="info">
              <a:extLst>
                <a:ext uri="{FF2B5EF4-FFF2-40B4-BE49-F238E27FC236}">
                  <a16:creationId xmlns:a16="http://schemas.microsoft.com/office/drawing/2014/main" id="{49E8ACA0-7715-BDDA-4A00-F864FACC12B1}"/>
                </a:ext>
              </a:extLst>
            </p:cNvPr>
            <p:cNvGrpSpPr/>
            <p:nvPr userDrawn="1"/>
          </p:nvGrpSpPr>
          <p:grpSpPr>
            <a:xfrm>
              <a:off x="12596337" y="2826889"/>
              <a:ext cx="2231529" cy="1408806"/>
              <a:chOff x="12565380" y="2187776"/>
              <a:chExt cx="2231529" cy="1408806"/>
            </a:xfrm>
          </p:grpSpPr>
          <p:sp>
            <p:nvSpPr>
              <p:cNvPr id="25" name="info">
                <a:extLst>
                  <a:ext uri="{FF2B5EF4-FFF2-40B4-BE49-F238E27FC236}">
                    <a16:creationId xmlns:a16="http://schemas.microsoft.com/office/drawing/2014/main" id="{EE495D35-09BF-2C80-925C-508BDF347F3A}"/>
                  </a:ext>
                </a:extLst>
              </p:cNvPr>
              <p:cNvSpPr/>
              <p:nvPr userDrawn="1"/>
            </p:nvSpPr>
            <p:spPr bwMode="gray">
              <a:xfrm rot="16200000" flipH="1">
                <a:off x="12153929" y="2645131"/>
                <a:ext cx="1362902"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26" name="info">
                <a:extLst>
                  <a:ext uri="{FF2B5EF4-FFF2-40B4-BE49-F238E27FC236}">
                    <a16:creationId xmlns:a16="http://schemas.microsoft.com/office/drawing/2014/main" id="{6096BE5F-3674-8BF3-BA10-8C5985D0C01D}"/>
                  </a:ext>
                </a:extLst>
              </p:cNvPr>
              <p:cNvSpPr/>
              <p:nvPr userDrawn="1"/>
            </p:nvSpPr>
            <p:spPr bwMode="gray">
              <a:xfrm flipH="1">
                <a:off x="12565380" y="2187776"/>
                <a:ext cx="2231529" cy="114232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kern="1200" cap="all">
                    <a:solidFill>
                      <a:schemeClr val="bg1"/>
                    </a:solidFill>
                    <a:latin typeface="+mn-lt"/>
                    <a:ea typeface="+mn-ea"/>
                    <a:cs typeface="+mn-cs"/>
                  </a:rPr>
                  <a:t>IMAGE Credit Formatting</a:t>
                </a:r>
              </a:p>
              <a:p>
                <a:pPr indent="0" algn="l">
                  <a:lnSpc>
                    <a:spcPct val="100000"/>
                  </a:lnSpc>
                  <a:spcBef>
                    <a:spcPts val="400"/>
                  </a:spcBef>
                  <a:spcAft>
                    <a:spcPts val="400"/>
                  </a:spcAft>
                </a:pPr>
                <a:r>
                  <a:rPr lang="en-US" sz="1050" b="0" kern="1200" cap="none">
                    <a:solidFill>
                      <a:schemeClr val="bg1"/>
                    </a:solidFill>
                    <a:latin typeface="+mn-lt"/>
                    <a:ea typeface="+mn-ea"/>
                    <a:cs typeface="+mn-cs"/>
                  </a:rPr>
                  <a:t>Examples!</a:t>
                </a:r>
              </a:p>
              <a:p>
                <a:pPr indent="0" algn="l">
                  <a:lnSpc>
                    <a:spcPct val="100000"/>
                  </a:lnSpc>
                  <a:spcBef>
                    <a:spcPts val="400"/>
                  </a:spcBef>
                  <a:spcAft>
                    <a:spcPts val="400"/>
                  </a:spcAft>
                </a:pPr>
                <a:r>
                  <a:rPr lang="en-US" sz="1050" b="0" kern="1200" cap="none">
                    <a:solidFill>
                      <a:schemeClr val="bg1"/>
                    </a:solidFill>
                    <a:latin typeface="+mn-lt"/>
                    <a:ea typeface="+mn-ea"/>
                    <a:cs typeface="+mn-cs"/>
                  </a:rPr>
                  <a:t>© Westend66 – gettyimages.com</a:t>
                </a:r>
                <a:br>
                  <a:rPr lang="en-US" sz="1050" b="0" kern="1200" cap="none">
                    <a:solidFill>
                      <a:schemeClr val="bg1"/>
                    </a:solidFill>
                    <a:latin typeface="+mn-lt"/>
                    <a:ea typeface="+mn-ea"/>
                    <a:cs typeface="+mn-cs"/>
                  </a:rPr>
                </a:br>
                <a:r>
                  <a:rPr lang="en-US" sz="1050" b="0" kern="1200" cap="none">
                    <a:solidFill>
                      <a:schemeClr val="bg1"/>
                    </a:solidFill>
                    <a:latin typeface="+mn-lt"/>
                    <a:ea typeface="+mn-ea"/>
                    <a:cs typeface="+mn-cs"/>
                  </a:rPr>
                  <a:t>© AI generated – Drees &amp; Sommer</a:t>
                </a:r>
              </a:p>
            </p:txBody>
          </p:sp>
        </p:grpSp>
        <p:grpSp>
          <p:nvGrpSpPr>
            <p:cNvPr id="22" name="info">
              <a:extLst>
                <a:ext uri="{FF2B5EF4-FFF2-40B4-BE49-F238E27FC236}">
                  <a16:creationId xmlns:a16="http://schemas.microsoft.com/office/drawing/2014/main" id="{A37DFD44-4CFD-DB6B-A6F2-0B70EB68D2FB}"/>
                </a:ext>
              </a:extLst>
            </p:cNvPr>
            <p:cNvGrpSpPr>
              <a:grpSpLocks/>
            </p:cNvGrpSpPr>
            <p:nvPr userDrawn="1"/>
          </p:nvGrpSpPr>
          <p:grpSpPr>
            <a:xfrm>
              <a:off x="12327529" y="4319208"/>
              <a:ext cx="2500335" cy="2317008"/>
              <a:chOff x="12327530" y="4025846"/>
              <a:chExt cx="2500335" cy="2317008"/>
            </a:xfrm>
          </p:grpSpPr>
          <p:sp>
            <p:nvSpPr>
              <p:cNvPr id="23" name="info">
                <a:extLst>
                  <a:ext uri="{FF2B5EF4-FFF2-40B4-BE49-F238E27FC236}">
                    <a16:creationId xmlns:a16="http://schemas.microsoft.com/office/drawing/2014/main" id="{12647BA1-BCC0-AD07-BC3D-A9301151B827}"/>
                  </a:ext>
                </a:extLst>
              </p:cNvPr>
              <p:cNvSpPr/>
              <p:nvPr userDrawn="1"/>
            </p:nvSpPr>
            <p:spPr bwMode="gray">
              <a:xfrm flipH="1">
                <a:off x="12327530" y="5802854"/>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24" name="info">
                <a:extLst>
                  <a:ext uri="{FF2B5EF4-FFF2-40B4-BE49-F238E27FC236}">
                    <a16:creationId xmlns:a16="http://schemas.microsoft.com/office/drawing/2014/main" id="{6F0A0FF4-C599-5736-277F-E5C441A82C79}"/>
                  </a:ext>
                </a:extLst>
              </p:cNvPr>
              <p:cNvSpPr/>
              <p:nvPr userDrawn="1"/>
            </p:nvSpPr>
            <p:spPr bwMode="gray">
              <a:xfrm flipH="1">
                <a:off x="12596336" y="4025846"/>
                <a:ext cx="2231529" cy="231700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cap="all">
                    <a:solidFill>
                      <a:schemeClr val="bg1"/>
                    </a:solidFill>
                  </a:rPr>
                  <a:t>image credit</a:t>
                </a:r>
              </a:p>
              <a:p>
                <a:pPr indent="0" algn="l">
                  <a:lnSpc>
                    <a:spcPct val="100000"/>
                  </a:lnSpc>
                  <a:spcBef>
                    <a:spcPts val="400"/>
                  </a:spcBef>
                  <a:spcAft>
                    <a:spcPts val="400"/>
                  </a:spcAft>
                </a:pPr>
                <a:r>
                  <a:rPr lang="en-US" sz="1050" b="1">
                    <a:solidFill>
                      <a:schemeClr val="bg1"/>
                    </a:solidFill>
                  </a:rPr>
                  <a:t>Always include </a:t>
                </a:r>
                <a:r>
                  <a:rPr lang="en-US" sz="1050">
                    <a:solidFill>
                      <a:schemeClr val="bg1"/>
                    </a:solidFill>
                  </a:rPr>
                  <a:t>the image credit!</a:t>
                </a:r>
              </a:p>
              <a:p>
                <a:pPr indent="0" algn="l">
                  <a:lnSpc>
                    <a:spcPct val="100000"/>
                  </a:lnSpc>
                  <a:spcBef>
                    <a:spcPts val="400"/>
                  </a:spcBef>
                  <a:spcAft>
                    <a:spcPts val="400"/>
                  </a:spcAft>
                </a:pPr>
                <a:r>
                  <a:rPr lang="en-US" sz="1050">
                    <a:solidFill>
                      <a:schemeClr val="bg1"/>
                    </a:solidFill>
                  </a:rPr>
                  <a:t>How to get the image credit </a:t>
                </a:r>
                <a:r>
                  <a:rPr lang="en-US" sz="1050" b="1">
                    <a:solidFill>
                      <a:schemeClr val="bg1"/>
                    </a:solidFill>
                  </a:rPr>
                  <a:t>placeholder</a:t>
                </a:r>
                <a:r>
                  <a:rPr lang="en-US" sz="1050">
                    <a:solidFill>
                      <a:schemeClr val="bg1"/>
                    </a:solidFill>
                  </a:rPr>
                  <a:t> if it is no longer available on your slide by default: </a:t>
                </a:r>
              </a:p>
              <a:p>
                <a:pPr indent="0" algn="l">
                  <a:lnSpc>
                    <a:spcPct val="100000"/>
                  </a:lnSpc>
                  <a:spcBef>
                    <a:spcPts val="400"/>
                  </a:spcBef>
                  <a:spcAft>
                    <a:spcPts val="400"/>
                  </a:spcAft>
                </a:pPr>
                <a:r>
                  <a:rPr lang="en-US" sz="1050">
                    <a:solidFill>
                      <a:schemeClr val="bg1"/>
                    </a:solidFill>
                  </a:rPr>
                  <a:t>&gt; </a:t>
                </a:r>
                <a:r>
                  <a:rPr lang="en-US" sz="1050" b="0">
                    <a:solidFill>
                      <a:schemeClr val="bg1"/>
                    </a:solidFill>
                  </a:rPr>
                  <a:t>right-click on a free area</a:t>
                </a:r>
                <a:br>
                  <a:rPr lang="en-US" sz="1050" b="0">
                    <a:solidFill>
                      <a:schemeClr val="bg1"/>
                    </a:solidFill>
                  </a:rPr>
                </a:br>
                <a:r>
                  <a:rPr lang="en-US" sz="1050" b="0">
                    <a:solidFill>
                      <a:schemeClr val="bg1"/>
                    </a:solidFill>
                  </a:rPr>
                  <a:t>   on the slide</a:t>
                </a:r>
                <a:br>
                  <a:rPr lang="en-US" sz="1050" b="0">
                    <a:solidFill>
                      <a:schemeClr val="bg1"/>
                    </a:solidFill>
                  </a:rPr>
                </a:br>
                <a:r>
                  <a:rPr lang="en-US" sz="1050" b="0">
                    <a:solidFill>
                      <a:schemeClr val="bg1"/>
                    </a:solidFill>
                  </a:rPr>
                  <a:t>&gt; insert text element</a:t>
                </a:r>
                <a:endParaRPr lang="en-US" sz="1050">
                  <a:solidFill>
                    <a:schemeClr val="bg1"/>
                  </a:solidFill>
                </a:endParaRPr>
              </a:p>
              <a:p>
                <a:pPr indent="0" algn="l">
                  <a:lnSpc>
                    <a:spcPct val="100000"/>
                  </a:lnSpc>
                  <a:spcBef>
                    <a:spcPts val="400"/>
                  </a:spcBef>
                  <a:spcAft>
                    <a:spcPts val="400"/>
                  </a:spcAft>
                </a:pPr>
                <a:r>
                  <a:rPr lang="en-US" sz="1050">
                    <a:solidFill>
                      <a:schemeClr val="bg1"/>
                    </a:solidFill>
                  </a:rPr>
                  <a:t>“</a:t>
                </a:r>
                <a:r>
                  <a:rPr lang="en-US" sz="1050" b="1">
                    <a:solidFill>
                      <a:schemeClr val="bg1"/>
                    </a:solidFill>
                  </a:rPr>
                  <a:t>Copyright right</a:t>
                </a:r>
                <a:r>
                  <a:rPr lang="en-US" sz="1050">
                    <a:solidFill>
                      <a:schemeClr val="bg1"/>
                    </a:solidFill>
                  </a:rPr>
                  <a:t>” or </a:t>
                </a:r>
                <a:br>
                  <a:rPr lang="en-US" sz="1050">
                    <a:solidFill>
                      <a:schemeClr val="bg1"/>
                    </a:solidFill>
                  </a:rPr>
                </a:br>
                <a:r>
                  <a:rPr lang="en-US" sz="1050" b="1">
                    <a:solidFill>
                      <a:schemeClr val="bg1"/>
                    </a:solidFill>
                  </a:rPr>
                  <a:t>“Copyright left”</a:t>
                </a:r>
              </a:p>
            </p:txBody>
          </p:sp>
        </p:grpSp>
      </p:grpSp>
      <p:sp>
        <p:nvSpPr>
          <p:cNvPr id="3" name="MIO_Placeholder_Mapping" hidden="1">
            <a:extLst>
              <a:ext uri="{FF2B5EF4-FFF2-40B4-BE49-F238E27FC236}">
                <a16:creationId xmlns:a16="http://schemas.microsoft.com/office/drawing/2014/main" id="{C42BBCE0-4AE1-22FA-004E-52265CCEB4A7}"/>
              </a:ext>
            </a:extLst>
          </p:cNvPr>
          <p:cNvSpPr/>
          <p:nvPr userDrawn="1">
            <p:custDataLst>
              <p:tags r:id="rId1"/>
            </p:custDataLst>
          </p:nvPr>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3660508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op Reference">
    <p:spTree>
      <p:nvGrpSpPr>
        <p:cNvPr id="1" name=""/>
        <p:cNvGrpSpPr/>
        <p:nvPr/>
      </p:nvGrpSpPr>
      <p:grpSpPr>
        <a:xfrm>
          <a:off x="0" y="0"/>
          <a:ext cx="0" cy="0"/>
          <a:chOff x="0" y="0"/>
          <a:chExt cx="0" cy="0"/>
        </a:xfrm>
      </p:grpSpPr>
      <p:sp>
        <p:nvSpPr>
          <p:cNvPr id="13" name="background grey">
            <a:extLst>
              <a:ext uri="{FF2B5EF4-FFF2-40B4-BE49-F238E27FC236}">
                <a16:creationId xmlns:a16="http://schemas.microsoft.com/office/drawing/2014/main" id="{601226B0-B5A9-49D1-A3DA-8469D6E529BC}"/>
              </a:ext>
              <a:ext uri="{C183D7F6-B498-43B3-948B-1728B52AA6E4}">
                <adec:decorative xmlns:adec="http://schemas.microsoft.com/office/drawing/2017/decorative" val="1"/>
              </a:ext>
            </a:extLst>
          </p:cNvPr>
          <p:cNvSpPr/>
          <p:nvPr/>
        </p:nvSpPr>
        <p:spPr bwMode="gray">
          <a:xfrm>
            <a:off x="0" y="0"/>
            <a:ext cx="12192000" cy="609840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a:p>
        </p:txBody>
      </p:sp>
      <p:sp>
        <p:nvSpPr>
          <p:cNvPr id="10" name="picture">
            <a:extLst>
              <a:ext uri="{FF2B5EF4-FFF2-40B4-BE49-F238E27FC236}">
                <a16:creationId xmlns:a16="http://schemas.microsoft.com/office/drawing/2014/main" id="{76533136-822A-4672-82A6-5B4464AD390B}"/>
              </a:ext>
            </a:extLst>
          </p:cNvPr>
          <p:cNvSpPr>
            <a:spLocks noGrp="1"/>
          </p:cNvSpPr>
          <p:nvPr>
            <p:ph type="pic" sz="quarter" idx="18"/>
          </p:nvPr>
        </p:nvSpPr>
        <p:spPr bwMode="gray">
          <a:xfrm>
            <a:off x="0" y="1"/>
            <a:ext cx="7896023" cy="6858000"/>
          </a:xfrm>
          <a:pattFill prst="ltUpDiag">
            <a:fgClr>
              <a:schemeClr val="bg1">
                <a:lumMod val="95000"/>
              </a:schemeClr>
            </a:fgClr>
            <a:bgClr>
              <a:schemeClr val="bg1"/>
            </a:bgClr>
          </a:pattFill>
        </p:spPr>
        <p:txBody>
          <a:bodyPr/>
          <a:lstStyle/>
          <a:p>
            <a:r>
              <a:rPr lang="de-DE"/>
              <a:t>Bild durch Klicken auf Symbol hinzufügen</a:t>
            </a:r>
            <a:endParaRPr lang="en-US"/>
          </a:p>
        </p:txBody>
      </p:sp>
      <p:sp>
        <p:nvSpPr>
          <p:cNvPr id="7" name="text">
            <a:extLst>
              <a:ext uri="{FF2B5EF4-FFF2-40B4-BE49-F238E27FC236}">
                <a16:creationId xmlns:a16="http://schemas.microsoft.com/office/drawing/2014/main" id="{76947769-F1C5-46D2-A578-B46158BB4453}"/>
              </a:ext>
            </a:extLst>
          </p:cNvPr>
          <p:cNvSpPr>
            <a:spLocks noGrp="1"/>
          </p:cNvSpPr>
          <p:nvPr>
            <p:ph type="body" sz="quarter" idx="15"/>
          </p:nvPr>
        </p:nvSpPr>
        <p:spPr bwMode="gray">
          <a:xfrm>
            <a:off x="7290798" y="0"/>
            <a:ext cx="4365332" cy="2831302"/>
          </a:xfrm>
          <a:solidFill>
            <a:schemeClr val="bg1"/>
          </a:solidFill>
        </p:spPr>
        <p:txBody>
          <a:bodyPr wrap="square" lIns="216000" tIns="1335600" rIns="216000" bIns="432000">
            <a:spAutoFit/>
          </a:bodyPr>
          <a:lstStyle>
            <a:lvl1pPr>
              <a:spcBef>
                <a:spcPts val="0"/>
              </a:spcBef>
              <a:spcAft>
                <a:spcPts val="400"/>
              </a:spcAft>
              <a:defRPr>
                <a:solidFill>
                  <a:schemeClr val="tx1"/>
                </a:solidFill>
              </a:defRPr>
            </a:lvl1pPr>
            <a:lvl2pPr marL="0" indent="0">
              <a:spcBef>
                <a:spcPts val="400"/>
              </a:spcBef>
              <a:spcAft>
                <a:spcPts val="0"/>
              </a:spcAft>
              <a:buFontTx/>
              <a:buNone/>
              <a:defRPr b="1">
                <a:solidFill>
                  <a:schemeClr val="tx1"/>
                </a:solidFill>
              </a:defRPr>
            </a:lvl2pPr>
            <a:lvl3pPr marL="162000" indent="-162000">
              <a:spcBef>
                <a:spcPts val="0"/>
              </a:spcBef>
              <a:spcAft>
                <a:spcPts val="0"/>
              </a:spcAft>
              <a:buFont typeface="Wingdings" panose="05000000000000000000" pitchFamily="2" charset="2"/>
              <a:buChar char="§"/>
              <a:defRPr>
                <a:solidFill>
                  <a:schemeClr val="tx1"/>
                </a:solidFill>
              </a:defRPr>
            </a:lvl3pPr>
            <a:lvl4pPr marL="324000" indent="-162000">
              <a:spcBef>
                <a:spcPts val="0"/>
              </a:spcBef>
              <a:spcAft>
                <a:spcPts val="0"/>
              </a:spcAft>
              <a:buFont typeface="Symbol" panose="05050102010706020507" pitchFamily="18" charset="2"/>
              <a:buChar char="-"/>
              <a:defRPr>
                <a:solidFill>
                  <a:schemeClr val="tx1"/>
                </a:solidFill>
              </a:defRPr>
            </a:lvl4pPr>
            <a:lvl5pPr>
              <a:spcBef>
                <a:spcPts val="0"/>
              </a:spcBef>
              <a:spcAft>
                <a:spcPts val="0"/>
              </a:spcAft>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2" name="title">
            <a:extLst>
              <a:ext uri="{FF2B5EF4-FFF2-40B4-BE49-F238E27FC236}">
                <a16:creationId xmlns:a16="http://schemas.microsoft.com/office/drawing/2014/main" id="{8FFCB50B-5503-4467-8A0F-9FBB8B48B97D}"/>
              </a:ext>
            </a:extLst>
          </p:cNvPr>
          <p:cNvSpPr>
            <a:spLocks noGrp="1"/>
          </p:cNvSpPr>
          <p:nvPr>
            <p:ph type="title"/>
          </p:nvPr>
        </p:nvSpPr>
        <p:spPr bwMode="gray">
          <a:xfrm>
            <a:off x="7290798" y="658914"/>
            <a:ext cx="4365332" cy="518625"/>
          </a:xfrm>
        </p:spPr>
        <p:txBody>
          <a:bodyPr lIns="216000" tIns="0" rIns="216000" bIns="0" anchor="t"/>
          <a:lstStyle>
            <a:lvl1pPr>
              <a:defRPr sz="1800"/>
            </a:lvl1pPr>
          </a:lstStyle>
          <a:p>
            <a:r>
              <a:rPr lang="de-DE"/>
              <a:t>Mastertitelformat bearbeiten</a:t>
            </a:r>
            <a:endParaRPr lang="en-US"/>
          </a:p>
        </p:txBody>
      </p:sp>
      <p:sp>
        <p:nvSpPr>
          <p:cNvPr id="14" name="copyright left">
            <a:extLst>
              <a:ext uri="{FF2B5EF4-FFF2-40B4-BE49-F238E27FC236}">
                <a16:creationId xmlns:a16="http://schemas.microsoft.com/office/drawing/2014/main" id="{125889A1-F8B7-8C2F-72F4-61F74A30389E}"/>
              </a:ext>
              <a:ext uri="{C183D7F6-B498-43B3-948B-1728B52AA6E4}">
                <adec:decorative xmlns:adec="http://schemas.microsoft.com/office/drawing/2017/decorative" val="1"/>
              </a:ext>
            </a:extLst>
          </p:cNvPr>
          <p:cNvSpPr>
            <a:spLocks noGrp="1"/>
          </p:cNvSpPr>
          <p:nvPr>
            <p:ph type="body" sz="quarter" idx="19" hasCustomPrompt="1"/>
          </p:nvPr>
        </p:nvSpPr>
        <p:spPr>
          <a:xfrm rot="16200000">
            <a:off x="-215433" y="5619600"/>
            <a:ext cx="864000" cy="92333"/>
          </a:xfrm>
          <a:solidFill>
            <a:schemeClr val="bg1">
              <a:alpha val="0"/>
            </a:schemeClr>
          </a:solidFill>
        </p:spPr>
        <p:txBody>
          <a:bodyPr wrap="none" anchor="t"/>
          <a:lstStyle>
            <a:lvl1pPr>
              <a:spcBef>
                <a:spcPts val="0"/>
              </a:spcBef>
              <a:spcAft>
                <a:spcPts val="0"/>
              </a:spcAft>
              <a:defRPr sz="600">
                <a:solidFill>
                  <a:srgbClr val="B2B2B2"/>
                </a:solidFill>
              </a:defRPr>
            </a:lvl1pPr>
          </a:lstStyle>
          <a:p>
            <a:pPr lvl="0"/>
            <a:r>
              <a:rPr lang="de-DE" noProof="0"/>
              <a:t>© Copyright</a:t>
            </a:r>
          </a:p>
        </p:txBody>
      </p:sp>
      <p:sp>
        <p:nvSpPr>
          <p:cNvPr id="6" name="slide number">
            <a:extLst>
              <a:ext uri="{FF2B5EF4-FFF2-40B4-BE49-F238E27FC236}">
                <a16:creationId xmlns:a16="http://schemas.microsoft.com/office/drawing/2014/main" id="{90B54C2D-8235-4852-8EB7-5E05529B2499}"/>
              </a:ext>
            </a:extLst>
          </p:cNvPr>
          <p:cNvSpPr>
            <a:spLocks noGrp="1"/>
          </p:cNvSpPr>
          <p:nvPr>
            <p:ph type="sldNum" sz="quarter" idx="12"/>
          </p:nvPr>
        </p:nvSpPr>
        <p:spPr bwMode="gray">
          <a:xfrm>
            <a:off x="525600" y="6386399"/>
            <a:ext cx="234000" cy="180000"/>
          </a:xfrm>
        </p:spPr>
        <p:txBody>
          <a:bodyPr lIns="0" tIns="0" rIns="0" bIns="0"/>
          <a:lstStyle>
            <a:lvl1pPr>
              <a:defRPr>
                <a:solidFill>
                  <a:schemeClr val="bg1"/>
                </a:solidFill>
              </a:defRPr>
            </a:lvl1pPr>
          </a:lstStyle>
          <a:p>
            <a:fld id="{9829449A-3FF3-45CE-9F4F-09BADC0910C6}" type="slidenum">
              <a:rPr lang="de-DE"/>
              <a:pPr/>
              <a:t>‹Nr.›</a:t>
            </a:fld>
            <a:endParaRPr lang="de-DE"/>
          </a:p>
        </p:txBody>
      </p:sp>
      <p:sp>
        <p:nvSpPr>
          <p:cNvPr id="5" name="footer">
            <a:extLst>
              <a:ext uri="{FF2B5EF4-FFF2-40B4-BE49-F238E27FC236}">
                <a16:creationId xmlns:a16="http://schemas.microsoft.com/office/drawing/2014/main" id="{A4534FC4-D037-44B0-B266-D9E820FC1DF2}"/>
              </a:ext>
            </a:extLst>
          </p:cNvPr>
          <p:cNvSpPr>
            <a:spLocks noGrp="1"/>
          </p:cNvSpPr>
          <p:nvPr>
            <p:ph type="ftr" sz="quarter" idx="11"/>
          </p:nvPr>
        </p:nvSpPr>
        <p:spPr bwMode="gray">
          <a:xfrm>
            <a:off x="763200" y="6386399"/>
            <a:ext cx="6840000" cy="180000"/>
          </a:xfrm>
        </p:spPr>
        <p:txBody>
          <a:bodyPr lIns="0" tIns="0" rIns="0" bIns="0"/>
          <a:lstStyle>
            <a:lvl1pPr>
              <a:defRPr>
                <a:solidFill>
                  <a:schemeClr val="bg1"/>
                </a:solidFill>
              </a:defRPr>
            </a:lvl1pPr>
          </a:lstStyle>
          <a:p>
            <a:r>
              <a:rPr lang="de-DE"/>
              <a:t>SNB - TGA - 28.08.2026</a:t>
            </a:r>
          </a:p>
        </p:txBody>
      </p:sp>
      <p:grpSp>
        <p:nvGrpSpPr>
          <p:cNvPr id="9" name="info">
            <a:extLst>
              <a:ext uri="{FF2B5EF4-FFF2-40B4-BE49-F238E27FC236}">
                <a16:creationId xmlns:a16="http://schemas.microsoft.com/office/drawing/2014/main" id="{4DACCD65-2ED7-4D18-E6E7-1DE5EAD789B5}"/>
              </a:ext>
              <a:ext uri="{C183D7F6-B498-43B3-948B-1728B52AA6E4}">
                <adec:decorative xmlns:adec="http://schemas.microsoft.com/office/drawing/2017/decorative" val="1"/>
              </a:ext>
            </a:extLst>
          </p:cNvPr>
          <p:cNvGrpSpPr/>
          <p:nvPr userDrawn="1"/>
        </p:nvGrpSpPr>
        <p:grpSpPr>
          <a:xfrm>
            <a:off x="12330000" y="275771"/>
            <a:ext cx="2416066" cy="1699714"/>
            <a:chOff x="12247320" y="2764646"/>
            <a:chExt cx="2416066" cy="1699714"/>
          </a:xfrm>
          <a:effectLst>
            <a:outerShdw blurRad="50800" dist="38100" dir="8100000" algn="tr" rotWithShape="0">
              <a:prstClr val="black">
                <a:alpha val="40000"/>
              </a:prstClr>
            </a:outerShdw>
          </a:effectLst>
        </p:grpSpPr>
        <p:grpSp>
          <p:nvGrpSpPr>
            <p:cNvPr id="22" name="info">
              <a:extLst>
                <a:ext uri="{FF2B5EF4-FFF2-40B4-BE49-F238E27FC236}">
                  <a16:creationId xmlns:a16="http://schemas.microsoft.com/office/drawing/2014/main" id="{E5DB1EA1-B2F1-BFB4-ACA6-DA4DE0D343AC}"/>
                </a:ext>
              </a:extLst>
            </p:cNvPr>
            <p:cNvGrpSpPr/>
            <p:nvPr userDrawn="1"/>
          </p:nvGrpSpPr>
          <p:grpSpPr>
            <a:xfrm>
              <a:off x="12247320" y="2764646"/>
              <a:ext cx="2416066" cy="1699714"/>
              <a:chOff x="12399720" y="2219499"/>
              <a:chExt cx="2416066" cy="1699714"/>
            </a:xfrm>
            <a:solidFill>
              <a:srgbClr val="002965"/>
            </a:solidFill>
          </p:grpSpPr>
          <p:sp>
            <p:nvSpPr>
              <p:cNvPr id="37" name="info">
                <a:extLst>
                  <a:ext uri="{FF2B5EF4-FFF2-40B4-BE49-F238E27FC236}">
                    <a16:creationId xmlns:a16="http://schemas.microsoft.com/office/drawing/2014/main" id="{7517B9DA-EC3D-DB59-B477-4210F622E4AC}"/>
                  </a:ext>
                </a:extLst>
              </p:cNvPr>
              <p:cNvSpPr/>
              <p:nvPr userDrawn="1"/>
            </p:nvSpPr>
            <p:spPr bwMode="gray">
              <a:xfrm flipH="1">
                <a:off x="12399720" y="3445828"/>
                <a:ext cx="1579616" cy="473385"/>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spAutoFit/>
              </a:bodyPr>
              <a:lstStyle/>
              <a:p>
                <a:pPr algn="ctr">
                  <a:lnSpc>
                    <a:spcPct val="80000"/>
                  </a:lnSpc>
                  <a:spcBef>
                    <a:spcPts val="400"/>
                  </a:spcBef>
                  <a:spcAft>
                    <a:spcPts val="400"/>
                  </a:spcAft>
                </a:pPr>
                <a:endParaRPr lang="en-US" sz="1050">
                  <a:solidFill>
                    <a:schemeClr val="tx2"/>
                  </a:solidFill>
                </a:endParaRPr>
              </a:p>
              <a:p>
                <a:pPr algn="ctr">
                  <a:lnSpc>
                    <a:spcPct val="80000"/>
                  </a:lnSpc>
                  <a:spcBef>
                    <a:spcPts val="400"/>
                  </a:spcBef>
                  <a:spcAft>
                    <a:spcPts val="400"/>
                  </a:spcAft>
                </a:pPr>
                <a:endParaRPr lang="en-US" sz="1050">
                  <a:solidFill>
                    <a:schemeClr val="tx2"/>
                  </a:solidFill>
                </a:endParaRPr>
              </a:p>
            </p:txBody>
          </p:sp>
          <p:sp>
            <p:nvSpPr>
              <p:cNvPr id="39" name="info">
                <a:extLst>
                  <a:ext uri="{FF2B5EF4-FFF2-40B4-BE49-F238E27FC236}">
                    <a16:creationId xmlns:a16="http://schemas.microsoft.com/office/drawing/2014/main" id="{973806D2-F76D-63F6-097B-3727F520FA0D}"/>
                  </a:ext>
                </a:extLst>
              </p:cNvPr>
              <p:cNvSpPr/>
              <p:nvPr userDrawn="1"/>
            </p:nvSpPr>
            <p:spPr bwMode="gray">
              <a:xfrm flipH="1">
                <a:off x="12634893" y="2219499"/>
                <a:ext cx="2180893" cy="169971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36000" rtlCol="0" anchor="t">
                <a:noAutofit/>
              </a:bodyPr>
              <a:lstStyle/>
              <a:p>
                <a:pPr>
                  <a:lnSpc>
                    <a:spcPct val="80000"/>
                  </a:lnSpc>
                  <a:spcBef>
                    <a:spcPts val="400"/>
                  </a:spcBef>
                  <a:spcAft>
                    <a:spcPts val="400"/>
                  </a:spcAft>
                </a:pPr>
                <a:r>
                  <a:rPr lang="en-US" sz="1050" b="1" cap="all">
                    <a:solidFill>
                      <a:schemeClr val="bg1"/>
                    </a:solidFill>
                  </a:rPr>
                  <a:t>TEXT FORMATTING</a:t>
                </a:r>
              </a:p>
              <a:p>
                <a:pPr>
                  <a:lnSpc>
                    <a:spcPct val="80000"/>
                  </a:lnSpc>
                  <a:spcBef>
                    <a:spcPts val="400"/>
                  </a:spcBef>
                  <a:spcAft>
                    <a:spcPts val="400"/>
                  </a:spcAft>
                </a:pPr>
                <a:r>
                  <a:rPr lang="en-US" sz="1050" b="0">
                    <a:solidFill>
                      <a:schemeClr val="bg1"/>
                    </a:solidFill>
                  </a:rPr>
                  <a:t>Be sure to use the indent tool to format the text correctly!</a:t>
                </a:r>
              </a:p>
              <a:p>
                <a:pPr>
                  <a:lnSpc>
                    <a:spcPct val="80000"/>
                  </a:lnSpc>
                  <a:spcBef>
                    <a:spcPts val="400"/>
                  </a:spcBef>
                  <a:spcAft>
                    <a:spcPts val="400"/>
                  </a:spcAft>
                </a:pPr>
                <a:br>
                  <a:rPr lang="en-US" sz="1050" b="0">
                    <a:solidFill>
                      <a:schemeClr val="bg1"/>
                    </a:solidFill>
                  </a:rPr>
                </a:br>
                <a:r>
                  <a:rPr lang="en-US" sz="1050" b="1">
                    <a:solidFill>
                      <a:schemeClr val="bg1"/>
                    </a:solidFill>
                  </a:rPr>
                  <a:t>&gt; right click on text</a:t>
                </a:r>
                <a:br>
                  <a:rPr lang="en-US" sz="1050" b="1">
                    <a:solidFill>
                      <a:schemeClr val="bg1"/>
                    </a:solidFill>
                  </a:rPr>
                </a:br>
                <a:r>
                  <a:rPr lang="en-US" sz="1050" b="1">
                    <a:solidFill>
                      <a:schemeClr val="bg1"/>
                    </a:solidFill>
                  </a:rPr>
                  <a:t>&gt; In-/ Decrease list level</a:t>
                </a:r>
              </a:p>
              <a:p>
                <a:pPr>
                  <a:lnSpc>
                    <a:spcPct val="80000"/>
                  </a:lnSpc>
                  <a:spcBef>
                    <a:spcPts val="400"/>
                  </a:spcBef>
                  <a:spcAft>
                    <a:spcPts val="400"/>
                  </a:spcAft>
                </a:pPr>
                <a:endParaRPr lang="en-US" sz="1050" b="1">
                  <a:solidFill>
                    <a:schemeClr val="bg1"/>
                  </a:solidFill>
                </a:endParaRPr>
              </a:p>
              <a:p>
                <a:pPr>
                  <a:lnSpc>
                    <a:spcPct val="80000"/>
                  </a:lnSpc>
                  <a:spcBef>
                    <a:spcPts val="400"/>
                  </a:spcBef>
                  <a:spcAft>
                    <a:spcPts val="400"/>
                  </a:spcAft>
                </a:pPr>
                <a:endParaRPr lang="en-US" sz="1050" b="1" cap="all" baseline="0">
                  <a:solidFill>
                    <a:schemeClr val="bg2"/>
                  </a:solidFill>
                </a:endParaRPr>
              </a:p>
            </p:txBody>
          </p:sp>
        </p:grpSp>
        <p:pic>
          <p:nvPicPr>
            <p:cNvPr id="25" name="info">
              <a:extLst>
                <a:ext uri="{FF2B5EF4-FFF2-40B4-BE49-F238E27FC236}">
                  <a16:creationId xmlns:a16="http://schemas.microsoft.com/office/drawing/2014/main" id="{8F298258-2F49-4DB0-16E3-474B6C1EC2C5}"/>
                </a:ext>
              </a:extLst>
            </p:cNvPr>
            <p:cNvPicPr>
              <a:picLocks noChangeAspect="1"/>
            </p:cNvPicPr>
            <p:nvPr userDrawn="1"/>
          </p:nvPicPr>
          <p:blipFill>
            <a:blip r:embed="rId3"/>
            <a:stretch>
              <a:fillRect/>
            </a:stretch>
          </p:blipFill>
          <p:spPr>
            <a:xfrm>
              <a:off x="12730162" y="3989542"/>
              <a:ext cx="485775" cy="238125"/>
            </a:xfrm>
            <a:prstGeom prst="rect">
              <a:avLst/>
            </a:prstGeom>
          </p:spPr>
        </p:pic>
      </p:grpSp>
      <p:grpSp>
        <p:nvGrpSpPr>
          <p:cNvPr id="40" name="info">
            <a:extLst>
              <a:ext uri="{FF2B5EF4-FFF2-40B4-BE49-F238E27FC236}">
                <a16:creationId xmlns:a16="http://schemas.microsoft.com/office/drawing/2014/main" id="{835172F1-8ABA-B9E2-BE70-8838BACBC855}"/>
              </a:ext>
              <a:ext uri="{C183D7F6-B498-43B3-948B-1728B52AA6E4}">
                <adec:decorative xmlns:adec="http://schemas.microsoft.com/office/drawing/2017/decorative" val="1"/>
              </a:ext>
            </a:extLst>
          </p:cNvPr>
          <p:cNvGrpSpPr/>
          <p:nvPr userDrawn="1"/>
        </p:nvGrpSpPr>
        <p:grpSpPr>
          <a:xfrm>
            <a:off x="12330000" y="3670894"/>
            <a:ext cx="2418974" cy="3037718"/>
            <a:chOff x="12247320" y="3670894"/>
            <a:chExt cx="2418974" cy="3037718"/>
          </a:xfrm>
          <a:effectLst>
            <a:outerShdw blurRad="50800" dist="38100" dir="8100000" algn="tr" rotWithShape="0">
              <a:prstClr val="black">
                <a:alpha val="40000"/>
              </a:prstClr>
            </a:outerShdw>
          </a:effectLst>
        </p:grpSpPr>
        <p:grpSp>
          <p:nvGrpSpPr>
            <p:cNvPr id="23" name="info">
              <a:extLst>
                <a:ext uri="{FF2B5EF4-FFF2-40B4-BE49-F238E27FC236}">
                  <a16:creationId xmlns:a16="http://schemas.microsoft.com/office/drawing/2014/main" id="{F13AC4A6-0D23-4CC1-4572-D3DA09568A21}"/>
                </a:ext>
              </a:extLst>
            </p:cNvPr>
            <p:cNvGrpSpPr/>
            <p:nvPr userDrawn="1"/>
          </p:nvGrpSpPr>
          <p:grpSpPr>
            <a:xfrm flipH="1">
              <a:off x="12247320" y="3670894"/>
              <a:ext cx="2418974" cy="3037718"/>
              <a:chOff x="11633337" y="1148565"/>
              <a:chExt cx="2418974" cy="3037718"/>
            </a:xfrm>
            <a:solidFill>
              <a:srgbClr val="000000"/>
            </a:solidFill>
          </p:grpSpPr>
          <p:sp>
            <p:nvSpPr>
              <p:cNvPr id="26" name="info">
                <a:extLst>
                  <a:ext uri="{FF2B5EF4-FFF2-40B4-BE49-F238E27FC236}">
                    <a16:creationId xmlns:a16="http://schemas.microsoft.com/office/drawing/2014/main" id="{3695B96A-5AD8-31C0-35C4-46E8770D334D}"/>
                  </a:ext>
                </a:extLst>
              </p:cNvPr>
              <p:cNvSpPr/>
              <p:nvPr userDrawn="1"/>
            </p:nvSpPr>
            <p:spPr bwMode="gray">
              <a:xfrm rot="10800000" flipH="1">
                <a:off x="13438332" y="3712898"/>
                <a:ext cx="613979" cy="47338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spAutoFit/>
              </a:bodyPr>
              <a:lstStyle/>
              <a:p>
                <a:pPr algn="ctr">
                  <a:lnSpc>
                    <a:spcPct val="80000"/>
                  </a:lnSpc>
                  <a:spcBef>
                    <a:spcPts val="400"/>
                  </a:spcBef>
                  <a:spcAft>
                    <a:spcPts val="400"/>
                  </a:spcAft>
                </a:pPr>
                <a:endParaRPr lang="en-US" sz="1050">
                  <a:solidFill>
                    <a:schemeClr val="tx2"/>
                  </a:solidFill>
                </a:endParaRPr>
              </a:p>
              <a:p>
                <a:pPr algn="ctr">
                  <a:lnSpc>
                    <a:spcPct val="80000"/>
                  </a:lnSpc>
                  <a:spcBef>
                    <a:spcPts val="400"/>
                  </a:spcBef>
                  <a:spcAft>
                    <a:spcPts val="400"/>
                  </a:spcAft>
                </a:pPr>
                <a:endParaRPr lang="en-US" sz="1050">
                  <a:solidFill>
                    <a:schemeClr val="tx2"/>
                  </a:solidFill>
                </a:endParaRPr>
              </a:p>
            </p:txBody>
          </p:sp>
          <p:sp>
            <p:nvSpPr>
              <p:cNvPr id="27" name="info">
                <a:extLst>
                  <a:ext uri="{FF2B5EF4-FFF2-40B4-BE49-F238E27FC236}">
                    <a16:creationId xmlns:a16="http://schemas.microsoft.com/office/drawing/2014/main" id="{D2DB7853-569D-9545-B5C7-C655426F93E9}"/>
                  </a:ext>
                </a:extLst>
              </p:cNvPr>
              <p:cNvSpPr/>
              <p:nvPr userDrawn="1"/>
            </p:nvSpPr>
            <p:spPr bwMode="gray">
              <a:xfrm flipH="1">
                <a:off x="11633337" y="1148565"/>
                <a:ext cx="2183800" cy="30377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spAutoFit/>
              </a:bodyPr>
              <a:lstStyle/>
              <a:p>
                <a:pPr algn="l"/>
                <a:r>
                  <a:rPr lang="en-US" sz="1050">
                    <a:solidFill>
                      <a:schemeClr val="bg1"/>
                    </a:solidFill>
                  </a:rPr>
                  <a:t>If there is too much text, the </a:t>
                </a:r>
                <a:r>
                  <a:rPr lang="en-US" sz="1050" b="1" kern="1200" cap="all" baseline="0">
                    <a:solidFill>
                      <a:schemeClr val="bg1"/>
                    </a:solidFill>
                    <a:latin typeface="+mn-lt"/>
                    <a:ea typeface="+mn-ea"/>
                    <a:cs typeface="+mn-cs"/>
                  </a:rPr>
                  <a:t>Drees &amp; Sommer logo </a:t>
                </a:r>
                <a:r>
                  <a:rPr lang="en-US" sz="1050">
                    <a:solidFill>
                      <a:schemeClr val="bg1"/>
                    </a:solidFill>
                  </a:rPr>
                  <a:t>will be covered by the white text box.</a:t>
                </a:r>
                <a:br>
                  <a:rPr lang="en-US" sz="1050">
                    <a:solidFill>
                      <a:schemeClr val="bg1"/>
                    </a:solidFill>
                  </a:rPr>
                </a:br>
                <a:br>
                  <a:rPr lang="en-US" sz="1050">
                    <a:solidFill>
                      <a:schemeClr val="bg1"/>
                    </a:solidFill>
                  </a:rPr>
                </a:br>
                <a:r>
                  <a:rPr lang="en-US" sz="1050" b="1" cap="all" baseline="0">
                    <a:solidFill>
                      <a:schemeClr val="bg1"/>
                    </a:solidFill>
                  </a:rPr>
                  <a:t>Make logo visible</a:t>
                </a:r>
              </a:p>
              <a:p>
                <a:pPr algn="l"/>
                <a:r>
                  <a:rPr lang="en-US" sz="1050" b="0">
                    <a:solidFill>
                      <a:schemeClr val="bg1"/>
                    </a:solidFill>
                  </a:rPr>
                  <a:t>Use the positioning template </a:t>
                </a:r>
                <a:br>
                  <a:rPr lang="en-US" sz="1050" b="0">
                    <a:solidFill>
                      <a:schemeClr val="bg1"/>
                    </a:solidFill>
                  </a:rPr>
                </a:br>
                <a:r>
                  <a:rPr lang="en-US" sz="1050" b="0">
                    <a:solidFill>
                      <a:schemeClr val="bg1"/>
                    </a:solidFill>
                  </a:rPr>
                  <a:t>from the empower library to place the Drees &amp; Sommer logo over </a:t>
                </a:r>
                <a:br>
                  <a:rPr lang="en-US" sz="1050" b="0">
                    <a:solidFill>
                      <a:schemeClr val="bg1"/>
                    </a:solidFill>
                  </a:rPr>
                </a:br>
                <a:r>
                  <a:rPr lang="en-US" sz="1050" b="0">
                    <a:solidFill>
                      <a:schemeClr val="bg1"/>
                    </a:solidFill>
                  </a:rPr>
                  <a:t>the white text box.</a:t>
                </a:r>
                <a:br>
                  <a:rPr lang="en-US" sz="1050" b="0">
                    <a:solidFill>
                      <a:schemeClr val="bg1"/>
                    </a:solidFill>
                  </a:rPr>
                </a:br>
                <a:br>
                  <a:rPr lang="en-US" sz="1050" b="0">
                    <a:solidFill>
                      <a:schemeClr val="bg1"/>
                    </a:solidFill>
                  </a:rPr>
                </a:br>
                <a:r>
                  <a:rPr lang="en-US" sz="1050" b="0">
                    <a:solidFill>
                      <a:schemeClr val="bg1"/>
                    </a:solidFill>
                  </a:rPr>
                  <a:t>&gt; empower </a:t>
                </a:r>
                <a:br>
                  <a:rPr lang="en-US" sz="1050" b="0">
                    <a:solidFill>
                      <a:schemeClr val="bg1"/>
                    </a:solidFill>
                  </a:rPr>
                </a:br>
                <a:r>
                  <a:rPr lang="en-US" sz="1050" b="0">
                    <a:solidFill>
                      <a:schemeClr val="bg1"/>
                    </a:solidFill>
                  </a:rPr>
                  <a:t>&gt; layout tools</a:t>
                </a:r>
              </a:p>
              <a:p>
                <a:pPr algn="l" defTabSz="179388"/>
                <a:endParaRPr lang="en-US" sz="1050" b="0">
                  <a:solidFill>
                    <a:schemeClr val="bg1"/>
                  </a:solidFill>
                </a:endParaRPr>
              </a:p>
              <a:p>
                <a:pPr algn="l" defTabSz="179388"/>
                <a:r>
                  <a:rPr lang="en-US" sz="1050" b="0">
                    <a:solidFill>
                      <a:schemeClr val="bg1"/>
                    </a:solidFill>
                  </a:rPr>
                  <a:t>&gt; pictures</a:t>
                </a:r>
              </a:p>
              <a:p>
                <a:pPr algn="l" defTabSz="179388"/>
                <a:endParaRPr lang="en-US" sz="1050" b="0">
                  <a:solidFill>
                    <a:schemeClr val="bg1"/>
                  </a:solidFill>
                </a:endParaRPr>
              </a:p>
              <a:p>
                <a:pPr algn="l" defTabSz="179388"/>
                <a:r>
                  <a:rPr lang="en-US" sz="1050" b="0">
                    <a:solidFill>
                      <a:schemeClr val="bg1"/>
                    </a:solidFill>
                  </a:rPr>
                  <a:t>&gt; logos</a:t>
                </a:r>
              </a:p>
              <a:p>
                <a:pPr algn="l" defTabSz="179388"/>
                <a:r>
                  <a:rPr lang="en-US" sz="1050" b="0">
                    <a:solidFill>
                      <a:schemeClr val="bg1"/>
                    </a:solidFill>
                  </a:rPr>
                  <a:t>&gt; </a:t>
                </a:r>
                <a:r>
                  <a:rPr lang="en-US" sz="1050" b="1">
                    <a:solidFill>
                      <a:schemeClr val="bg1"/>
                    </a:solidFill>
                  </a:rPr>
                  <a:t>Drees &amp; Sommer logo</a:t>
                </a:r>
              </a:p>
            </p:txBody>
          </p:sp>
        </p:grpSp>
        <p:cxnSp>
          <p:nvCxnSpPr>
            <p:cNvPr id="35" name="info">
              <a:extLst>
                <a:ext uri="{FF2B5EF4-FFF2-40B4-BE49-F238E27FC236}">
                  <a16:creationId xmlns:a16="http://schemas.microsoft.com/office/drawing/2014/main" id="{8D9F24B8-56DB-5BC0-B610-38C149DE66BB}"/>
                </a:ext>
              </a:extLst>
            </p:cNvPr>
            <p:cNvCxnSpPr>
              <a:cxnSpLocks/>
            </p:cNvCxnSpPr>
            <p:nvPr userDrawn="1"/>
          </p:nvCxnSpPr>
          <p:spPr>
            <a:xfrm flipH="1">
              <a:off x="13428211" y="5670031"/>
              <a:ext cx="520518" cy="0"/>
            </a:xfrm>
            <a:prstGeom prst="line">
              <a:avLst/>
            </a:prstGeom>
            <a:ln w="12700" cap="sq">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info">
              <a:extLst>
                <a:ext uri="{FF2B5EF4-FFF2-40B4-BE49-F238E27FC236}">
                  <a16:creationId xmlns:a16="http://schemas.microsoft.com/office/drawing/2014/main" id="{1B27F7A9-9201-8E06-FC9C-51F6124E9EDC}"/>
                </a:ext>
              </a:extLst>
            </p:cNvPr>
            <p:cNvCxnSpPr>
              <a:cxnSpLocks/>
            </p:cNvCxnSpPr>
            <p:nvPr userDrawn="1"/>
          </p:nvCxnSpPr>
          <p:spPr>
            <a:xfrm flipH="1">
              <a:off x="13272967" y="5989008"/>
              <a:ext cx="523340" cy="0"/>
            </a:xfrm>
            <a:prstGeom prst="line">
              <a:avLst/>
            </a:prstGeom>
            <a:ln w="12700" cap="sq">
              <a:solidFill>
                <a:schemeClr val="bg1"/>
              </a:solidFill>
            </a:ln>
          </p:spPr>
          <p:style>
            <a:lnRef idx="1">
              <a:schemeClr val="accent1"/>
            </a:lnRef>
            <a:fillRef idx="0">
              <a:schemeClr val="accent1"/>
            </a:fillRef>
            <a:effectRef idx="0">
              <a:schemeClr val="accent1"/>
            </a:effectRef>
            <a:fontRef idx="minor">
              <a:schemeClr val="tx1"/>
            </a:fontRef>
          </p:style>
        </p:cxnSp>
        <p:pic>
          <p:nvPicPr>
            <p:cNvPr id="24" name="info">
              <a:extLst>
                <a:ext uri="{FF2B5EF4-FFF2-40B4-BE49-F238E27FC236}">
                  <a16:creationId xmlns:a16="http://schemas.microsoft.com/office/drawing/2014/main" id="{628EE913-07F5-F693-076C-ACB9D1351697}"/>
                </a:ext>
              </a:extLst>
            </p:cNvPr>
            <p:cNvPicPr>
              <a:picLocks noChangeAspect="1"/>
            </p:cNvPicPr>
            <p:nvPr userDrawn="1"/>
          </p:nvPicPr>
          <p:blipFill>
            <a:blip r:embed="rId4"/>
            <a:stretch>
              <a:fillRect/>
            </a:stretch>
          </p:blipFill>
          <p:spPr>
            <a:xfrm>
              <a:off x="13643886" y="5860408"/>
              <a:ext cx="304843" cy="285790"/>
            </a:xfrm>
            <a:prstGeom prst="rect">
              <a:avLst/>
            </a:prstGeom>
            <a:solidFill>
              <a:srgbClr val="000000"/>
            </a:solidFill>
          </p:spPr>
        </p:pic>
        <p:pic>
          <p:nvPicPr>
            <p:cNvPr id="38" name="info">
              <a:extLst>
                <a:ext uri="{FF2B5EF4-FFF2-40B4-BE49-F238E27FC236}">
                  <a16:creationId xmlns:a16="http://schemas.microsoft.com/office/drawing/2014/main" id="{248798CF-E568-38F6-43AE-5B55A471128E}"/>
                </a:ext>
              </a:extLst>
            </p:cNvPr>
            <p:cNvPicPr>
              <a:picLocks noChangeAspect="1"/>
            </p:cNvPicPr>
            <p:nvPr userDrawn="1"/>
          </p:nvPicPr>
          <p:blipFill>
            <a:blip r:embed="rId5"/>
            <a:stretch>
              <a:fillRect/>
            </a:stretch>
          </p:blipFill>
          <p:spPr>
            <a:xfrm>
              <a:off x="13815939" y="5421182"/>
              <a:ext cx="304844" cy="344038"/>
            </a:xfrm>
            <a:prstGeom prst="rect">
              <a:avLst/>
            </a:prstGeom>
            <a:solidFill>
              <a:srgbClr val="000000"/>
            </a:solidFill>
          </p:spPr>
        </p:pic>
      </p:grpSp>
      <p:grpSp>
        <p:nvGrpSpPr>
          <p:cNvPr id="31" name="Info">
            <a:extLst>
              <a:ext uri="{FF2B5EF4-FFF2-40B4-BE49-F238E27FC236}">
                <a16:creationId xmlns:a16="http://schemas.microsoft.com/office/drawing/2014/main" id="{A4FEB1D5-E56B-FA1A-70EA-B42C9327E46F}"/>
              </a:ext>
            </a:extLst>
          </p:cNvPr>
          <p:cNvGrpSpPr/>
          <p:nvPr userDrawn="1"/>
        </p:nvGrpSpPr>
        <p:grpSpPr>
          <a:xfrm flipH="1">
            <a:off x="-2613664" y="2453684"/>
            <a:ext cx="2500810" cy="3640431"/>
            <a:chOff x="12327529" y="2352975"/>
            <a:chExt cx="2500810" cy="3640431"/>
          </a:xfrm>
          <a:effectLst>
            <a:outerShdw blurRad="50800" dist="38100" dir="2700000" algn="tl" rotWithShape="0">
              <a:prstClr val="black">
                <a:alpha val="40000"/>
              </a:prstClr>
            </a:outerShdw>
          </a:effectLst>
        </p:grpSpPr>
        <p:grpSp>
          <p:nvGrpSpPr>
            <p:cNvPr id="32" name="info">
              <a:extLst>
                <a:ext uri="{FF2B5EF4-FFF2-40B4-BE49-F238E27FC236}">
                  <a16:creationId xmlns:a16="http://schemas.microsoft.com/office/drawing/2014/main" id="{99E60670-EB28-60FB-13CC-C7B4B24D037F}"/>
                </a:ext>
              </a:extLst>
            </p:cNvPr>
            <p:cNvGrpSpPr/>
            <p:nvPr userDrawn="1"/>
          </p:nvGrpSpPr>
          <p:grpSpPr>
            <a:xfrm>
              <a:off x="12596337" y="2352975"/>
              <a:ext cx="2232002" cy="1408806"/>
              <a:chOff x="12565380" y="2356671"/>
              <a:chExt cx="2232002" cy="1408806"/>
            </a:xfrm>
          </p:grpSpPr>
          <p:sp>
            <p:nvSpPr>
              <p:cNvPr id="42" name="info">
                <a:extLst>
                  <a:ext uri="{FF2B5EF4-FFF2-40B4-BE49-F238E27FC236}">
                    <a16:creationId xmlns:a16="http://schemas.microsoft.com/office/drawing/2014/main" id="{BC51A39B-C38F-E0F0-BA06-6BAF437E42C3}"/>
                  </a:ext>
                </a:extLst>
              </p:cNvPr>
              <p:cNvSpPr/>
              <p:nvPr userDrawn="1"/>
            </p:nvSpPr>
            <p:spPr bwMode="gray">
              <a:xfrm rot="16200000" flipH="1">
                <a:off x="12153929" y="2814026"/>
                <a:ext cx="1362902"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43" name="info">
                <a:extLst>
                  <a:ext uri="{FF2B5EF4-FFF2-40B4-BE49-F238E27FC236}">
                    <a16:creationId xmlns:a16="http://schemas.microsoft.com/office/drawing/2014/main" id="{C8F8DD61-5758-E4E1-1578-0CF4460B7F7C}"/>
                  </a:ext>
                </a:extLst>
              </p:cNvPr>
              <p:cNvSpPr/>
              <p:nvPr userDrawn="1"/>
            </p:nvSpPr>
            <p:spPr bwMode="gray">
              <a:xfrm flipH="1">
                <a:off x="12565381" y="2356671"/>
                <a:ext cx="2232001" cy="114232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kern="1200" cap="all">
                    <a:solidFill>
                      <a:schemeClr val="bg1"/>
                    </a:solidFill>
                    <a:latin typeface="+mn-lt"/>
                    <a:ea typeface="+mn-ea"/>
                    <a:cs typeface="+mn-cs"/>
                  </a:rPr>
                  <a:t>IMAGE Credit Formatting</a:t>
                </a:r>
              </a:p>
              <a:p>
                <a:pPr indent="0" algn="l">
                  <a:lnSpc>
                    <a:spcPct val="100000"/>
                  </a:lnSpc>
                  <a:spcBef>
                    <a:spcPts val="400"/>
                  </a:spcBef>
                  <a:spcAft>
                    <a:spcPts val="400"/>
                  </a:spcAft>
                </a:pPr>
                <a:r>
                  <a:rPr lang="en-US" sz="1050" b="0" kern="1200" cap="none">
                    <a:solidFill>
                      <a:schemeClr val="bg1"/>
                    </a:solidFill>
                    <a:latin typeface="+mn-lt"/>
                    <a:ea typeface="+mn-ea"/>
                    <a:cs typeface="+mn-cs"/>
                  </a:rPr>
                  <a:t>Examples!</a:t>
                </a:r>
              </a:p>
              <a:p>
                <a:pPr indent="0" algn="l">
                  <a:lnSpc>
                    <a:spcPct val="100000"/>
                  </a:lnSpc>
                  <a:spcBef>
                    <a:spcPts val="400"/>
                  </a:spcBef>
                  <a:spcAft>
                    <a:spcPts val="400"/>
                  </a:spcAft>
                </a:pPr>
                <a:r>
                  <a:rPr lang="en-US" sz="1050" b="0" kern="1200" cap="none">
                    <a:solidFill>
                      <a:schemeClr val="bg1"/>
                    </a:solidFill>
                    <a:latin typeface="+mn-lt"/>
                    <a:ea typeface="+mn-ea"/>
                    <a:cs typeface="+mn-cs"/>
                  </a:rPr>
                  <a:t>© Westend66 – gettyimages.com</a:t>
                </a:r>
                <a:br>
                  <a:rPr lang="en-US" sz="1050" b="0" kern="1200" cap="none">
                    <a:solidFill>
                      <a:schemeClr val="bg1"/>
                    </a:solidFill>
                    <a:latin typeface="+mn-lt"/>
                    <a:ea typeface="+mn-ea"/>
                    <a:cs typeface="+mn-cs"/>
                  </a:rPr>
                </a:br>
                <a:r>
                  <a:rPr lang="en-US" sz="1050" b="0" kern="1200" cap="none">
                    <a:solidFill>
                      <a:schemeClr val="bg1"/>
                    </a:solidFill>
                    <a:latin typeface="+mn-lt"/>
                    <a:ea typeface="+mn-ea"/>
                    <a:cs typeface="+mn-cs"/>
                  </a:rPr>
                  <a:t>© AI generated – Drees &amp; Sommer</a:t>
                </a:r>
              </a:p>
            </p:txBody>
          </p:sp>
        </p:grpSp>
        <p:grpSp>
          <p:nvGrpSpPr>
            <p:cNvPr id="33" name="info">
              <a:extLst>
                <a:ext uri="{FF2B5EF4-FFF2-40B4-BE49-F238E27FC236}">
                  <a16:creationId xmlns:a16="http://schemas.microsoft.com/office/drawing/2014/main" id="{14EAFDBB-F71A-EA75-1C7F-627CDB24DE07}"/>
                </a:ext>
              </a:extLst>
            </p:cNvPr>
            <p:cNvGrpSpPr>
              <a:grpSpLocks/>
            </p:cNvGrpSpPr>
            <p:nvPr userDrawn="1"/>
          </p:nvGrpSpPr>
          <p:grpSpPr>
            <a:xfrm>
              <a:off x="12327529" y="3837980"/>
              <a:ext cx="2500808" cy="2155426"/>
              <a:chOff x="12327530" y="4187428"/>
              <a:chExt cx="2500808" cy="2155426"/>
            </a:xfrm>
          </p:grpSpPr>
          <p:sp>
            <p:nvSpPr>
              <p:cNvPr id="34" name="info">
                <a:extLst>
                  <a:ext uri="{FF2B5EF4-FFF2-40B4-BE49-F238E27FC236}">
                    <a16:creationId xmlns:a16="http://schemas.microsoft.com/office/drawing/2014/main" id="{A8F12136-DA2A-382E-FD7B-C16D49C4DC52}"/>
                  </a:ext>
                </a:extLst>
              </p:cNvPr>
              <p:cNvSpPr/>
              <p:nvPr userDrawn="1"/>
            </p:nvSpPr>
            <p:spPr bwMode="gray">
              <a:xfrm flipH="1">
                <a:off x="12327530" y="5802854"/>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41" name="info">
                <a:extLst>
                  <a:ext uri="{FF2B5EF4-FFF2-40B4-BE49-F238E27FC236}">
                    <a16:creationId xmlns:a16="http://schemas.microsoft.com/office/drawing/2014/main" id="{3D137C4B-2B80-ADB2-EAE7-22B6CC8F4F63}"/>
                  </a:ext>
                </a:extLst>
              </p:cNvPr>
              <p:cNvSpPr/>
              <p:nvPr userDrawn="1"/>
            </p:nvSpPr>
            <p:spPr bwMode="gray">
              <a:xfrm flipH="1">
                <a:off x="12596338" y="4187428"/>
                <a:ext cx="2232000" cy="215542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cap="all">
                    <a:solidFill>
                      <a:schemeClr val="bg1"/>
                    </a:solidFill>
                  </a:rPr>
                  <a:t>image credit</a:t>
                </a:r>
              </a:p>
              <a:p>
                <a:pPr indent="0" algn="l">
                  <a:lnSpc>
                    <a:spcPct val="100000"/>
                  </a:lnSpc>
                  <a:spcBef>
                    <a:spcPts val="400"/>
                  </a:spcBef>
                  <a:spcAft>
                    <a:spcPts val="400"/>
                  </a:spcAft>
                </a:pPr>
                <a:r>
                  <a:rPr lang="en-US" sz="1050" b="1">
                    <a:solidFill>
                      <a:schemeClr val="bg1"/>
                    </a:solidFill>
                  </a:rPr>
                  <a:t>Always include </a:t>
                </a:r>
                <a:r>
                  <a:rPr lang="en-US" sz="1050">
                    <a:solidFill>
                      <a:schemeClr val="bg1"/>
                    </a:solidFill>
                  </a:rPr>
                  <a:t>the image credit!</a:t>
                </a:r>
              </a:p>
              <a:p>
                <a:pPr indent="0" algn="l">
                  <a:lnSpc>
                    <a:spcPct val="100000"/>
                  </a:lnSpc>
                  <a:spcBef>
                    <a:spcPts val="400"/>
                  </a:spcBef>
                  <a:spcAft>
                    <a:spcPts val="400"/>
                  </a:spcAft>
                </a:pPr>
                <a:r>
                  <a:rPr lang="en-US" sz="1050">
                    <a:solidFill>
                      <a:schemeClr val="bg1"/>
                    </a:solidFill>
                  </a:rPr>
                  <a:t>How to get the image credit </a:t>
                </a:r>
                <a:r>
                  <a:rPr lang="en-US" sz="1050" b="1">
                    <a:solidFill>
                      <a:schemeClr val="bg1"/>
                    </a:solidFill>
                  </a:rPr>
                  <a:t>placeholder</a:t>
                </a:r>
                <a:r>
                  <a:rPr lang="en-US" sz="1050">
                    <a:solidFill>
                      <a:schemeClr val="bg1"/>
                    </a:solidFill>
                  </a:rPr>
                  <a:t> if it is no longer available on your slide by default: </a:t>
                </a:r>
              </a:p>
              <a:p>
                <a:pPr indent="0" algn="l">
                  <a:lnSpc>
                    <a:spcPct val="100000"/>
                  </a:lnSpc>
                  <a:spcBef>
                    <a:spcPts val="400"/>
                  </a:spcBef>
                  <a:spcAft>
                    <a:spcPts val="400"/>
                  </a:spcAft>
                </a:pPr>
                <a:r>
                  <a:rPr lang="en-US" sz="1050">
                    <a:solidFill>
                      <a:schemeClr val="bg1"/>
                    </a:solidFill>
                  </a:rPr>
                  <a:t>&gt; </a:t>
                </a:r>
                <a:r>
                  <a:rPr lang="en-US" sz="1050" b="0">
                    <a:solidFill>
                      <a:schemeClr val="bg1"/>
                    </a:solidFill>
                  </a:rPr>
                  <a:t>right-click on a free area</a:t>
                </a:r>
                <a:br>
                  <a:rPr lang="en-US" sz="1050" b="0">
                    <a:solidFill>
                      <a:schemeClr val="bg1"/>
                    </a:solidFill>
                  </a:rPr>
                </a:br>
                <a:r>
                  <a:rPr lang="en-US" sz="1050" b="0">
                    <a:solidFill>
                      <a:schemeClr val="bg1"/>
                    </a:solidFill>
                  </a:rPr>
                  <a:t>   on the slide</a:t>
                </a:r>
                <a:br>
                  <a:rPr lang="en-US" sz="1050" b="0">
                    <a:solidFill>
                      <a:schemeClr val="bg1"/>
                    </a:solidFill>
                  </a:rPr>
                </a:br>
                <a:r>
                  <a:rPr lang="en-US" sz="1050" b="0">
                    <a:solidFill>
                      <a:schemeClr val="bg1"/>
                    </a:solidFill>
                  </a:rPr>
                  <a:t>&gt; insert text element</a:t>
                </a:r>
                <a:endParaRPr lang="en-US" sz="1050">
                  <a:solidFill>
                    <a:schemeClr val="bg1"/>
                  </a:solidFill>
                </a:endParaRPr>
              </a:p>
              <a:p>
                <a:pPr indent="0" algn="l">
                  <a:lnSpc>
                    <a:spcPct val="100000"/>
                  </a:lnSpc>
                  <a:spcBef>
                    <a:spcPts val="400"/>
                  </a:spcBef>
                  <a:spcAft>
                    <a:spcPts val="400"/>
                  </a:spcAft>
                </a:pPr>
                <a:r>
                  <a:rPr lang="en-US" sz="1050">
                    <a:solidFill>
                      <a:schemeClr val="bg1"/>
                    </a:solidFill>
                  </a:rPr>
                  <a:t>“</a:t>
                </a:r>
                <a:r>
                  <a:rPr lang="en-US" sz="1050" b="1">
                    <a:solidFill>
                      <a:schemeClr val="bg1"/>
                    </a:solidFill>
                  </a:rPr>
                  <a:t>Copyright left</a:t>
                </a:r>
                <a:r>
                  <a:rPr lang="en-US" sz="1050">
                    <a:solidFill>
                      <a:schemeClr val="bg1"/>
                    </a:solidFill>
                  </a:rPr>
                  <a:t>”</a:t>
                </a:r>
              </a:p>
            </p:txBody>
          </p:sp>
        </p:grpSp>
      </p:grpSp>
      <p:sp>
        <p:nvSpPr>
          <p:cNvPr id="3" name="MIO_Placeholder_Mapping" hidden="1">
            <a:extLst>
              <a:ext uri="{FF2B5EF4-FFF2-40B4-BE49-F238E27FC236}">
                <a16:creationId xmlns:a16="http://schemas.microsoft.com/office/drawing/2014/main" id="{105538BC-194E-056F-B7CD-5FFFB1D858AD}"/>
              </a:ext>
            </a:extLst>
          </p:cNvPr>
          <p:cNvSpPr/>
          <p:nvPr userDrawn="1">
            <p:custDataLst>
              <p:tags r:id="rId1"/>
            </p:custDataLst>
          </p:nvPr>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2557060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592">
          <p15:clr>
            <a:srgbClr val="FBAE40"/>
          </p15:clr>
        </p15:guide>
        <p15:guide id="2" pos="497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Reference &amp; two Pictures">
    <p:spTree>
      <p:nvGrpSpPr>
        <p:cNvPr id="1" name=""/>
        <p:cNvGrpSpPr/>
        <p:nvPr/>
      </p:nvGrpSpPr>
      <p:grpSpPr>
        <a:xfrm>
          <a:off x="0" y="0"/>
          <a:ext cx="0" cy="0"/>
          <a:chOff x="0" y="0"/>
          <a:chExt cx="0" cy="0"/>
        </a:xfrm>
      </p:grpSpPr>
      <p:sp>
        <p:nvSpPr>
          <p:cNvPr id="11" name="background grey">
            <a:extLst>
              <a:ext uri="{FF2B5EF4-FFF2-40B4-BE49-F238E27FC236}">
                <a16:creationId xmlns:a16="http://schemas.microsoft.com/office/drawing/2014/main" id="{67B920F9-FFDD-4A7E-B64D-74D2EEEAED0E}"/>
              </a:ext>
              <a:ext uri="{C183D7F6-B498-43B3-948B-1728B52AA6E4}">
                <adec:decorative xmlns:adec="http://schemas.microsoft.com/office/drawing/2017/decorative" val="1"/>
              </a:ext>
            </a:extLst>
          </p:cNvPr>
          <p:cNvSpPr/>
          <p:nvPr/>
        </p:nvSpPr>
        <p:spPr bwMode="white">
          <a:xfrm>
            <a:off x="0" y="673311"/>
            <a:ext cx="12192000" cy="478440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a:p>
        </p:txBody>
      </p:sp>
      <p:sp>
        <p:nvSpPr>
          <p:cNvPr id="10" name="picture 1">
            <a:extLst>
              <a:ext uri="{FF2B5EF4-FFF2-40B4-BE49-F238E27FC236}">
                <a16:creationId xmlns:a16="http://schemas.microsoft.com/office/drawing/2014/main" id="{76533136-822A-4672-82A6-5B4464AD390B}"/>
              </a:ext>
            </a:extLst>
          </p:cNvPr>
          <p:cNvSpPr>
            <a:spLocks noGrp="1"/>
          </p:cNvSpPr>
          <p:nvPr>
            <p:ph type="pic" sz="quarter" idx="18"/>
          </p:nvPr>
        </p:nvSpPr>
        <p:spPr bwMode="gray">
          <a:xfrm>
            <a:off x="525600" y="1601091"/>
            <a:ext cx="4369828" cy="3567127"/>
          </a:xfrm>
          <a:pattFill prst="ltUpDiag">
            <a:fgClr>
              <a:schemeClr val="bg1">
                <a:lumMod val="95000"/>
              </a:schemeClr>
            </a:fgClr>
            <a:bgClr>
              <a:schemeClr val="bg1"/>
            </a:bgClr>
          </a:pattFill>
        </p:spPr>
        <p:txBody>
          <a:bodyPr/>
          <a:lstStyle/>
          <a:p>
            <a:r>
              <a:rPr lang="de-DE"/>
              <a:t>Bild durch Klicken auf Symbol hinzufügen</a:t>
            </a:r>
            <a:endParaRPr lang="en-US"/>
          </a:p>
        </p:txBody>
      </p:sp>
      <p:sp>
        <p:nvSpPr>
          <p:cNvPr id="9" name="picture 2">
            <a:extLst>
              <a:ext uri="{FF2B5EF4-FFF2-40B4-BE49-F238E27FC236}">
                <a16:creationId xmlns:a16="http://schemas.microsoft.com/office/drawing/2014/main" id="{0C332C5E-6672-488C-98EF-4F5E858F7E90}"/>
              </a:ext>
            </a:extLst>
          </p:cNvPr>
          <p:cNvSpPr>
            <a:spLocks noGrp="1"/>
          </p:cNvSpPr>
          <p:nvPr>
            <p:ph type="pic" sz="quarter" idx="17"/>
          </p:nvPr>
        </p:nvSpPr>
        <p:spPr bwMode="gray">
          <a:xfrm>
            <a:off x="5039428" y="2528872"/>
            <a:ext cx="2864254" cy="3569529"/>
          </a:xfrm>
          <a:pattFill prst="ltUpDiag">
            <a:fgClr>
              <a:schemeClr val="bg1">
                <a:lumMod val="95000"/>
              </a:schemeClr>
            </a:fgClr>
            <a:bgClr>
              <a:schemeClr val="bg1"/>
            </a:bgClr>
          </a:pattFill>
        </p:spPr>
        <p:txBody>
          <a:bodyPr/>
          <a:lstStyle/>
          <a:p>
            <a:r>
              <a:rPr lang="de-DE"/>
              <a:t>Bild durch Klicken auf Symbol hinzufügen</a:t>
            </a:r>
            <a:endParaRPr lang="en-US"/>
          </a:p>
        </p:txBody>
      </p:sp>
      <p:sp>
        <p:nvSpPr>
          <p:cNvPr id="7" name="text">
            <a:extLst>
              <a:ext uri="{FF2B5EF4-FFF2-40B4-BE49-F238E27FC236}">
                <a16:creationId xmlns:a16="http://schemas.microsoft.com/office/drawing/2014/main" id="{76947769-F1C5-46D2-A578-B46158BB4453}"/>
              </a:ext>
            </a:extLst>
          </p:cNvPr>
          <p:cNvSpPr>
            <a:spLocks noGrp="1"/>
          </p:cNvSpPr>
          <p:nvPr>
            <p:ph type="body" sz="quarter" idx="15"/>
          </p:nvPr>
        </p:nvSpPr>
        <p:spPr bwMode="gray">
          <a:xfrm>
            <a:off x="8047682" y="959817"/>
            <a:ext cx="3616318" cy="2163968"/>
          </a:xfrm>
          <a:solidFill>
            <a:schemeClr val="bg1"/>
          </a:solidFill>
        </p:spPr>
        <p:txBody>
          <a:bodyPr lIns="216000" tIns="756000" rIns="216000" bIns="432000">
            <a:spAutoFit/>
          </a:bodyPr>
          <a:lstStyle>
            <a:lvl1pPr>
              <a:spcBef>
                <a:spcPts val="0"/>
              </a:spcBef>
              <a:defRPr>
                <a:solidFill>
                  <a:schemeClr val="tx1"/>
                </a:solidFill>
              </a:defRPr>
            </a:lvl1pPr>
            <a:lvl2pPr marL="0" indent="0">
              <a:spcBef>
                <a:spcPts val="400"/>
              </a:spcBef>
              <a:spcAft>
                <a:spcPts val="0"/>
              </a:spcAft>
              <a:buFontTx/>
              <a:buNone/>
              <a:defRPr b="1">
                <a:solidFill>
                  <a:schemeClr val="tx1"/>
                </a:solidFill>
              </a:defRPr>
            </a:lvl2pPr>
            <a:lvl3pPr marL="162000" indent="-162000">
              <a:spcAft>
                <a:spcPts val="0"/>
              </a:spcAft>
              <a:buFont typeface="Wingdings" panose="05000000000000000000" pitchFamily="2" charset="2"/>
              <a:buChar char="§"/>
              <a:defRPr>
                <a:solidFill>
                  <a:schemeClr val="tx1"/>
                </a:solidFill>
              </a:defRPr>
            </a:lvl3pPr>
            <a:lvl4pPr marL="324000" indent="-162000">
              <a:spcAft>
                <a:spcPts val="0"/>
              </a:spcAft>
              <a:buFont typeface="Symbol" panose="05050102010706020507" pitchFamily="18" charset="2"/>
              <a:buChar cha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p:txBody>
      </p:sp>
      <p:sp>
        <p:nvSpPr>
          <p:cNvPr id="2" name="title">
            <a:extLst>
              <a:ext uri="{FF2B5EF4-FFF2-40B4-BE49-F238E27FC236}">
                <a16:creationId xmlns:a16="http://schemas.microsoft.com/office/drawing/2014/main" id="{8FFCB50B-5503-4467-8A0F-9FBB8B48B97D}"/>
              </a:ext>
            </a:extLst>
          </p:cNvPr>
          <p:cNvSpPr>
            <a:spLocks noGrp="1"/>
          </p:cNvSpPr>
          <p:nvPr>
            <p:ph type="title"/>
          </p:nvPr>
        </p:nvSpPr>
        <p:spPr bwMode="gray">
          <a:xfrm>
            <a:off x="8047682" y="1177089"/>
            <a:ext cx="3618000" cy="446400"/>
          </a:xfrm>
        </p:spPr>
        <p:txBody>
          <a:bodyPr lIns="216000" tIns="0" rIns="216000" bIns="0" anchor="t"/>
          <a:lstStyle>
            <a:lvl1pPr>
              <a:defRPr sz="1800"/>
            </a:lvl1pPr>
          </a:lstStyle>
          <a:p>
            <a:r>
              <a:rPr lang="de-DE"/>
              <a:t>Mastertitelformat bearbeiten</a:t>
            </a:r>
            <a:endParaRPr lang="en-US"/>
          </a:p>
        </p:txBody>
      </p:sp>
      <p:sp>
        <p:nvSpPr>
          <p:cNvPr id="5" name="copyright left">
            <a:extLst>
              <a:ext uri="{FF2B5EF4-FFF2-40B4-BE49-F238E27FC236}">
                <a16:creationId xmlns:a16="http://schemas.microsoft.com/office/drawing/2014/main" id="{8FD52686-DD36-7734-117B-B731D412E9A3}"/>
              </a:ext>
              <a:ext uri="{C183D7F6-B498-43B3-948B-1728B52AA6E4}">
                <adec:decorative xmlns:adec="http://schemas.microsoft.com/office/drawing/2017/decorative" val="1"/>
              </a:ext>
            </a:extLst>
          </p:cNvPr>
          <p:cNvSpPr>
            <a:spLocks noGrp="1"/>
          </p:cNvSpPr>
          <p:nvPr>
            <p:ph type="body" sz="quarter" idx="21" hasCustomPrompt="1"/>
          </p:nvPr>
        </p:nvSpPr>
        <p:spPr>
          <a:xfrm rot="16200000">
            <a:off x="-215433" y="5619600"/>
            <a:ext cx="864000" cy="92333"/>
          </a:xfrm>
          <a:solidFill>
            <a:schemeClr val="bg1">
              <a:alpha val="0"/>
            </a:schemeClr>
          </a:solidFill>
        </p:spPr>
        <p:txBody>
          <a:bodyPr wrap="none" anchor="t"/>
          <a:lstStyle>
            <a:lvl1pPr>
              <a:spcBef>
                <a:spcPts val="0"/>
              </a:spcBef>
              <a:spcAft>
                <a:spcPts val="0"/>
              </a:spcAft>
              <a:defRPr sz="600">
                <a:solidFill>
                  <a:srgbClr val="B2B2B2"/>
                </a:solidFill>
              </a:defRPr>
            </a:lvl1pPr>
          </a:lstStyle>
          <a:p>
            <a:pPr lvl="0"/>
            <a:r>
              <a:rPr lang="de-DE" noProof="0"/>
              <a:t>© Copyright</a:t>
            </a:r>
          </a:p>
        </p:txBody>
      </p:sp>
      <p:sp>
        <p:nvSpPr>
          <p:cNvPr id="31" name="slide number">
            <a:extLst>
              <a:ext uri="{FF2B5EF4-FFF2-40B4-BE49-F238E27FC236}">
                <a16:creationId xmlns:a16="http://schemas.microsoft.com/office/drawing/2014/main" id="{9A20723F-A827-CB68-A862-6D493E7DC11F}"/>
              </a:ext>
            </a:extLst>
          </p:cNvPr>
          <p:cNvSpPr>
            <a:spLocks noGrp="1"/>
          </p:cNvSpPr>
          <p:nvPr>
            <p:ph type="sldNum" sz="quarter" idx="23"/>
          </p:nvPr>
        </p:nvSpPr>
        <p:spPr/>
        <p:txBody>
          <a:bodyPr/>
          <a:lstStyle/>
          <a:p>
            <a:fld id="{9829449A-3FF3-45CE-9F4F-09BADC0910C6}" type="slidenum">
              <a:rPr lang="de-DE"/>
              <a:pPr/>
              <a:t>‹Nr.›</a:t>
            </a:fld>
            <a:endParaRPr lang="de-DE"/>
          </a:p>
        </p:txBody>
      </p:sp>
      <p:sp>
        <p:nvSpPr>
          <p:cNvPr id="30" name="footer">
            <a:extLst>
              <a:ext uri="{FF2B5EF4-FFF2-40B4-BE49-F238E27FC236}">
                <a16:creationId xmlns:a16="http://schemas.microsoft.com/office/drawing/2014/main" id="{CAAD03B6-0C3D-A769-EDA5-CA7ECDF35005}"/>
              </a:ext>
            </a:extLst>
          </p:cNvPr>
          <p:cNvSpPr>
            <a:spLocks noGrp="1"/>
          </p:cNvSpPr>
          <p:nvPr>
            <p:ph type="ftr" sz="quarter" idx="22"/>
          </p:nvPr>
        </p:nvSpPr>
        <p:spPr/>
        <p:txBody>
          <a:bodyPr/>
          <a:lstStyle/>
          <a:p>
            <a:r>
              <a:rPr lang="de-DE"/>
              <a:t>SNB - TGA - 28.08.2026</a:t>
            </a:r>
          </a:p>
        </p:txBody>
      </p:sp>
      <p:grpSp>
        <p:nvGrpSpPr>
          <p:cNvPr id="23" name="info">
            <a:extLst>
              <a:ext uri="{FF2B5EF4-FFF2-40B4-BE49-F238E27FC236}">
                <a16:creationId xmlns:a16="http://schemas.microsoft.com/office/drawing/2014/main" id="{BB296AC2-4B40-3BBE-70F5-56DBA42636D0}"/>
              </a:ext>
              <a:ext uri="{C183D7F6-B498-43B3-948B-1728B52AA6E4}">
                <adec:decorative xmlns:adec="http://schemas.microsoft.com/office/drawing/2017/decorative" val="1"/>
              </a:ext>
            </a:extLst>
          </p:cNvPr>
          <p:cNvGrpSpPr/>
          <p:nvPr userDrawn="1"/>
        </p:nvGrpSpPr>
        <p:grpSpPr>
          <a:xfrm>
            <a:off x="12330000" y="3670894"/>
            <a:ext cx="2418974" cy="3037718"/>
            <a:chOff x="12247320" y="3670894"/>
            <a:chExt cx="2418974" cy="3037718"/>
          </a:xfrm>
          <a:effectLst>
            <a:outerShdw blurRad="50800" dist="38100" dir="8100000" algn="tr" rotWithShape="0">
              <a:prstClr val="black">
                <a:alpha val="40000"/>
              </a:prstClr>
            </a:outerShdw>
          </a:effectLst>
        </p:grpSpPr>
        <p:grpSp>
          <p:nvGrpSpPr>
            <p:cNvPr id="24" name="info">
              <a:extLst>
                <a:ext uri="{FF2B5EF4-FFF2-40B4-BE49-F238E27FC236}">
                  <a16:creationId xmlns:a16="http://schemas.microsoft.com/office/drawing/2014/main" id="{777319EA-0D46-AB2E-005B-75BA43DCBCBA}"/>
                </a:ext>
              </a:extLst>
            </p:cNvPr>
            <p:cNvGrpSpPr/>
            <p:nvPr userDrawn="1"/>
          </p:nvGrpSpPr>
          <p:grpSpPr>
            <a:xfrm flipH="1">
              <a:off x="12247320" y="3670894"/>
              <a:ext cx="2418974" cy="3037718"/>
              <a:chOff x="11633337" y="1148565"/>
              <a:chExt cx="2418974" cy="3037718"/>
            </a:xfrm>
            <a:solidFill>
              <a:srgbClr val="000000"/>
            </a:solidFill>
          </p:grpSpPr>
          <p:sp>
            <p:nvSpPr>
              <p:cNvPr id="29" name="info">
                <a:extLst>
                  <a:ext uri="{FF2B5EF4-FFF2-40B4-BE49-F238E27FC236}">
                    <a16:creationId xmlns:a16="http://schemas.microsoft.com/office/drawing/2014/main" id="{B2CFE1C9-118A-8F8B-AC26-FD78F205E5E4}"/>
                  </a:ext>
                </a:extLst>
              </p:cNvPr>
              <p:cNvSpPr/>
              <p:nvPr userDrawn="1"/>
            </p:nvSpPr>
            <p:spPr bwMode="gray">
              <a:xfrm rot="10800000" flipH="1">
                <a:off x="13438332" y="3712898"/>
                <a:ext cx="613979" cy="47338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spAutoFit/>
              </a:bodyPr>
              <a:lstStyle/>
              <a:p>
                <a:pPr algn="ctr">
                  <a:lnSpc>
                    <a:spcPct val="80000"/>
                  </a:lnSpc>
                  <a:spcBef>
                    <a:spcPts val="400"/>
                  </a:spcBef>
                  <a:spcAft>
                    <a:spcPts val="400"/>
                  </a:spcAft>
                </a:pPr>
                <a:endParaRPr lang="en-US" sz="1050">
                  <a:solidFill>
                    <a:schemeClr val="tx2"/>
                  </a:solidFill>
                </a:endParaRPr>
              </a:p>
              <a:p>
                <a:pPr algn="ctr">
                  <a:lnSpc>
                    <a:spcPct val="80000"/>
                  </a:lnSpc>
                  <a:spcBef>
                    <a:spcPts val="400"/>
                  </a:spcBef>
                  <a:spcAft>
                    <a:spcPts val="400"/>
                  </a:spcAft>
                </a:pPr>
                <a:endParaRPr lang="en-US" sz="1050">
                  <a:solidFill>
                    <a:schemeClr val="tx2"/>
                  </a:solidFill>
                </a:endParaRPr>
              </a:p>
            </p:txBody>
          </p:sp>
          <p:sp>
            <p:nvSpPr>
              <p:cNvPr id="38" name="info">
                <a:extLst>
                  <a:ext uri="{FF2B5EF4-FFF2-40B4-BE49-F238E27FC236}">
                    <a16:creationId xmlns:a16="http://schemas.microsoft.com/office/drawing/2014/main" id="{F9FC80F3-9D7B-30FE-BFBF-A3142C5D61CB}"/>
                  </a:ext>
                </a:extLst>
              </p:cNvPr>
              <p:cNvSpPr/>
              <p:nvPr userDrawn="1"/>
            </p:nvSpPr>
            <p:spPr bwMode="gray">
              <a:xfrm flipH="1">
                <a:off x="11633337" y="1148565"/>
                <a:ext cx="2183800" cy="303771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spAutoFit/>
              </a:bodyPr>
              <a:lstStyle/>
              <a:p>
                <a:pPr algn="l"/>
                <a:r>
                  <a:rPr lang="en-US" sz="1050">
                    <a:solidFill>
                      <a:schemeClr val="bg1"/>
                    </a:solidFill>
                  </a:rPr>
                  <a:t>If there is too much text, the </a:t>
                </a:r>
                <a:r>
                  <a:rPr lang="en-US" sz="1050" b="1" kern="1200" cap="all" baseline="0">
                    <a:solidFill>
                      <a:schemeClr val="bg1"/>
                    </a:solidFill>
                    <a:latin typeface="+mn-lt"/>
                    <a:ea typeface="+mn-ea"/>
                    <a:cs typeface="+mn-cs"/>
                  </a:rPr>
                  <a:t>Drees &amp; Sommer logo </a:t>
                </a:r>
                <a:r>
                  <a:rPr lang="en-US" sz="1050">
                    <a:solidFill>
                      <a:schemeClr val="bg1"/>
                    </a:solidFill>
                  </a:rPr>
                  <a:t>will be covered by the white text box.</a:t>
                </a:r>
                <a:br>
                  <a:rPr lang="en-US" sz="1050">
                    <a:solidFill>
                      <a:schemeClr val="bg1"/>
                    </a:solidFill>
                  </a:rPr>
                </a:br>
                <a:br>
                  <a:rPr lang="en-US" sz="1050">
                    <a:solidFill>
                      <a:schemeClr val="bg1"/>
                    </a:solidFill>
                  </a:rPr>
                </a:br>
                <a:r>
                  <a:rPr lang="en-US" sz="1050" b="1" cap="all" baseline="0">
                    <a:solidFill>
                      <a:schemeClr val="bg1"/>
                    </a:solidFill>
                  </a:rPr>
                  <a:t>Make logo visible</a:t>
                </a:r>
              </a:p>
              <a:p>
                <a:pPr algn="l"/>
                <a:r>
                  <a:rPr lang="en-US" sz="1050" b="0">
                    <a:solidFill>
                      <a:schemeClr val="bg1"/>
                    </a:solidFill>
                  </a:rPr>
                  <a:t>Use the positioning template </a:t>
                </a:r>
                <a:br>
                  <a:rPr lang="en-US" sz="1050" b="0">
                    <a:solidFill>
                      <a:schemeClr val="bg1"/>
                    </a:solidFill>
                  </a:rPr>
                </a:br>
                <a:r>
                  <a:rPr lang="en-US" sz="1050" b="0">
                    <a:solidFill>
                      <a:schemeClr val="bg1"/>
                    </a:solidFill>
                  </a:rPr>
                  <a:t>from the empower library to place the Drees &amp; Sommer logo over </a:t>
                </a:r>
                <a:br>
                  <a:rPr lang="en-US" sz="1050" b="0">
                    <a:solidFill>
                      <a:schemeClr val="bg1"/>
                    </a:solidFill>
                  </a:rPr>
                </a:br>
                <a:r>
                  <a:rPr lang="en-US" sz="1050" b="0">
                    <a:solidFill>
                      <a:schemeClr val="bg1"/>
                    </a:solidFill>
                  </a:rPr>
                  <a:t>the white text box.</a:t>
                </a:r>
                <a:br>
                  <a:rPr lang="en-US" sz="1050" b="0">
                    <a:solidFill>
                      <a:schemeClr val="bg1"/>
                    </a:solidFill>
                  </a:rPr>
                </a:br>
                <a:br>
                  <a:rPr lang="en-US" sz="1050" b="0">
                    <a:solidFill>
                      <a:schemeClr val="bg1"/>
                    </a:solidFill>
                  </a:rPr>
                </a:br>
                <a:r>
                  <a:rPr lang="en-US" sz="1050" b="0">
                    <a:solidFill>
                      <a:schemeClr val="bg1"/>
                    </a:solidFill>
                  </a:rPr>
                  <a:t>&gt; empower </a:t>
                </a:r>
                <a:br>
                  <a:rPr lang="en-US" sz="1050" b="0">
                    <a:solidFill>
                      <a:schemeClr val="bg1"/>
                    </a:solidFill>
                  </a:rPr>
                </a:br>
                <a:r>
                  <a:rPr lang="en-US" sz="1050" b="0">
                    <a:solidFill>
                      <a:schemeClr val="bg1"/>
                    </a:solidFill>
                  </a:rPr>
                  <a:t>&gt; layout tools</a:t>
                </a:r>
              </a:p>
              <a:p>
                <a:pPr algn="l" defTabSz="179388"/>
                <a:endParaRPr lang="en-US" sz="1050" b="0">
                  <a:solidFill>
                    <a:schemeClr val="bg1"/>
                  </a:solidFill>
                </a:endParaRPr>
              </a:p>
              <a:p>
                <a:pPr algn="l" defTabSz="179388"/>
                <a:r>
                  <a:rPr lang="en-US" sz="1050" b="0">
                    <a:solidFill>
                      <a:schemeClr val="bg1"/>
                    </a:solidFill>
                  </a:rPr>
                  <a:t>&gt; pictures</a:t>
                </a:r>
              </a:p>
              <a:p>
                <a:pPr algn="l" defTabSz="179388"/>
                <a:endParaRPr lang="en-US" sz="1050" b="0">
                  <a:solidFill>
                    <a:schemeClr val="bg1"/>
                  </a:solidFill>
                </a:endParaRPr>
              </a:p>
              <a:p>
                <a:pPr algn="l" defTabSz="179388"/>
                <a:r>
                  <a:rPr lang="en-US" sz="1050" b="0">
                    <a:solidFill>
                      <a:schemeClr val="bg1"/>
                    </a:solidFill>
                  </a:rPr>
                  <a:t>&gt; logos</a:t>
                </a:r>
              </a:p>
              <a:p>
                <a:pPr algn="l" defTabSz="179388"/>
                <a:r>
                  <a:rPr lang="en-US" sz="1050" b="0">
                    <a:solidFill>
                      <a:schemeClr val="bg1"/>
                    </a:solidFill>
                  </a:rPr>
                  <a:t>&gt; </a:t>
                </a:r>
                <a:r>
                  <a:rPr lang="en-US" sz="1050" b="1">
                    <a:solidFill>
                      <a:schemeClr val="bg1"/>
                    </a:solidFill>
                  </a:rPr>
                  <a:t>Drees &amp; Sommer logo</a:t>
                </a:r>
              </a:p>
            </p:txBody>
          </p:sp>
        </p:grpSp>
        <p:cxnSp>
          <p:nvCxnSpPr>
            <p:cNvPr id="25" name="info">
              <a:extLst>
                <a:ext uri="{FF2B5EF4-FFF2-40B4-BE49-F238E27FC236}">
                  <a16:creationId xmlns:a16="http://schemas.microsoft.com/office/drawing/2014/main" id="{83A4A9D4-6197-40F4-D17D-242513F6D050}"/>
                </a:ext>
              </a:extLst>
            </p:cNvPr>
            <p:cNvCxnSpPr>
              <a:cxnSpLocks/>
            </p:cNvCxnSpPr>
            <p:nvPr userDrawn="1"/>
          </p:nvCxnSpPr>
          <p:spPr>
            <a:xfrm flipH="1">
              <a:off x="13428211" y="5670031"/>
              <a:ext cx="520518" cy="0"/>
            </a:xfrm>
            <a:prstGeom prst="line">
              <a:avLst/>
            </a:prstGeom>
            <a:ln w="12700" cap="sq">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info">
              <a:extLst>
                <a:ext uri="{FF2B5EF4-FFF2-40B4-BE49-F238E27FC236}">
                  <a16:creationId xmlns:a16="http://schemas.microsoft.com/office/drawing/2014/main" id="{965E5D49-F782-4818-2178-F0F1E74D5AC3}"/>
                </a:ext>
              </a:extLst>
            </p:cNvPr>
            <p:cNvCxnSpPr>
              <a:cxnSpLocks/>
            </p:cNvCxnSpPr>
            <p:nvPr userDrawn="1"/>
          </p:nvCxnSpPr>
          <p:spPr>
            <a:xfrm flipH="1">
              <a:off x="13272967" y="5989008"/>
              <a:ext cx="523340" cy="0"/>
            </a:xfrm>
            <a:prstGeom prst="line">
              <a:avLst/>
            </a:prstGeom>
            <a:ln w="12700" cap="sq">
              <a:solidFill>
                <a:schemeClr val="bg1"/>
              </a:solidFill>
            </a:ln>
          </p:spPr>
          <p:style>
            <a:lnRef idx="1">
              <a:schemeClr val="accent1"/>
            </a:lnRef>
            <a:fillRef idx="0">
              <a:schemeClr val="accent1"/>
            </a:fillRef>
            <a:effectRef idx="0">
              <a:schemeClr val="accent1"/>
            </a:effectRef>
            <a:fontRef idx="minor">
              <a:schemeClr val="tx1"/>
            </a:fontRef>
          </p:style>
        </p:cxnSp>
        <p:pic>
          <p:nvPicPr>
            <p:cNvPr id="27" name="info">
              <a:extLst>
                <a:ext uri="{FF2B5EF4-FFF2-40B4-BE49-F238E27FC236}">
                  <a16:creationId xmlns:a16="http://schemas.microsoft.com/office/drawing/2014/main" id="{304F47B7-5AFF-076E-F317-79B8AA1B7179}"/>
                </a:ext>
              </a:extLst>
            </p:cNvPr>
            <p:cNvPicPr>
              <a:picLocks noChangeAspect="1"/>
            </p:cNvPicPr>
            <p:nvPr userDrawn="1"/>
          </p:nvPicPr>
          <p:blipFill>
            <a:blip r:embed="rId3"/>
            <a:stretch>
              <a:fillRect/>
            </a:stretch>
          </p:blipFill>
          <p:spPr>
            <a:xfrm>
              <a:off x="13643886" y="5860408"/>
              <a:ext cx="304843" cy="285790"/>
            </a:xfrm>
            <a:prstGeom prst="rect">
              <a:avLst/>
            </a:prstGeom>
            <a:solidFill>
              <a:srgbClr val="000000"/>
            </a:solidFill>
          </p:spPr>
        </p:pic>
        <p:pic>
          <p:nvPicPr>
            <p:cNvPr id="28" name="info">
              <a:extLst>
                <a:ext uri="{FF2B5EF4-FFF2-40B4-BE49-F238E27FC236}">
                  <a16:creationId xmlns:a16="http://schemas.microsoft.com/office/drawing/2014/main" id="{CB008467-D89D-CEFA-832E-E0D1D625C1EC}"/>
                </a:ext>
              </a:extLst>
            </p:cNvPr>
            <p:cNvPicPr>
              <a:picLocks noChangeAspect="1"/>
            </p:cNvPicPr>
            <p:nvPr userDrawn="1"/>
          </p:nvPicPr>
          <p:blipFill>
            <a:blip r:embed="rId4"/>
            <a:stretch>
              <a:fillRect/>
            </a:stretch>
          </p:blipFill>
          <p:spPr>
            <a:xfrm>
              <a:off x="13815939" y="5421182"/>
              <a:ext cx="304844" cy="344038"/>
            </a:xfrm>
            <a:prstGeom prst="rect">
              <a:avLst/>
            </a:prstGeom>
            <a:solidFill>
              <a:srgbClr val="000000"/>
            </a:solidFill>
          </p:spPr>
        </p:pic>
      </p:grpSp>
      <p:grpSp>
        <p:nvGrpSpPr>
          <p:cNvPr id="39" name="Info">
            <a:extLst>
              <a:ext uri="{FF2B5EF4-FFF2-40B4-BE49-F238E27FC236}">
                <a16:creationId xmlns:a16="http://schemas.microsoft.com/office/drawing/2014/main" id="{314E6D8E-2AAE-B424-F2CA-78034CC04536}"/>
              </a:ext>
            </a:extLst>
          </p:cNvPr>
          <p:cNvGrpSpPr/>
          <p:nvPr userDrawn="1"/>
        </p:nvGrpSpPr>
        <p:grpSpPr>
          <a:xfrm flipH="1">
            <a:off x="-2613664" y="2453684"/>
            <a:ext cx="2500810" cy="3640431"/>
            <a:chOff x="12327529" y="2352975"/>
            <a:chExt cx="2500810" cy="3640431"/>
          </a:xfrm>
          <a:effectLst>
            <a:outerShdw blurRad="50800" dist="38100" dir="2700000" algn="tl" rotWithShape="0">
              <a:prstClr val="black">
                <a:alpha val="40000"/>
              </a:prstClr>
            </a:outerShdw>
          </a:effectLst>
        </p:grpSpPr>
        <p:grpSp>
          <p:nvGrpSpPr>
            <p:cNvPr id="40" name="info">
              <a:extLst>
                <a:ext uri="{FF2B5EF4-FFF2-40B4-BE49-F238E27FC236}">
                  <a16:creationId xmlns:a16="http://schemas.microsoft.com/office/drawing/2014/main" id="{69965812-3D51-32A5-440C-38766F9FA141}"/>
                </a:ext>
              </a:extLst>
            </p:cNvPr>
            <p:cNvGrpSpPr/>
            <p:nvPr userDrawn="1"/>
          </p:nvGrpSpPr>
          <p:grpSpPr>
            <a:xfrm>
              <a:off x="12596337" y="2352975"/>
              <a:ext cx="2232002" cy="1408806"/>
              <a:chOff x="12565380" y="2356671"/>
              <a:chExt cx="2232002" cy="1408806"/>
            </a:xfrm>
          </p:grpSpPr>
          <p:sp>
            <p:nvSpPr>
              <p:cNvPr id="44" name="info">
                <a:extLst>
                  <a:ext uri="{FF2B5EF4-FFF2-40B4-BE49-F238E27FC236}">
                    <a16:creationId xmlns:a16="http://schemas.microsoft.com/office/drawing/2014/main" id="{5F907290-88D2-9143-0636-E6AF3845C9E9}"/>
                  </a:ext>
                </a:extLst>
              </p:cNvPr>
              <p:cNvSpPr/>
              <p:nvPr userDrawn="1"/>
            </p:nvSpPr>
            <p:spPr bwMode="gray">
              <a:xfrm rot="16200000" flipH="1">
                <a:off x="12153929" y="2814026"/>
                <a:ext cx="1362902"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45" name="info">
                <a:extLst>
                  <a:ext uri="{FF2B5EF4-FFF2-40B4-BE49-F238E27FC236}">
                    <a16:creationId xmlns:a16="http://schemas.microsoft.com/office/drawing/2014/main" id="{62650649-DF37-5725-2E9E-3FF18DBC5AEF}"/>
                  </a:ext>
                </a:extLst>
              </p:cNvPr>
              <p:cNvSpPr/>
              <p:nvPr userDrawn="1"/>
            </p:nvSpPr>
            <p:spPr bwMode="gray">
              <a:xfrm flipH="1">
                <a:off x="12565381" y="2356671"/>
                <a:ext cx="2232001" cy="114232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kern="1200" cap="all">
                    <a:solidFill>
                      <a:schemeClr val="bg1"/>
                    </a:solidFill>
                    <a:latin typeface="+mn-lt"/>
                    <a:ea typeface="+mn-ea"/>
                    <a:cs typeface="+mn-cs"/>
                  </a:rPr>
                  <a:t>IMAGE Credit Formatting</a:t>
                </a:r>
              </a:p>
              <a:p>
                <a:pPr indent="0" algn="l">
                  <a:lnSpc>
                    <a:spcPct val="100000"/>
                  </a:lnSpc>
                  <a:spcBef>
                    <a:spcPts val="400"/>
                  </a:spcBef>
                  <a:spcAft>
                    <a:spcPts val="400"/>
                  </a:spcAft>
                </a:pPr>
                <a:r>
                  <a:rPr lang="en-US" sz="1050" b="0" kern="1200" cap="none">
                    <a:solidFill>
                      <a:schemeClr val="bg1"/>
                    </a:solidFill>
                    <a:latin typeface="+mn-lt"/>
                    <a:ea typeface="+mn-ea"/>
                    <a:cs typeface="+mn-cs"/>
                  </a:rPr>
                  <a:t>Examples!</a:t>
                </a:r>
              </a:p>
              <a:p>
                <a:pPr indent="0" algn="l">
                  <a:lnSpc>
                    <a:spcPct val="100000"/>
                  </a:lnSpc>
                  <a:spcBef>
                    <a:spcPts val="400"/>
                  </a:spcBef>
                  <a:spcAft>
                    <a:spcPts val="400"/>
                  </a:spcAft>
                </a:pPr>
                <a:r>
                  <a:rPr lang="en-US" sz="1050" b="0" kern="1200" cap="none">
                    <a:solidFill>
                      <a:schemeClr val="bg1"/>
                    </a:solidFill>
                    <a:latin typeface="+mn-lt"/>
                    <a:ea typeface="+mn-ea"/>
                    <a:cs typeface="+mn-cs"/>
                  </a:rPr>
                  <a:t>© Westend66 – gettyimages.com</a:t>
                </a:r>
                <a:br>
                  <a:rPr lang="en-US" sz="1050" b="0" kern="1200" cap="none">
                    <a:solidFill>
                      <a:schemeClr val="bg1"/>
                    </a:solidFill>
                    <a:latin typeface="+mn-lt"/>
                    <a:ea typeface="+mn-ea"/>
                    <a:cs typeface="+mn-cs"/>
                  </a:rPr>
                </a:br>
                <a:r>
                  <a:rPr lang="en-US" sz="1050" b="0" kern="1200" cap="none">
                    <a:solidFill>
                      <a:schemeClr val="bg1"/>
                    </a:solidFill>
                    <a:latin typeface="+mn-lt"/>
                    <a:ea typeface="+mn-ea"/>
                    <a:cs typeface="+mn-cs"/>
                  </a:rPr>
                  <a:t>© AI generated – Drees &amp; Sommer</a:t>
                </a:r>
              </a:p>
            </p:txBody>
          </p:sp>
        </p:grpSp>
        <p:grpSp>
          <p:nvGrpSpPr>
            <p:cNvPr id="41" name="info">
              <a:extLst>
                <a:ext uri="{FF2B5EF4-FFF2-40B4-BE49-F238E27FC236}">
                  <a16:creationId xmlns:a16="http://schemas.microsoft.com/office/drawing/2014/main" id="{A17BE26D-E1DC-1C42-ED3D-7BF3C761C40B}"/>
                </a:ext>
              </a:extLst>
            </p:cNvPr>
            <p:cNvGrpSpPr>
              <a:grpSpLocks/>
            </p:cNvGrpSpPr>
            <p:nvPr userDrawn="1"/>
          </p:nvGrpSpPr>
          <p:grpSpPr>
            <a:xfrm>
              <a:off x="12327529" y="3837980"/>
              <a:ext cx="2500808" cy="2155426"/>
              <a:chOff x="12327530" y="4187428"/>
              <a:chExt cx="2500808" cy="2155426"/>
            </a:xfrm>
          </p:grpSpPr>
          <p:sp>
            <p:nvSpPr>
              <p:cNvPr id="42" name="info">
                <a:extLst>
                  <a:ext uri="{FF2B5EF4-FFF2-40B4-BE49-F238E27FC236}">
                    <a16:creationId xmlns:a16="http://schemas.microsoft.com/office/drawing/2014/main" id="{BA02F5B0-DD33-BDC9-7156-035B3850AC1A}"/>
                  </a:ext>
                </a:extLst>
              </p:cNvPr>
              <p:cNvSpPr/>
              <p:nvPr userDrawn="1"/>
            </p:nvSpPr>
            <p:spPr bwMode="gray">
              <a:xfrm flipH="1">
                <a:off x="12327530" y="5802854"/>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43" name="info">
                <a:extLst>
                  <a:ext uri="{FF2B5EF4-FFF2-40B4-BE49-F238E27FC236}">
                    <a16:creationId xmlns:a16="http://schemas.microsoft.com/office/drawing/2014/main" id="{AB9EF893-D9D1-734D-6A7C-95DE00A648FA}"/>
                  </a:ext>
                </a:extLst>
              </p:cNvPr>
              <p:cNvSpPr/>
              <p:nvPr userDrawn="1"/>
            </p:nvSpPr>
            <p:spPr bwMode="gray">
              <a:xfrm flipH="1">
                <a:off x="12596338" y="4187428"/>
                <a:ext cx="2232000" cy="215542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cap="all">
                    <a:solidFill>
                      <a:schemeClr val="bg1"/>
                    </a:solidFill>
                  </a:rPr>
                  <a:t>image credit</a:t>
                </a:r>
              </a:p>
              <a:p>
                <a:pPr indent="0" algn="l">
                  <a:lnSpc>
                    <a:spcPct val="100000"/>
                  </a:lnSpc>
                  <a:spcBef>
                    <a:spcPts val="400"/>
                  </a:spcBef>
                  <a:spcAft>
                    <a:spcPts val="400"/>
                  </a:spcAft>
                </a:pPr>
                <a:r>
                  <a:rPr lang="en-US" sz="1050" b="1">
                    <a:solidFill>
                      <a:schemeClr val="bg1"/>
                    </a:solidFill>
                  </a:rPr>
                  <a:t>Always include </a:t>
                </a:r>
                <a:r>
                  <a:rPr lang="en-US" sz="1050">
                    <a:solidFill>
                      <a:schemeClr val="bg1"/>
                    </a:solidFill>
                  </a:rPr>
                  <a:t>the image credit!</a:t>
                </a:r>
              </a:p>
              <a:p>
                <a:pPr indent="0" algn="l">
                  <a:lnSpc>
                    <a:spcPct val="100000"/>
                  </a:lnSpc>
                  <a:spcBef>
                    <a:spcPts val="400"/>
                  </a:spcBef>
                  <a:spcAft>
                    <a:spcPts val="400"/>
                  </a:spcAft>
                </a:pPr>
                <a:r>
                  <a:rPr lang="en-US" sz="1050">
                    <a:solidFill>
                      <a:schemeClr val="bg1"/>
                    </a:solidFill>
                  </a:rPr>
                  <a:t>How to get the image credit </a:t>
                </a:r>
                <a:r>
                  <a:rPr lang="en-US" sz="1050" b="1">
                    <a:solidFill>
                      <a:schemeClr val="bg1"/>
                    </a:solidFill>
                  </a:rPr>
                  <a:t>placeholder</a:t>
                </a:r>
                <a:r>
                  <a:rPr lang="en-US" sz="1050">
                    <a:solidFill>
                      <a:schemeClr val="bg1"/>
                    </a:solidFill>
                  </a:rPr>
                  <a:t> if it is no longer available on your slide by default: </a:t>
                </a:r>
              </a:p>
              <a:p>
                <a:pPr indent="0" algn="l">
                  <a:lnSpc>
                    <a:spcPct val="100000"/>
                  </a:lnSpc>
                  <a:spcBef>
                    <a:spcPts val="400"/>
                  </a:spcBef>
                  <a:spcAft>
                    <a:spcPts val="400"/>
                  </a:spcAft>
                </a:pPr>
                <a:r>
                  <a:rPr lang="en-US" sz="1050">
                    <a:solidFill>
                      <a:schemeClr val="bg1"/>
                    </a:solidFill>
                  </a:rPr>
                  <a:t>&gt; </a:t>
                </a:r>
                <a:r>
                  <a:rPr lang="en-US" sz="1050" b="0">
                    <a:solidFill>
                      <a:schemeClr val="bg1"/>
                    </a:solidFill>
                  </a:rPr>
                  <a:t>right-click on a free area</a:t>
                </a:r>
                <a:br>
                  <a:rPr lang="en-US" sz="1050" b="0">
                    <a:solidFill>
                      <a:schemeClr val="bg1"/>
                    </a:solidFill>
                  </a:rPr>
                </a:br>
                <a:r>
                  <a:rPr lang="en-US" sz="1050" b="0">
                    <a:solidFill>
                      <a:schemeClr val="bg1"/>
                    </a:solidFill>
                  </a:rPr>
                  <a:t>   on the slide</a:t>
                </a:r>
                <a:br>
                  <a:rPr lang="en-US" sz="1050" b="0">
                    <a:solidFill>
                      <a:schemeClr val="bg1"/>
                    </a:solidFill>
                  </a:rPr>
                </a:br>
                <a:r>
                  <a:rPr lang="en-US" sz="1050" b="0">
                    <a:solidFill>
                      <a:schemeClr val="bg1"/>
                    </a:solidFill>
                  </a:rPr>
                  <a:t>&gt; insert text element</a:t>
                </a:r>
                <a:endParaRPr lang="en-US" sz="1050">
                  <a:solidFill>
                    <a:schemeClr val="bg1"/>
                  </a:solidFill>
                </a:endParaRPr>
              </a:p>
              <a:p>
                <a:pPr indent="0" algn="l">
                  <a:lnSpc>
                    <a:spcPct val="100000"/>
                  </a:lnSpc>
                  <a:spcBef>
                    <a:spcPts val="400"/>
                  </a:spcBef>
                  <a:spcAft>
                    <a:spcPts val="400"/>
                  </a:spcAft>
                </a:pPr>
                <a:r>
                  <a:rPr lang="en-US" sz="1050">
                    <a:solidFill>
                      <a:schemeClr val="bg1"/>
                    </a:solidFill>
                  </a:rPr>
                  <a:t>“</a:t>
                </a:r>
                <a:r>
                  <a:rPr lang="en-US" sz="1050" b="1">
                    <a:solidFill>
                      <a:schemeClr val="bg1"/>
                    </a:solidFill>
                  </a:rPr>
                  <a:t>Copyright left</a:t>
                </a:r>
                <a:r>
                  <a:rPr lang="en-US" sz="1050">
                    <a:solidFill>
                      <a:schemeClr val="bg1"/>
                    </a:solidFill>
                  </a:rPr>
                  <a:t>”</a:t>
                </a:r>
              </a:p>
            </p:txBody>
          </p:sp>
        </p:grpSp>
      </p:grpSp>
      <p:grpSp>
        <p:nvGrpSpPr>
          <p:cNvPr id="46" name="info">
            <a:extLst>
              <a:ext uri="{FF2B5EF4-FFF2-40B4-BE49-F238E27FC236}">
                <a16:creationId xmlns:a16="http://schemas.microsoft.com/office/drawing/2014/main" id="{C3EABAD2-C0D5-D88F-ECEE-0E25FC3F2260}"/>
              </a:ext>
              <a:ext uri="{C183D7F6-B498-43B3-948B-1728B52AA6E4}">
                <adec:decorative xmlns:adec="http://schemas.microsoft.com/office/drawing/2017/decorative" val="1"/>
              </a:ext>
            </a:extLst>
          </p:cNvPr>
          <p:cNvGrpSpPr/>
          <p:nvPr userDrawn="1"/>
        </p:nvGrpSpPr>
        <p:grpSpPr>
          <a:xfrm>
            <a:off x="12330000" y="275771"/>
            <a:ext cx="2416066" cy="1699714"/>
            <a:chOff x="12247320" y="2764646"/>
            <a:chExt cx="2416066" cy="1699714"/>
          </a:xfrm>
          <a:effectLst>
            <a:outerShdw blurRad="50800" dist="38100" dir="8100000" algn="tr" rotWithShape="0">
              <a:prstClr val="black">
                <a:alpha val="40000"/>
              </a:prstClr>
            </a:outerShdw>
          </a:effectLst>
        </p:grpSpPr>
        <p:grpSp>
          <p:nvGrpSpPr>
            <p:cNvPr id="47" name="info">
              <a:extLst>
                <a:ext uri="{FF2B5EF4-FFF2-40B4-BE49-F238E27FC236}">
                  <a16:creationId xmlns:a16="http://schemas.microsoft.com/office/drawing/2014/main" id="{27EC5695-EACB-00BC-9769-99BBAAA4F25F}"/>
                </a:ext>
              </a:extLst>
            </p:cNvPr>
            <p:cNvGrpSpPr/>
            <p:nvPr userDrawn="1"/>
          </p:nvGrpSpPr>
          <p:grpSpPr>
            <a:xfrm>
              <a:off x="12247320" y="2764646"/>
              <a:ext cx="2416066" cy="1699714"/>
              <a:chOff x="12399720" y="2219499"/>
              <a:chExt cx="2416066" cy="1699714"/>
            </a:xfrm>
            <a:solidFill>
              <a:srgbClr val="002965"/>
            </a:solidFill>
          </p:grpSpPr>
          <p:sp>
            <p:nvSpPr>
              <p:cNvPr id="49" name="info">
                <a:extLst>
                  <a:ext uri="{FF2B5EF4-FFF2-40B4-BE49-F238E27FC236}">
                    <a16:creationId xmlns:a16="http://schemas.microsoft.com/office/drawing/2014/main" id="{5C33D4A8-2316-4731-3282-0D7A0E568946}"/>
                  </a:ext>
                </a:extLst>
              </p:cNvPr>
              <p:cNvSpPr/>
              <p:nvPr userDrawn="1"/>
            </p:nvSpPr>
            <p:spPr bwMode="gray">
              <a:xfrm flipH="1">
                <a:off x="12399720" y="3445828"/>
                <a:ext cx="1579616" cy="473385"/>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spAutoFit/>
              </a:bodyPr>
              <a:lstStyle/>
              <a:p>
                <a:pPr algn="ctr">
                  <a:lnSpc>
                    <a:spcPct val="80000"/>
                  </a:lnSpc>
                  <a:spcBef>
                    <a:spcPts val="400"/>
                  </a:spcBef>
                  <a:spcAft>
                    <a:spcPts val="400"/>
                  </a:spcAft>
                </a:pPr>
                <a:endParaRPr lang="en-US" sz="1050">
                  <a:solidFill>
                    <a:schemeClr val="tx2"/>
                  </a:solidFill>
                </a:endParaRPr>
              </a:p>
              <a:p>
                <a:pPr algn="ctr">
                  <a:lnSpc>
                    <a:spcPct val="80000"/>
                  </a:lnSpc>
                  <a:spcBef>
                    <a:spcPts val="400"/>
                  </a:spcBef>
                  <a:spcAft>
                    <a:spcPts val="400"/>
                  </a:spcAft>
                </a:pPr>
                <a:endParaRPr lang="en-US" sz="1050">
                  <a:solidFill>
                    <a:schemeClr val="tx2"/>
                  </a:solidFill>
                </a:endParaRPr>
              </a:p>
            </p:txBody>
          </p:sp>
          <p:sp>
            <p:nvSpPr>
              <p:cNvPr id="50" name="info">
                <a:extLst>
                  <a:ext uri="{FF2B5EF4-FFF2-40B4-BE49-F238E27FC236}">
                    <a16:creationId xmlns:a16="http://schemas.microsoft.com/office/drawing/2014/main" id="{48185A51-6042-43D4-1292-5B464F268164}"/>
                  </a:ext>
                </a:extLst>
              </p:cNvPr>
              <p:cNvSpPr/>
              <p:nvPr userDrawn="1"/>
            </p:nvSpPr>
            <p:spPr bwMode="gray">
              <a:xfrm flipH="1">
                <a:off x="12634893" y="2219499"/>
                <a:ext cx="2180893" cy="169971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36000" rtlCol="0" anchor="t">
                <a:noAutofit/>
              </a:bodyPr>
              <a:lstStyle/>
              <a:p>
                <a:pPr>
                  <a:lnSpc>
                    <a:spcPct val="80000"/>
                  </a:lnSpc>
                  <a:spcBef>
                    <a:spcPts val="400"/>
                  </a:spcBef>
                  <a:spcAft>
                    <a:spcPts val="400"/>
                  </a:spcAft>
                </a:pPr>
                <a:r>
                  <a:rPr lang="en-US" sz="1050" b="1" cap="all">
                    <a:solidFill>
                      <a:schemeClr val="bg1"/>
                    </a:solidFill>
                  </a:rPr>
                  <a:t>TEXT FORMATTING</a:t>
                </a:r>
              </a:p>
              <a:p>
                <a:pPr>
                  <a:lnSpc>
                    <a:spcPct val="80000"/>
                  </a:lnSpc>
                  <a:spcBef>
                    <a:spcPts val="400"/>
                  </a:spcBef>
                  <a:spcAft>
                    <a:spcPts val="400"/>
                  </a:spcAft>
                </a:pPr>
                <a:r>
                  <a:rPr lang="en-US" sz="1050" b="0">
                    <a:solidFill>
                      <a:schemeClr val="bg1"/>
                    </a:solidFill>
                  </a:rPr>
                  <a:t>Be sure to use the indent tool to format the text correctly!</a:t>
                </a:r>
              </a:p>
              <a:p>
                <a:pPr>
                  <a:lnSpc>
                    <a:spcPct val="80000"/>
                  </a:lnSpc>
                  <a:spcBef>
                    <a:spcPts val="400"/>
                  </a:spcBef>
                  <a:spcAft>
                    <a:spcPts val="400"/>
                  </a:spcAft>
                </a:pPr>
                <a:br>
                  <a:rPr lang="en-US" sz="1050" b="0">
                    <a:solidFill>
                      <a:schemeClr val="bg1"/>
                    </a:solidFill>
                  </a:rPr>
                </a:br>
                <a:r>
                  <a:rPr lang="en-US" sz="1050" b="1">
                    <a:solidFill>
                      <a:schemeClr val="bg1"/>
                    </a:solidFill>
                  </a:rPr>
                  <a:t>&gt; right click on text</a:t>
                </a:r>
                <a:br>
                  <a:rPr lang="en-US" sz="1050" b="1">
                    <a:solidFill>
                      <a:schemeClr val="bg1"/>
                    </a:solidFill>
                  </a:rPr>
                </a:br>
                <a:r>
                  <a:rPr lang="en-US" sz="1050" b="1">
                    <a:solidFill>
                      <a:schemeClr val="bg1"/>
                    </a:solidFill>
                  </a:rPr>
                  <a:t>&gt; In-/ Decrease list level</a:t>
                </a:r>
              </a:p>
              <a:p>
                <a:pPr>
                  <a:lnSpc>
                    <a:spcPct val="80000"/>
                  </a:lnSpc>
                  <a:spcBef>
                    <a:spcPts val="400"/>
                  </a:spcBef>
                  <a:spcAft>
                    <a:spcPts val="400"/>
                  </a:spcAft>
                </a:pPr>
                <a:endParaRPr lang="en-US" sz="1050" b="1">
                  <a:solidFill>
                    <a:schemeClr val="bg1"/>
                  </a:solidFill>
                </a:endParaRPr>
              </a:p>
              <a:p>
                <a:pPr>
                  <a:lnSpc>
                    <a:spcPct val="80000"/>
                  </a:lnSpc>
                  <a:spcBef>
                    <a:spcPts val="400"/>
                  </a:spcBef>
                  <a:spcAft>
                    <a:spcPts val="400"/>
                  </a:spcAft>
                </a:pPr>
                <a:endParaRPr lang="en-US" sz="1050" b="1" cap="all" baseline="0">
                  <a:solidFill>
                    <a:schemeClr val="bg2"/>
                  </a:solidFill>
                </a:endParaRPr>
              </a:p>
            </p:txBody>
          </p:sp>
        </p:grpSp>
        <p:pic>
          <p:nvPicPr>
            <p:cNvPr id="48" name="info">
              <a:extLst>
                <a:ext uri="{FF2B5EF4-FFF2-40B4-BE49-F238E27FC236}">
                  <a16:creationId xmlns:a16="http://schemas.microsoft.com/office/drawing/2014/main" id="{14A8CC77-B0E1-710A-02DA-B5E7E45C9DC4}"/>
                </a:ext>
              </a:extLst>
            </p:cNvPr>
            <p:cNvPicPr>
              <a:picLocks noChangeAspect="1"/>
            </p:cNvPicPr>
            <p:nvPr userDrawn="1"/>
          </p:nvPicPr>
          <p:blipFill>
            <a:blip r:embed="rId5"/>
            <a:stretch>
              <a:fillRect/>
            </a:stretch>
          </p:blipFill>
          <p:spPr>
            <a:xfrm>
              <a:off x="12730162" y="3989542"/>
              <a:ext cx="485775" cy="238125"/>
            </a:xfrm>
            <a:prstGeom prst="rect">
              <a:avLst/>
            </a:prstGeom>
          </p:spPr>
        </p:pic>
      </p:grpSp>
      <p:sp>
        <p:nvSpPr>
          <p:cNvPr id="8" name="MIO_Placeholder_Mapping" hidden="1">
            <a:extLst>
              <a:ext uri="{FF2B5EF4-FFF2-40B4-BE49-F238E27FC236}">
                <a16:creationId xmlns:a16="http://schemas.microsoft.com/office/drawing/2014/main" id="{4DD044BE-7010-3ED3-F140-DE5DCAA9D5D1}"/>
              </a:ext>
            </a:extLst>
          </p:cNvPr>
          <p:cNvSpPr/>
          <p:nvPr userDrawn="1">
            <p:custDataLst>
              <p:tags r:id="rId1"/>
            </p:custDataLst>
          </p:nvPr>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123243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084">
          <p15:clr>
            <a:srgbClr val="FBAE40"/>
          </p15:clr>
        </p15:guide>
        <p15:guide id="2" pos="3174">
          <p15:clr>
            <a:srgbClr val="FBAE40"/>
          </p15:clr>
        </p15:guide>
        <p15:guide id="3" pos="4980">
          <p15:clr>
            <a:srgbClr val="FBAE40"/>
          </p15:clr>
        </p15:guide>
        <p15:guide id="4" pos="5069">
          <p15:clr>
            <a:srgbClr val="FBAE40"/>
          </p15:clr>
        </p15:guide>
        <p15:guide id="5" orient="horz" pos="731">
          <p15:clr>
            <a:srgbClr val="FBAE40"/>
          </p15:clr>
        </p15:guide>
        <p15:guide id="6" orient="horz" pos="595">
          <p15:clr>
            <a:srgbClr val="FBAE40"/>
          </p15:clr>
        </p15:guide>
        <p15:guide id="7" orient="horz" pos="1593">
          <p15:clr>
            <a:srgbClr val="FBAE40"/>
          </p15:clr>
        </p15:guide>
        <p15:guide id="8" orient="horz" pos="3257">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V_6 project pictures">
    <p:spTree>
      <p:nvGrpSpPr>
        <p:cNvPr id="1" name=""/>
        <p:cNvGrpSpPr/>
        <p:nvPr/>
      </p:nvGrpSpPr>
      <p:grpSpPr>
        <a:xfrm>
          <a:off x="0" y="0"/>
          <a:ext cx="0" cy="0"/>
          <a:chOff x="0" y="0"/>
          <a:chExt cx="0" cy="0"/>
        </a:xfrm>
      </p:grpSpPr>
      <p:sp>
        <p:nvSpPr>
          <p:cNvPr id="2" name="first name last name">
            <a:extLst>
              <a:ext uri="{FF2B5EF4-FFF2-40B4-BE49-F238E27FC236}">
                <a16:creationId xmlns:a16="http://schemas.microsoft.com/office/drawing/2014/main" id="{8F1F303E-397D-4BCE-B185-59C5299F8A57}"/>
              </a:ext>
            </a:extLst>
          </p:cNvPr>
          <p:cNvSpPr>
            <a:spLocks noGrp="1"/>
          </p:cNvSpPr>
          <p:nvPr>
            <p:ph type="title" hasCustomPrompt="1"/>
          </p:nvPr>
        </p:nvSpPr>
        <p:spPr>
          <a:xfrm>
            <a:off x="527050" y="673200"/>
            <a:ext cx="5494865" cy="288000"/>
          </a:xfrm>
        </p:spPr>
        <p:txBody>
          <a:bodyPr/>
          <a:lstStyle>
            <a:lvl1pPr>
              <a:defRPr/>
            </a:lvl1pPr>
          </a:lstStyle>
          <a:p>
            <a:r>
              <a:rPr lang="de-DE"/>
              <a:t>First Name Last Name</a:t>
            </a:r>
          </a:p>
        </p:txBody>
      </p:sp>
      <p:sp>
        <p:nvSpPr>
          <p:cNvPr id="6" name="MIO_CONVERT_SLIDES_SUBTITLE">
            <a:extLst>
              <a:ext uri="{FF2B5EF4-FFF2-40B4-BE49-F238E27FC236}">
                <a16:creationId xmlns:a16="http://schemas.microsoft.com/office/drawing/2014/main" id="{9C2D522A-9C9B-4BB1-8778-C9AE0A640BDD}"/>
              </a:ext>
            </a:extLst>
          </p:cNvPr>
          <p:cNvSpPr>
            <a:spLocks noGrp="1"/>
          </p:cNvSpPr>
          <p:nvPr>
            <p:ph type="body" sz="quarter" idx="18" hasCustomPrompt="1"/>
          </p:nvPr>
        </p:nvSpPr>
        <p:spPr bwMode="gray">
          <a:xfrm>
            <a:off x="527051" y="1022399"/>
            <a:ext cx="5494866" cy="619200"/>
          </a:xfrm>
        </p:spPr>
        <p:txBody>
          <a:bodyPr tIns="0">
            <a:noAutofit/>
          </a:bodyPr>
          <a:lstStyle>
            <a:lvl1pPr marL="0" indent="0">
              <a:lnSpc>
                <a:spcPct val="85000"/>
              </a:lnSpc>
              <a:spcBef>
                <a:spcPts val="0"/>
              </a:spcBef>
              <a:spcAft>
                <a:spcPts val="0"/>
              </a:spcAft>
              <a:buFont typeface="Arial" panose="020B0604020202020204" pitchFamily="34" charset="0"/>
              <a:buNone/>
              <a:defRPr sz="1600" b="0" cap="none" baseline="0">
                <a:solidFill>
                  <a:schemeClr val="tx1"/>
                </a:solidFill>
              </a:defRPr>
            </a:lvl1pPr>
            <a:lvl2pPr marL="0" indent="0">
              <a:spcBef>
                <a:spcPts val="0"/>
              </a:spcBef>
              <a:spcAft>
                <a:spcPts val="0"/>
              </a:spcAft>
              <a:buNone/>
              <a:defRPr sz="2133" b="0" cap="none" baseline="0">
                <a:solidFill>
                  <a:schemeClr val="tx1"/>
                </a:solidFill>
              </a:defRPr>
            </a:lvl2pPr>
            <a:lvl3pPr marL="0" indent="0">
              <a:spcBef>
                <a:spcPts val="0"/>
              </a:spcBef>
              <a:spcAft>
                <a:spcPts val="0"/>
              </a:spcAft>
              <a:buNone/>
              <a:defRPr sz="2133" b="0" cap="none" baseline="0">
                <a:solidFill>
                  <a:schemeClr val="tx1"/>
                </a:solidFill>
              </a:defRPr>
            </a:lvl3pPr>
            <a:lvl4pPr marL="0" indent="0">
              <a:spcBef>
                <a:spcPts val="0"/>
              </a:spcBef>
              <a:spcAft>
                <a:spcPts val="0"/>
              </a:spcAft>
              <a:buNone/>
              <a:defRPr sz="2133" b="0" cap="none" baseline="0">
                <a:solidFill>
                  <a:schemeClr val="tx1"/>
                </a:solidFill>
              </a:defRPr>
            </a:lvl4pPr>
            <a:lvl5pPr marL="0" indent="0">
              <a:spcBef>
                <a:spcPts val="0"/>
              </a:spcBef>
              <a:spcAft>
                <a:spcPts val="0"/>
              </a:spcAft>
              <a:buFont typeface="Arial" panose="020B0604020202020204" pitchFamily="34" charset="0"/>
              <a:buNone/>
              <a:defRPr sz="2133" b="0" cap="none" baseline="0">
                <a:solidFill>
                  <a:schemeClr val="tx1"/>
                </a:solidFill>
              </a:defRPr>
            </a:lvl5pPr>
            <a:lvl6pPr marL="0" indent="0">
              <a:spcBef>
                <a:spcPts val="0"/>
              </a:spcBef>
              <a:spcAft>
                <a:spcPts val="0"/>
              </a:spcAft>
              <a:buFont typeface="Arial" panose="020B0604020202020204" pitchFamily="34" charset="0"/>
              <a:buNone/>
              <a:defRPr sz="2133" b="0" cap="none" baseline="0">
                <a:solidFill>
                  <a:schemeClr val="tx1"/>
                </a:solidFill>
              </a:defRPr>
            </a:lvl6pPr>
            <a:lvl7pPr marL="0" indent="0">
              <a:spcBef>
                <a:spcPts val="0"/>
              </a:spcBef>
              <a:spcAft>
                <a:spcPts val="0"/>
              </a:spcAft>
              <a:buFont typeface="Arial" panose="020B0604020202020204" pitchFamily="34" charset="0"/>
              <a:buNone/>
              <a:defRPr sz="2133" b="0" cap="none" baseline="0">
                <a:solidFill>
                  <a:schemeClr val="tx1"/>
                </a:solidFill>
              </a:defRPr>
            </a:lvl7pPr>
            <a:lvl8pPr marL="0" indent="0">
              <a:spcBef>
                <a:spcPts val="0"/>
              </a:spcBef>
              <a:spcAft>
                <a:spcPts val="0"/>
              </a:spcAft>
              <a:buFont typeface="Arial" panose="020B0604020202020204" pitchFamily="34" charset="0"/>
              <a:buNone/>
              <a:defRPr sz="2133" b="0" cap="none" baseline="0">
                <a:solidFill>
                  <a:schemeClr val="tx1"/>
                </a:solidFill>
              </a:defRPr>
            </a:lvl8pPr>
            <a:lvl9pPr marL="0" indent="0">
              <a:spcBef>
                <a:spcPts val="0"/>
              </a:spcBef>
              <a:spcAft>
                <a:spcPts val="0"/>
              </a:spcAft>
              <a:buFont typeface="Arial" panose="020B0604020202020204" pitchFamily="34" charset="0"/>
              <a:buNone/>
              <a:defRPr sz="2133" b="0" cap="none" baseline="0">
                <a:solidFill>
                  <a:schemeClr val="tx1"/>
                </a:solidFill>
              </a:defRPr>
            </a:lvl9pPr>
          </a:lstStyle>
          <a:p>
            <a:pPr lvl="0"/>
            <a:r>
              <a:rPr lang="de-DE"/>
              <a:t>Title </a:t>
            </a:r>
            <a:r>
              <a:rPr lang="de-DE" err="1"/>
              <a:t>of</a:t>
            </a:r>
            <a:r>
              <a:rPr lang="de-DE"/>
              <a:t> </a:t>
            </a:r>
            <a:r>
              <a:rPr lang="de-DE" err="1"/>
              <a:t>profession</a:t>
            </a:r>
            <a:r>
              <a:rPr lang="de-DE"/>
              <a:t>, </a:t>
            </a:r>
            <a:r>
              <a:rPr lang="de-DE" err="1"/>
              <a:t>position</a:t>
            </a:r>
            <a:r>
              <a:rPr lang="de-DE"/>
              <a:t> </a:t>
            </a:r>
            <a:endParaRPr lang="en-US"/>
          </a:p>
        </p:txBody>
      </p:sp>
      <p:sp>
        <p:nvSpPr>
          <p:cNvPr id="27" name="text contact details">
            <a:extLst>
              <a:ext uri="{FF2B5EF4-FFF2-40B4-BE49-F238E27FC236}">
                <a16:creationId xmlns:a16="http://schemas.microsoft.com/office/drawing/2014/main" id="{3A88E545-7A0B-4E65-B82C-9ABABE2279D0}"/>
              </a:ext>
            </a:extLst>
          </p:cNvPr>
          <p:cNvSpPr>
            <a:spLocks noGrp="1"/>
          </p:cNvSpPr>
          <p:nvPr>
            <p:ph type="body" sz="quarter" idx="27" hasCustomPrompt="1"/>
          </p:nvPr>
        </p:nvSpPr>
        <p:spPr>
          <a:xfrm>
            <a:off x="1805619" y="2005200"/>
            <a:ext cx="4216296" cy="1585550"/>
          </a:xfrm>
        </p:spPr>
        <p:txBody>
          <a:bodyPr lIns="0" rIns="144000"/>
          <a:lstStyle>
            <a:lvl1pPr marL="0" indent="0">
              <a:spcBef>
                <a:spcPts val="0"/>
              </a:spcBef>
              <a:spcAft>
                <a:spcPts val="400"/>
              </a:spcAft>
              <a:buFont typeface="Arial" panose="020B0604020202020204" pitchFamily="34" charset="0"/>
              <a:buNone/>
              <a:defRPr sz="1400" b="0" cap="none" baseline="0">
                <a:solidFill>
                  <a:schemeClr val="tx1"/>
                </a:solidFill>
              </a:defRPr>
            </a:lvl1pPr>
            <a:lvl2pPr marL="0" indent="0">
              <a:spcBef>
                <a:spcPts val="0"/>
              </a:spcBef>
              <a:spcAft>
                <a:spcPts val="400"/>
              </a:spcAft>
              <a:buNone/>
              <a:defRPr sz="1400" b="1" cap="none" baseline="0">
                <a:solidFill>
                  <a:schemeClr val="tx1"/>
                </a:solidFill>
              </a:defRPr>
            </a:lvl2pPr>
            <a:lvl3pPr marL="0" indent="0">
              <a:spcBef>
                <a:spcPts val="0"/>
              </a:spcBef>
              <a:spcAft>
                <a:spcPts val="400"/>
              </a:spcAft>
              <a:buNone/>
              <a:defRPr sz="1400" b="0" cap="none" baseline="0">
                <a:solidFill>
                  <a:schemeClr val="accent1"/>
                </a:solidFill>
              </a:defRPr>
            </a:lvl3pPr>
            <a:lvl4pPr marL="0" indent="0">
              <a:spcBef>
                <a:spcPts val="0"/>
              </a:spcBef>
              <a:spcAft>
                <a:spcPts val="400"/>
              </a:spcAft>
              <a:buNone/>
              <a:defRPr sz="1400" b="1" cap="none" baseline="0">
                <a:solidFill>
                  <a:schemeClr val="accent1"/>
                </a:solidFill>
              </a:defRPr>
            </a:lvl4pPr>
            <a:lvl5pPr marL="0" indent="0">
              <a:spcBef>
                <a:spcPts val="400"/>
              </a:spcBef>
              <a:buFont typeface="Arial" panose="020B0604020202020204" pitchFamily="34" charset="0"/>
              <a:buNone/>
              <a:defRPr sz="1067" b="0" cap="none" baseline="0">
                <a:solidFill>
                  <a:schemeClr val="tx1"/>
                </a:solidFill>
              </a:defRPr>
            </a:lvl5pPr>
            <a:lvl6pPr marL="0" indent="0">
              <a:spcBef>
                <a:spcPts val="400"/>
              </a:spcBef>
              <a:buFont typeface="Arial" panose="020B0604020202020204" pitchFamily="34" charset="0"/>
              <a:buNone/>
              <a:defRPr sz="1067" b="0" cap="none" baseline="0">
                <a:solidFill>
                  <a:schemeClr val="tx1"/>
                </a:solidFill>
              </a:defRPr>
            </a:lvl6pPr>
            <a:lvl7pPr marL="0" indent="0">
              <a:spcBef>
                <a:spcPts val="400"/>
              </a:spcBef>
              <a:buFont typeface="Arial" panose="020B0604020202020204" pitchFamily="34" charset="0"/>
              <a:buNone/>
              <a:defRPr sz="1067" b="0" cap="none" baseline="0">
                <a:solidFill>
                  <a:schemeClr val="tx1"/>
                </a:solidFill>
              </a:defRPr>
            </a:lvl7pPr>
            <a:lvl8pPr marL="0" indent="0">
              <a:spcBef>
                <a:spcPts val="400"/>
              </a:spcBef>
              <a:buFont typeface="Arial" panose="020B0604020202020204" pitchFamily="34" charset="0"/>
              <a:buNone/>
              <a:defRPr sz="1067" b="0" cap="none" baseline="0">
                <a:solidFill>
                  <a:schemeClr val="tx1"/>
                </a:solidFill>
              </a:defRPr>
            </a:lvl8pPr>
            <a:lvl9pPr marL="0" indent="0">
              <a:spcBef>
                <a:spcPts val="400"/>
              </a:spcBef>
              <a:buFont typeface="Arial" panose="020B0604020202020204" pitchFamily="34" charset="0"/>
              <a:buNone/>
              <a:defRPr sz="1067" b="0" cap="none" baseline="0">
                <a:solidFill>
                  <a:schemeClr val="tx1"/>
                </a:solidFill>
              </a:defRPr>
            </a:lvl9pPr>
          </a:lstStyle>
          <a:p>
            <a:pPr lvl="0"/>
            <a:r>
              <a:rPr lang="de-DE"/>
              <a:t>Fill in </a:t>
            </a:r>
            <a:r>
              <a:rPr lang="de-DE" err="1"/>
              <a:t>contact</a:t>
            </a:r>
            <a:r>
              <a:rPr lang="de-DE"/>
              <a:t> </a:t>
            </a:r>
            <a:r>
              <a:rPr lang="de-DE" err="1"/>
              <a:t>details</a:t>
            </a:r>
            <a:r>
              <a:rPr lang="de-DE"/>
              <a:t> </a:t>
            </a:r>
            <a:r>
              <a:rPr lang="de-DE" err="1"/>
              <a:t>here</a:t>
            </a:r>
            <a:endParaRPr lang="de-DE"/>
          </a:p>
          <a:p>
            <a:pPr lvl="1"/>
            <a:r>
              <a:rPr lang="de-DE"/>
              <a:t>Zweite Ebene</a:t>
            </a:r>
          </a:p>
          <a:p>
            <a:pPr lvl="2"/>
            <a:r>
              <a:rPr lang="de-DE"/>
              <a:t>Dritte Ebene</a:t>
            </a:r>
          </a:p>
          <a:p>
            <a:pPr lvl="3"/>
            <a:r>
              <a:rPr lang="de-DE"/>
              <a:t>Vierte Ebene</a:t>
            </a:r>
          </a:p>
        </p:txBody>
      </p:sp>
      <p:sp>
        <p:nvSpPr>
          <p:cNvPr id="24" name="header work history">
            <a:extLst>
              <a:ext uri="{FF2B5EF4-FFF2-40B4-BE49-F238E27FC236}">
                <a16:creationId xmlns:a16="http://schemas.microsoft.com/office/drawing/2014/main" id="{78AC19C8-5A30-4C9D-A8B0-D5404960B09E}"/>
              </a:ext>
            </a:extLst>
          </p:cNvPr>
          <p:cNvSpPr>
            <a:spLocks noGrp="1"/>
          </p:cNvSpPr>
          <p:nvPr>
            <p:ph type="body" sz="quarter" idx="26" hasCustomPrompt="1"/>
          </p:nvPr>
        </p:nvSpPr>
        <p:spPr>
          <a:xfrm>
            <a:off x="6170085" y="677912"/>
            <a:ext cx="5494865" cy="287899"/>
          </a:xfrm>
        </p:spPr>
        <p:txBody>
          <a:bodyPr/>
          <a:lstStyle>
            <a:lvl1pPr>
              <a:defRPr sz="1200" b="1" baseline="0"/>
            </a:lvl1pPr>
          </a:lstStyle>
          <a:p>
            <a:pPr lvl="0"/>
            <a:r>
              <a:rPr lang="en-US"/>
              <a:t>Please overwrite with: </a:t>
            </a:r>
            <a:r>
              <a:rPr lang="de-DE" noProof="0"/>
              <a:t>Professional</a:t>
            </a:r>
            <a:r>
              <a:rPr lang="en-US"/>
              <a:t> career</a:t>
            </a:r>
          </a:p>
        </p:txBody>
      </p:sp>
      <p:sp>
        <p:nvSpPr>
          <p:cNvPr id="30" name="text work history">
            <a:extLst>
              <a:ext uri="{FF2B5EF4-FFF2-40B4-BE49-F238E27FC236}">
                <a16:creationId xmlns:a16="http://schemas.microsoft.com/office/drawing/2014/main" id="{CF189CE5-D1D3-447B-B324-233D8822B178}"/>
              </a:ext>
            </a:extLst>
          </p:cNvPr>
          <p:cNvSpPr>
            <a:spLocks noGrp="1"/>
          </p:cNvSpPr>
          <p:nvPr>
            <p:ph type="body" sz="quarter" idx="28" hasCustomPrompt="1"/>
          </p:nvPr>
        </p:nvSpPr>
        <p:spPr>
          <a:xfrm>
            <a:off x="6170084" y="965812"/>
            <a:ext cx="5494867" cy="2328300"/>
          </a:xfrm>
        </p:spPr>
        <p:txBody>
          <a:bodyPr/>
          <a:lstStyle>
            <a:lvl1pPr marL="987425" indent="-987425">
              <a:spcBef>
                <a:spcPts val="0"/>
              </a:spcBef>
              <a:spcAft>
                <a:spcPts val="0"/>
              </a:spcAft>
              <a:tabLst>
                <a:tab pos="987425" algn="l"/>
              </a:tabLst>
              <a:defRPr sz="1200"/>
            </a:lvl1pPr>
            <a:lvl2pPr>
              <a:defRPr sz="1333"/>
            </a:lvl2pPr>
            <a:lvl3pPr>
              <a:defRPr sz="1333"/>
            </a:lvl3pPr>
            <a:lvl4pPr>
              <a:defRPr sz="1333"/>
            </a:lvl4pPr>
            <a:lvl5pPr>
              <a:defRPr sz="1333"/>
            </a:lvl5pPr>
            <a:lvl6pPr>
              <a:defRPr sz="1333"/>
            </a:lvl6pPr>
            <a:lvl7pPr>
              <a:defRPr sz="1333"/>
            </a:lvl7pPr>
            <a:lvl8pPr>
              <a:defRPr sz="1333"/>
            </a:lvl8pPr>
            <a:lvl9pPr>
              <a:defRPr sz="1067"/>
            </a:lvl9pPr>
          </a:lstStyle>
          <a:p>
            <a:pPr lvl="0"/>
            <a:r>
              <a:rPr lang="de-DE"/>
              <a:t>20XX – 20XX	Position, </a:t>
            </a:r>
            <a:r>
              <a:rPr lang="de-DE" err="1"/>
              <a:t>company</a:t>
            </a:r>
            <a:r>
              <a:rPr lang="de-DE"/>
              <a:t> </a:t>
            </a:r>
            <a:r>
              <a:rPr lang="de-DE" err="1"/>
              <a:t>name</a:t>
            </a:r>
            <a:endParaRPr lang="de-DE"/>
          </a:p>
        </p:txBody>
      </p:sp>
      <p:sp>
        <p:nvSpPr>
          <p:cNvPr id="32" name="header functions">
            <a:extLst>
              <a:ext uri="{FF2B5EF4-FFF2-40B4-BE49-F238E27FC236}">
                <a16:creationId xmlns:a16="http://schemas.microsoft.com/office/drawing/2014/main" id="{ED3EFA63-0486-404C-B8F9-B493CBBFEC77}"/>
              </a:ext>
            </a:extLst>
          </p:cNvPr>
          <p:cNvSpPr>
            <a:spLocks noGrp="1"/>
          </p:cNvSpPr>
          <p:nvPr>
            <p:ph type="body" sz="quarter" idx="42" hasCustomPrompt="1"/>
          </p:nvPr>
        </p:nvSpPr>
        <p:spPr>
          <a:xfrm>
            <a:off x="6170085" y="3475248"/>
            <a:ext cx="5494867" cy="287899"/>
          </a:xfrm>
        </p:spPr>
        <p:txBody>
          <a:bodyPr/>
          <a:lstStyle>
            <a:lvl1pPr>
              <a:defRPr sz="1200" b="1"/>
            </a:lvl1pPr>
          </a:lstStyle>
          <a:p>
            <a:pPr lvl="0"/>
            <a:r>
              <a:rPr lang="en-US"/>
              <a:t>Please </a:t>
            </a:r>
            <a:r>
              <a:rPr lang="de-DE" noProof="0" err="1"/>
              <a:t>overwrite</a:t>
            </a:r>
            <a:r>
              <a:rPr lang="en-US"/>
              <a:t> with: Other functions, main focus</a:t>
            </a:r>
            <a:endParaRPr lang="de-DE"/>
          </a:p>
        </p:txBody>
      </p:sp>
      <p:sp>
        <p:nvSpPr>
          <p:cNvPr id="33" name="text functions">
            <a:extLst>
              <a:ext uri="{FF2B5EF4-FFF2-40B4-BE49-F238E27FC236}">
                <a16:creationId xmlns:a16="http://schemas.microsoft.com/office/drawing/2014/main" id="{D1D9E5C9-03BA-4200-87F7-076D770358AD}"/>
              </a:ext>
            </a:extLst>
          </p:cNvPr>
          <p:cNvSpPr>
            <a:spLocks noGrp="1"/>
          </p:cNvSpPr>
          <p:nvPr>
            <p:ph type="body" sz="quarter" idx="43" hasCustomPrompt="1"/>
          </p:nvPr>
        </p:nvSpPr>
        <p:spPr>
          <a:xfrm>
            <a:off x="6170613" y="3763149"/>
            <a:ext cx="5494867" cy="963677"/>
          </a:xfrm>
        </p:spPr>
        <p:txBody>
          <a:bodyPr/>
          <a:lstStyle>
            <a:lvl1pPr marL="126000" indent="-126000">
              <a:spcBef>
                <a:spcPts val="0"/>
              </a:spcBef>
              <a:spcAft>
                <a:spcPts val="0"/>
              </a:spcAft>
              <a:buFont typeface="Wingdings" panose="05000000000000000000" pitchFamily="2" charset="2"/>
              <a:buChar char="§"/>
              <a:defRPr sz="1200"/>
            </a:lvl1pPr>
          </a:lstStyle>
          <a:p>
            <a:pPr lvl="0"/>
            <a:r>
              <a:rPr lang="de-DE"/>
              <a:t>Enter </a:t>
            </a:r>
            <a:r>
              <a:rPr lang="de-DE" err="1"/>
              <a:t>activities</a:t>
            </a:r>
            <a:r>
              <a:rPr lang="de-DE"/>
              <a:t> </a:t>
            </a:r>
            <a:r>
              <a:rPr lang="de-DE" err="1"/>
              <a:t>here</a:t>
            </a:r>
            <a:r>
              <a:rPr lang="de-DE"/>
              <a:t> (</a:t>
            </a:r>
            <a:r>
              <a:rPr lang="de-DE" err="1"/>
              <a:t>position</a:t>
            </a:r>
            <a:r>
              <a:rPr lang="de-DE"/>
              <a:t>, </a:t>
            </a:r>
            <a:r>
              <a:rPr lang="de-DE" err="1"/>
              <a:t>company</a:t>
            </a:r>
            <a:r>
              <a:rPr lang="de-DE"/>
              <a:t> </a:t>
            </a:r>
            <a:r>
              <a:rPr lang="de-DE" err="1"/>
              <a:t>name</a:t>
            </a:r>
            <a:r>
              <a:rPr lang="de-DE"/>
              <a:t>)</a:t>
            </a:r>
          </a:p>
        </p:txBody>
      </p:sp>
      <p:sp>
        <p:nvSpPr>
          <p:cNvPr id="35" name="header reference">
            <a:extLst>
              <a:ext uri="{FF2B5EF4-FFF2-40B4-BE49-F238E27FC236}">
                <a16:creationId xmlns:a16="http://schemas.microsoft.com/office/drawing/2014/main" id="{335668C2-6AD5-4938-80AB-AD2E858BAAEA}"/>
              </a:ext>
            </a:extLst>
          </p:cNvPr>
          <p:cNvSpPr>
            <a:spLocks noGrp="1"/>
          </p:cNvSpPr>
          <p:nvPr>
            <p:ph type="body" sz="quarter" idx="44" hasCustomPrompt="1"/>
          </p:nvPr>
        </p:nvSpPr>
        <p:spPr>
          <a:xfrm>
            <a:off x="6170085" y="4844424"/>
            <a:ext cx="5494867" cy="287899"/>
          </a:xfrm>
        </p:spPr>
        <p:txBody>
          <a:bodyPr/>
          <a:lstStyle>
            <a:lvl1pPr>
              <a:defRPr sz="1200" b="1"/>
            </a:lvl1pPr>
          </a:lstStyle>
          <a:p>
            <a:pPr lvl="0"/>
            <a:r>
              <a:rPr lang="en-US"/>
              <a:t>Please </a:t>
            </a:r>
            <a:r>
              <a:rPr lang="de-DE" noProof="0" err="1"/>
              <a:t>overwrite</a:t>
            </a:r>
            <a:r>
              <a:rPr lang="en-US"/>
              <a:t> with: Personal reference projects (extract)</a:t>
            </a:r>
          </a:p>
        </p:txBody>
      </p:sp>
      <p:sp>
        <p:nvSpPr>
          <p:cNvPr id="36" name="text reference">
            <a:extLst>
              <a:ext uri="{FF2B5EF4-FFF2-40B4-BE49-F238E27FC236}">
                <a16:creationId xmlns:a16="http://schemas.microsoft.com/office/drawing/2014/main" id="{93F7DDB5-9685-4D34-BCA6-E837C4825F5E}"/>
              </a:ext>
            </a:extLst>
          </p:cNvPr>
          <p:cNvSpPr>
            <a:spLocks noGrp="1"/>
          </p:cNvSpPr>
          <p:nvPr>
            <p:ph type="body" sz="quarter" idx="45" hasCustomPrompt="1"/>
          </p:nvPr>
        </p:nvSpPr>
        <p:spPr>
          <a:xfrm>
            <a:off x="6170613" y="5132324"/>
            <a:ext cx="5494867" cy="963677"/>
          </a:xfrm>
        </p:spPr>
        <p:txBody>
          <a:bodyPr/>
          <a:lstStyle>
            <a:lvl1pPr marL="126000" indent="-126000">
              <a:spcBef>
                <a:spcPts val="0"/>
              </a:spcBef>
              <a:spcAft>
                <a:spcPts val="0"/>
              </a:spcAft>
              <a:buFont typeface="Wingdings" panose="05000000000000000000" pitchFamily="2" charset="2"/>
              <a:buChar char="§"/>
              <a:defRPr sz="1200"/>
            </a:lvl1pPr>
          </a:lstStyle>
          <a:p>
            <a:pPr lvl="0"/>
            <a:r>
              <a:rPr lang="de-DE"/>
              <a:t>Enter </a:t>
            </a:r>
            <a:r>
              <a:rPr lang="de-DE" err="1"/>
              <a:t>activities</a:t>
            </a:r>
            <a:r>
              <a:rPr lang="de-DE"/>
              <a:t> </a:t>
            </a:r>
            <a:r>
              <a:rPr lang="de-DE" err="1"/>
              <a:t>here</a:t>
            </a:r>
            <a:r>
              <a:rPr lang="de-DE"/>
              <a:t> </a:t>
            </a:r>
            <a:r>
              <a:rPr lang="en-US"/>
              <a:t>(project name, position, company name)</a:t>
            </a:r>
            <a:endParaRPr lang="de-DE"/>
          </a:p>
        </p:txBody>
      </p:sp>
      <p:sp>
        <p:nvSpPr>
          <p:cNvPr id="9" name="picture of employee">
            <a:extLst>
              <a:ext uri="{FF2B5EF4-FFF2-40B4-BE49-F238E27FC236}">
                <a16:creationId xmlns:a16="http://schemas.microsoft.com/office/drawing/2014/main" id="{54B15C24-C91C-479B-B80B-E87C176FCFF8}"/>
              </a:ext>
            </a:extLst>
          </p:cNvPr>
          <p:cNvSpPr>
            <a:spLocks noGrp="1"/>
          </p:cNvSpPr>
          <p:nvPr>
            <p:ph type="pic" sz="quarter" idx="19" hasCustomPrompt="1"/>
          </p:nvPr>
        </p:nvSpPr>
        <p:spPr bwMode="gray">
          <a:xfrm>
            <a:off x="527052" y="2005200"/>
            <a:ext cx="1130400" cy="1585548"/>
          </a:xfrm>
          <a:pattFill prst="ltUpDiag">
            <a:fgClr>
              <a:schemeClr val="bg1">
                <a:lumMod val="95000"/>
              </a:schemeClr>
            </a:fgClr>
            <a:bgClr>
              <a:schemeClr val="bg1"/>
            </a:bgClr>
          </a:pattFill>
        </p:spPr>
        <p:txBody>
          <a:bodyPr lIns="36000" tIns="432000" rIns="36000" anchor="ctr"/>
          <a:lstStyle>
            <a:lvl1pPr algn="ctr">
              <a:defRPr sz="1200"/>
            </a:lvl1pPr>
          </a:lstStyle>
          <a:p>
            <a:r>
              <a:rPr lang="de-DE" err="1"/>
              <a:t>picture</a:t>
            </a:r>
            <a:r>
              <a:rPr lang="de-DE"/>
              <a:t> </a:t>
            </a:r>
            <a:r>
              <a:rPr lang="de-DE" err="1"/>
              <a:t>of</a:t>
            </a:r>
            <a:r>
              <a:rPr lang="de-DE"/>
              <a:t> </a:t>
            </a:r>
            <a:r>
              <a:rPr lang="de-DE" err="1"/>
              <a:t>employee</a:t>
            </a:r>
            <a:endParaRPr lang="de-DE"/>
          </a:p>
        </p:txBody>
      </p:sp>
      <p:sp>
        <p:nvSpPr>
          <p:cNvPr id="10" name="picture of project 1">
            <a:extLst>
              <a:ext uri="{FF2B5EF4-FFF2-40B4-BE49-F238E27FC236}">
                <a16:creationId xmlns:a16="http://schemas.microsoft.com/office/drawing/2014/main" id="{23AD5CCB-1ACE-4A27-9FBF-A0918B978CFE}"/>
              </a:ext>
            </a:extLst>
          </p:cNvPr>
          <p:cNvSpPr>
            <a:spLocks noGrp="1"/>
          </p:cNvSpPr>
          <p:nvPr>
            <p:ph type="pic" sz="quarter" idx="20" hasCustomPrompt="1"/>
          </p:nvPr>
        </p:nvSpPr>
        <p:spPr bwMode="gray">
          <a:xfrm>
            <a:off x="527049" y="3954065"/>
            <a:ext cx="1808328" cy="1053761"/>
          </a:xfrm>
          <a:pattFill prst="ltUpDiag">
            <a:fgClr>
              <a:srgbClr val="F2F2F2"/>
            </a:fgClr>
            <a:bgClr>
              <a:schemeClr val="bg1"/>
            </a:bgClr>
          </a:pattFill>
        </p:spPr>
        <p:txBody>
          <a:bodyPr lIns="36000" tIns="432000" rIns="36000" anchor="ctr"/>
          <a:lstStyle>
            <a:lvl1pPr marL="0" marR="0" indent="0" algn="ctr" defTabSz="914377" rtl="0" eaLnBrk="1" fontAlgn="auto" latinLnBrk="0" hangingPunct="1">
              <a:lnSpc>
                <a:spcPct val="100000"/>
              </a:lnSpc>
              <a:spcBef>
                <a:spcPts val="400"/>
              </a:spcBef>
              <a:spcAft>
                <a:spcPts val="400"/>
              </a:spcAft>
              <a:buClrTx/>
              <a:buSzTx/>
              <a:buFont typeface="Arial" panose="020B0604020202020204" pitchFamily="34" charset="0"/>
              <a:buNone/>
              <a:tabLst/>
              <a:defRPr sz="1200"/>
            </a:lvl1pPr>
          </a:lstStyle>
          <a:p>
            <a:pPr marL="0" marR="0" lvl="0" indent="0" algn="ctr" defTabSz="914377" rtl="0" eaLnBrk="1" fontAlgn="auto" latinLnBrk="0" hangingPunct="1">
              <a:lnSpc>
                <a:spcPct val="100000"/>
              </a:lnSpc>
              <a:spcBef>
                <a:spcPts val="400"/>
              </a:spcBef>
              <a:spcAft>
                <a:spcPts val="400"/>
              </a:spcAft>
              <a:buClrTx/>
              <a:buSzTx/>
              <a:buFont typeface="Arial" panose="020B0604020202020204" pitchFamily="34" charset="0"/>
              <a:buNone/>
              <a:tabLst/>
              <a:defRPr/>
            </a:pPr>
            <a:r>
              <a:rPr lang="de-DE" err="1"/>
              <a:t>picture</a:t>
            </a:r>
            <a:r>
              <a:rPr lang="de-DE"/>
              <a:t> </a:t>
            </a:r>
            <a:r>
              <a:rPr lang="de-DE" err="1"/>
              <a:t>of</a:t>
            </a:r>
            <a:r>
              <a:rPr lang="de-DE"/>
              <a:t> </a:t>
            </a:r>
            <a:r>
              <a:rPr lang="de-DE" err="1"/>
              <a:t>project</a:t>
            </a:r>
            <a:endParaRPr lang="de-DE"/>
          </a:p>
        </p:txBody>
      </p:sp>
      <p:sp>
        <p:nvSpPr>
          <p:cNvPr id="11" name="picture of project 2">
            <a:extLst>
              <a:ext uri="{FF2B5EF4-FFF2-40B4-BE49-F238E27FC236}">
                <a16:creationId xmlns:a16="http://schemas.microsoft.com/office/drawing/2014/main" id="{4A329583-33EC-4B56-A7D6-E41D91A7982B}"/>
              </a:ext>
            </a:extLst>
          </p:cNvPr>
          <p:cNvSpPr>
            <a:spLocks noGrp="1"/>
          </p:cNvSpPr>
          <p:nvPr>
            <p:ph type="pic" sz="quarter" idx="21" hasCustomPrompt="1"/>
          </p:nvPr>
        </p:nvSpPr>
        <p:spPr bwMode="gray">
          <a:xfrm>
            <a:off x="2371376" y="3954065"/>
            <a:ext cx="1808326" cy="1053761"/>
          </a:xfrm>
          <a:pattFill prst="ltUpDiag">
            <a:fgClr>
              <a:srgbClr val="F2F2F2"/>
            </a:fgClr>
            <a:bgClr>
              <a:schemeClr val="bg1"/>
            </a:bgClr>
          </a:pattFill>
        </p:spPr>
        <p:txBody>
          <a:bodyPr lIns="36000" tIns="432000" rIns="36000" anchor="ctr"/>
          <a:lstStyle>
            <a:lvl1pPr algn="ctr">
              <a:defRPr sz="1200"/>
            </a:lvl1pPr>
          </a:lstStyle>
          <a:p>
            <a:r>
              <a:rPr lang="de-DE" err="1"/>
              <a:t>picture</a:t>
            </a:r>
            <a:r>
              <a:rPr lang="de-DE"/>
              <a:t> </a:t>
            </a:r>
            <a:r>
              <a:rPr lang="de-DE" err="1"/>
              <a:t>of</a:t>
            </a:r>
            <a:r>
              <a:rPr lang="de-DE"/>
              <a:t> </a:t>
            </a:r>
            <a:r>
              <a:rPr lang="de-DE" err="1"/>
              <a:t>project</a:t>
            </a:r>
            <a:endParaRPr lang="de-DE"/>
          </a:p>
        </p:txBody>
      </p:sp>
      <p:sp>
        <p:nvSpPr>
          <p:cNvPr id="12" name="picture of project 3">
            <a:extLst>
              <a:ext uri="{FF2B5EF4-FFF2-40B4-BE49-F238E27FC236}">
                <a16:creationId xmlns:a16="http://schemas.microsoft.com/office/drawing/2014/main" id="{BB4172AD-B694-41EA-ABA8-33FDCFEE1055}"/>
              </a:ext>
            </a:extLst>
          </p:cNvPr>
          <p:cNvSpPr>
            <a:spLocks noGrp="1"/>
          </p:cNvSpPr>
          <p:nvPr>
            <p:ph type="pic" sz="quarter" idx="22" hasCustomPrompt="1"/>
          </p:nvPr>
        </p:nvSpPr>
        <p:spPr bwMode="gray">
          <a:xfrm>
            <a:off x="4215703" y="3954065"/>
            <a:ext cx="1808330" cy="1053760"/>
          </a:xfrm>
          <a:pattFill prst="ltUpDiag">
            <a:fgClr>
              <a:srgbClr val="F2F2F2"/>
            </a:fgClr>
            <a:bgClr>
              <a:schemeClr val="bg1"/>
            </a:bgClr>
          </a:pattFill>
        </p:spPr>
        <p:txBody>
          <a:bodyPr lIns="36000" tIns="432000" rIns="36000" anchor="ctr"/>
          <a:lstStyle>
            <a:lvl1pPr algn="ctr">
              <a:defRPr sz="1200"/>
            </a:lvl1pPr>
          </a:lstStyle>
          <a:p>
            <a:r>
              <a:rPr lang="de-DE" err="1"/>
              <a:t>picture</a:t>
            </a:r>
            <a:r>
              <a:rPr lang="de-DE"/>
              <a:t> </a:t>
            </a:r>
            <a:r>
              <a:rPr lang="de-DE" err="1"/>
              <a:t>of</a:t>
            </a:r>
            <a:r>
              <a:rPr lang="de-DE"/>
              <a:t> </a:t>
            </a:r>
            <a:r>
              <a:rPr lang="de-DE" err="1"/>
              <a:t>project</a:t>
            </a:r>
            <a:endParaRPr lang="de-DE"/>
          </a:p>
        </p:txBody>
      </p:sp>
      <p:sp>
        <p:nvSpPr>
          <p:cNvPr id="20" name="picture of project 4">
            <a:extLst>
              <a:ext uri="{FF2B5EF4-FFF2-40B4-BE49-F238E27FC236}">
                <a16:creationId xmlns:a16="http://schemas.microsoft.com/office/drawing/2014/main" id="{AC0C0E91-9212-47B2-93C5-0AAF4AEEBDA2}"/>
              </a:ext>
            </a:extLst>
          </p:cNvPr>
          <p:cNvSpPr>
            <a:spLocks noGrp="1"/>
          </p:cNvSpPr>
          <p:nvPr>
            <p:ph type="pic" sz="quarter" idx="23" hasCustomPrompt="1"/>
          </p:nvPr>
        </p:nvSpPr>
        <p:spPr bwMode="gray">
          <a:xfrm>
            <a:off x="527049" y="5042240"/>
            <a:ext cx="1808328" cy="1053761"/>
          </a:xfrm>
          <a:pattFill prst="ltUpDiag">
            <a:fgClr>
              <a:srgbClr val="F2F2F2"/>
            </a:fgClr>
            <a:bgClr>
              <a:schemeClr val="bg1"/>
            </a:bgClr>
          </a:pattFill>
        </p:spPr>
        <p:txBody>
          <a:bodyPr lIns="36000" tIns="432000" rIns="36000" anchor="ctr"/>
          <a:lstStyle>
            <a:lvl1pPr algn="ctr">
              <a:defRPr sz="1200"/>
            </a:lvl1pPr>
          </a:lstStyle>
          <a:p>
            <a:r>
              <a:rPr lang="de-DE" err="1"/>
              <a:t>picture</a:t>
            </a:r>
            <a:r>
              <a:rPr lang="de-DE"/>
              <a:t> </a:t>
            </a:r>
            <a:r>
              <a:rPr lang="de-DE" err="1"/>
              <a:t>of</a:t>
            </a:r>
            <a:r>
              <a:rPr lang="de-DE"/>
              <a:t> </a:t>
            </a:r>
            <a:r>
              <a:rPr lang="de-DE" err="1"/>
              <a:t>project</a:t>
            </a:r>
            <a:endParaRPr lang="de-DE"/>
          </a:p>
        </p:txBody>
      </p:sp>
      <p:sp>
        <p:nvSpPr>
          <p:cNvPr id="21" name="picture of project 5">
            <a:extLst>
              <a:ext uri="{FF2B5EF4-FFF2-40B4-BE49-F238E27FC236}">
                <a16:creationId xmlns:a16="http://schemas.microsoft.com/office/drawing/2014/main" id="{D4F8E9EE-B926-4C1A-9483-6F83850606B1}"/>
              </a:ext>
            </a:extLst>
          </p:cNvPr>
          <p:cNvSpPr>
            <a:spLocks noGrp="1"/>
          </p:cNvSpPr>
          <p:nvPr>
            <p:ph type="pic" sz="quarter" idx="24" hasCustomPrompt="1"/>
          </p:nvPr>
        </p:nvSpPr>
        <p:spPr bwMode="gray">
          <a:xfrm>
            <a:off x="2371376" y="5042240"/>
            <a:ext cx="1808326" cy="1053761"/>
          </a:xfrm>
          <a:pattFill prst="ltUpDiag">
            <a:fgClr>
              <a:srgbClr val="F2F2F2"/>
            </a:fgClr>
            <a:bgClr>
              <a:schemeClr val="bg1"/>
            </a:bgClr>
          </a:pattFill>
        </p:spPr>
        <p:txBody>
          <a:bodyPr lIns="36000" tIns="432000" rIns="36000" anchor="ctr"/>
          <a:lstStyle>
            <a:lvl1pPr algn="ctr">
              <a:defRPr sz="1200"/>
            </a:lvl1pPr>
          </a:lstStyle>
          <a:p>
            <a:r>
              <a:rPr lang="de-DE" err="1"/>
              <a:t>picture</a:t>
            </a:r>
            <a:r>
              <a:rPr lang="de-DE"/>
              <a:t> </a:t>
            </a:r>
            <a:r>
              <a:rPr lang="de-DE" err="1"/>
              <a:t>of</a:t>
            </a:r>
            <a:r>
              <a:rPr lang="de-DE"/>
              <a:t> </a:t>
            </a:r>
            <a:r>
              <a:rPr lang="de-DE" err="1"/>
              <a:t>project</a:t>
            </a:r>
            <a:endParaRPr lang="de-DE"/>
          </a:p>
        </p:txBody>
      </p:sp>
      <p:sp>
        <p:nvSpPr>
          <p:cNvPr id="22" name="picture of project 6">
            <a:extLst>
              <a:ext uri="{FF2B5EF4-FFF2-40B4-BE49-F238E27FC236}">
                <a16:creationId xmlns:a16="http://schemas.microsoft.com/office/drawing/2014/main" id="{46775A46-0EC5-4815-9578-712F6AE16099}"/>
              </a:ext>
            </a:extLst>
          </p:cNvPr>
          <p:cNvSpPr>
            <a:spLocks noGrp="1"/>
          </p:cNvSpPr>
          <p:nvPr>
            <p:ph type="pic" sz="quarter" idx="25" hasCustomPrompt="1"/>
          </p:nvPr>
        </p:nvSpPr>
        <p:spPr bwMode="gray">
          <a:xfrm>
            <a:off x="4215703" y="5042241"/>
            <a:ext cx="1808330" cy="1053760"/>
          </a:xfrm>
          <a:pattFill prst="ltUpDiag">
            <a:fgClr>
              <a:srgbClr val="F2F2F2"/>
            </a:fgClr>
            <a:bgClr>
              <a:schemeClr val="bg1"/>
            </a:bgClr>
          </a:pattFill>
        </p:spPr>
        <p:txBody>
          <a:bodyPr lIns="36000" tIns="432000" rIns="36000" anchor="ctr"/>
          <a:lstStyle>
            <a:lvl1pPr algn="ctr">
              <a:defRPr sz="1200"/>
            </a:lvl1pPr>
          </a:lstStyle>
          <a:p>
            <a:r>
              <a:rPr lang="de-DE" err="1"/>
              <a:t>picture</a:t>
            </a:r>
            <a:r>
              <a:rPr lang="de-DE"/>
              <a:t> </a:t>
            </a:r>
            <a:r>
              <a:rPr lang="de-DE" err="1"/>
              <a:t>of</a:t>
            </a:r>
            <a:r>
              <a:rPr lang="de-DE"/>
              <a:t> </a:t>
            </a:r>
            <a:r>
              <a:rPr lang="de-DE" err="1"/>
              <a:t>project</a:t>
            </a:r>
            <a:endParaRPr lang="de-DE"/>
          </a:p>
        </p:txBody>
      </p:sp>
      <p:sp>
        <p:nvSpPr>
          <p:cNvPr id="8" name="copyright left">
            <a:extLst>
              <a:ext uri="{FF2B5EF4-FFF2-40B4-BE49-F238E27FC236}">
                <a16:creationId xmlns:a16="http://schemas.microsoft.com/office/drawing/2014/main" id="{1C35FBDB-682F-481F-E2AF-8993C91A7353}"/>
              </a:ext>
              <a:ext uri="{C183D7F6-B498-43B3-948B-1728B52AA6E4}">
                <adec:decorative xmlns:adec="http://schemas.microsoft.com/office/drawing/2017/decorative" val="1"/>
              </a:ext>
            </a:extLst>
          </p:cNvPr>
          <p:cNvSpPr>
            <a:spLocks noGrp="1"/>
          </p:cNvSpPr>
          <p:nvPr>
            <p:ph type="body" sz="quarter" idx="51" hasCustomPrompt="1"/>
          </p:nvPr>
        </p:nvSpPr>
        <p:spPr>
          <a:xfrm rot="16200000">
            <a:off x="-215433" y="5619600"/>
            <a:ext cx="864000" cy="92333"/>
          </a:xfrm>
          <a:solidFill>
            <a:schemeClr val="bg1">
              <a:alpha val="0"/>
            </a:schemeClr>
          </a:solidFill>
        </p:spPr>
        <p:txBody>
          <a:bodyPr wrap="none" anchor="t"/>
          <a:lstStyle>
            <a:lvl1pPr>
              <a:spcBef>
                <a:spcPts val="0"/>
              </a:spcBef>
              <a:spcAft>
                <a:spcPts val="0"/>
              </a:spcAft>
              <a:defRPr sz="600">
                <a:solidFill>
                  <a:srgbClr val="B2B2B2"/>
                </a:solidFill>
              </a:defRPr>
            </a:lvl1pPr>
          </a:lstStyle>
          <a:p>
            <a:pPr lvl="0"/>
            <a:r>
              <a:rPr lang="de-DE" noProof="0"/>
              <a:t>© Copyright</a:t>
            </a:r>
          </a:p>
        </p:txBody>
      </p:sp>
      <p:sp>
        <p:nvSpPr>
          <p:cNvPr id="16" name="slide number">
            <a:extLst>
              <a:ext uri="{FF2B5EF4-FFF2-40B4-BE49-F238E27FC236}">
                <a16:creationId xmlns:a16="http://schemas.microsoft.com/office/drawing/2014/main" id="{BC21C731-1DBE-8AD9-D5C0-8BB2AB844382}"/>
              </a:ext>
            </a:extLst>
          </p:cNvPr>
          <p:cNvSpPr>
            <a:spLocks noGrp="1"/>
          </p:cNvSpPr>
          <p:nvPr>
            <p:ph type="sldNum" sz="quarter" idx="47"/>
          </p:nvPr>
        </p:nvSpPr>
        <p:spPr/>
        <p:txBody>
          <a:bodyPr/>
          <a:lstStyle/>
          <a:p>
            <a:fld id="{9829449A-3FF3-45CE-9F4F-09BADC0910C6}" type="slidenum">
              <a:rPr lang="de-DE"/>
              <a:pPr/>
              <a:t>‹Nr.›</a:t>
            </a:fld>
            <a:endParaRPr lang="de-DE"/>
          </a:p>
        </p:txBody>
      </p:sp>
      <p:sp>
        <p:nvSpPr>
          <p:cNvPr id="15" name="footer">
            <a:extLst>
              <a:ext uri="{FF2B5EF4-FFF2-40B4-BE49-F238E27FC236}">
                <a16:creationId xmlns:a16="http://schemas.microsoft.com/office/drawing/2014/main" id="{771103CD-5C68-F77F-E130-9D01EB9BD2AF}"/>
              </a:ext>
            </a:extLst>
          </p:cNvPr>
          <p:cNvSpPr>
            <a:spLocks noGrp="1"/>
          </p:cNvSpPr>
          <p:nvPr>
            <p:ph type="ftr" sz="quarter" idx="46"/>
          </p:nvPr>
        </p:nvSpPr>
        <p:spPr/>
        <p:txBody>
          <a:bodyPr/>
          <a:lstStyle/>
          <a:p>
            <a:r>
              <a:rPr lang="de-DE"/>
              <a:t>SNB - TGA - 28.08.2026</a:t>
            </a:r>
          </a:p>
        </p:txBody>
      </p:sp>
      <p:grpSp>
        <p:nvGrpSpPr>
          <p:cNvPr id="13" name="info">
            <a:extLst>
              <a:ext uri="{FF2B5EF4-FFF2-40B4-BE49-F238E27FC236}">
                <a16:creationId xmlns:a16="http://schemas.microsoft.com/office/drawing/2014/main" id="{3FC765F5-18FF-2CE6-7697-C4EBBC67CEE0}"/>
              </a:ext>
              <a:ext uri="{C183D7F6-B498-43B3-948B-1728B52AA6E4}">
                <adec:decorative xmlns:adec="http://schemas.microsoft.com/office/drawing/2017/decorative" val="1"/>
              </a:ext>
            </a:extLst>
          </p:cNvPr>
          <p:cNvGrpSpPr/>
          <p:nvPr userDrawn="1"/>
        </p:nvGrpSpPr>
        <p:grpSpPr>
          <a:xfrm>
            <a:off x="-2613664" y="481580"/>
            <a:ext cx="2500810" cy="1699714"/>
            <a:chOff x="12161151" y="2764646"/>
            <a:chExt cx="2500810" cy="1699714"/>
          </a:xfrm>
          <a:effectLst>
            <a:outerShdw blurRad="50800" dist="38100" dir="2700000" algn="tl" rotWithShape="0">
              <a:prstClr val="black">
                <a:alpha val="40000"/>
              </a:prstClr>
            </a:outerShdw>
          </a:effectLst>
        </p:grpSpPr>
        <p:grpSp>
          <p:nvGrpSpPr>
            <p:cNvPr id="17" name="info">
              <a:extLst>
                <a:ext uri="{FF2B5EF4-FFF2-40B4-BE49-F238E27FC236}">
                  <a16:creationId xmlns:a16="http://schemas.microsoft.com/office/drawing/2014/main" id="{E34A26B4-D492-1EA4-A22F-DF56D1E1E053}"/>
                </a:ext>
              </a:extLst>
            </p:cNvPr>
            <p:cNvGrpSpPr/>
            <p:nvPr userDrawn="1"/>
          </p:nvGrpSpPr>
          <p:grpSpPr>
            <a:xfrm>
              <a:off x="12161151" y="2764646"/>
              <a:ext cx="2500810" cy="1699714"/>
              <a:chOff x="12313551" y="2219499"/>
              <a:chExt cx="2500810" cy="1699714"/>
            </a:xfrm>
            <a:solidFill>
              <a:srgbClr val="002965"/>
            </a:solidFill>
          </p:grpSpPr>
          <p:sp>
            <p:nvSpPr>
              <p:cNvPr id="23" name="info">
                <a:extLst>
                  <a:ext uri="{FF2B5EF4-FFF2-40B4-BE49-F238E27FC236}">
                    <a16:creationId xmlns:a16="http://schemas.microsoft.com/office/drawing/2014/main" id="{191530F7-BA96-68F8-DC1D-13841DA8A54D}"/>
                  </a:ext>
                </a:extLst>
              </p:cNvPr>
              <p:cNvSpPr/>
              <p:nvPr userDrawn="1"/>
            </p:nvSpPr>
            <p:spPr bwMode="gray">
              <a:xfrm>
                <a:off x="13234745" y="3379213"/>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spAutoFit/>
              </a:bodyPr>
              <a:lstStyle/>
              <a:p>
                <a:pPr algn="ctr">
                  <a:lnSpc>
                    <a:spcPct val="80000"/>
                  </a:lnSpc>
                  <a:spcBef>
                    <a:spcPts val="400"/>
                  </a:spcBef>
                  <a:spcAft>
                    <a:spcPts val="400"/>
                  </a:spcAft>
                </a:pPr>
                <a:endParaRPr lang="en-US" sz="1050">
                  <a:solidFill>
                    <a:schemeClr val="tx2"/>
                  </a:solidFill>
                </a:endParaRPr>
              </a:p>
              <a:p>
                <a:pPr algn="ctr">
                  <a:lnSpc>
                    <a:spcPct val="80000"/>
                  </a:lnSpc>
                  <a:spcBef>
                    <a:spcPts val="400"/>
                  </a:spcBef>
                  <a:spcAft>
                    <a:spcPts val="400"/>
                  </a:spcAft>
                </a:pPr>
                <a:endParaRPr lang="en-US" sz="1050">
                  <a:solidFill>
                    <a:schemeClr val="tx2"/>
                  </a:solidFill>
                </a:endParaRPr>
              </a:p>
            </p:txBody>
          </p:sp>
          <p:sp>
            <p:nvSpPr>
              <p:cNvPr id="19" name="info">
                <a:extLst>
                  <a:ext uri="{FF2B5EF4-FFF2-40B4-BE49-F238E27FC236}">
                    <a16:creationId xmlns:a16="http://schemas.microsoft.com/office/drawing/2014/main" id="{FF1554C6-CAF0-0A69-FCB8-5767CE94B5C4}"/>
                  </a:ext>
                </a:extLst>
              </p:cNvPr>
              <p:cNvSpPr/>
              <p:nvPr userDrawn="1"/>
            </p:nvSpPr>
            <p:spPr bwMode="gray">
              <a:xfrm flipH="1">
                <a:off x="12313551" y="2219499"/>
                <a:ext cx="2232001" cy="169971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36000" rtlCol="0" anchor="t">
                <a:noAutofit/>
              </a:bodyPr>
              <a:lstStyle/>
              <a:p>
                <a:pPr>
                  <a:lnSpc>
                    <a:spcPct val="80000"/>
                  </a:lnSpc>
                  <a:spcBef>
                    <a:spcPts val="400"/>
                  </a:spcBef>
                  <a:spcAft>
                    <a:spcPts val="400"/>
                  </a:spcAft>
                </a:pPr>
                <a:r>
                  <a:rPr lang="en-US" sz="1050" b="1" cap="all">
                    <a:solidFill>
                      <a:schemeClr val="bg1"/>
                    </a:solidFill>
                  </a:rPr>
                  <a:t>TEXT FORMATTING</a:t>
                </a:r>
              </a:p>
              <a:p>
                <a:pPr>
                  <a:lnSpc>
                    <a:spcPct val="80000"/>
                  </a:lnSpc>
                  <a:spcBef>
                    <a:spcPts val="400"/>
                  </a:spcBef>
                  <a:spcAft>
                    <a:spcPts val="400"/>
                  </a:spcAft>
                </a:pPr>
                <a:r>
                  <a:rPr lang="en-US" sz="1050" b="0">
                    <a:solidFill>
                      <a:schemeClr val="bg1"/>
                    </a:solidFill>
                  </a:rPr>
                  <a:t>Be sure to use the indent tool to format the text correctly!</a:t>
                </a:r>
              </a:p>
              <a:p>
                <a:pPr>
                  <a:lnSpc>
                    <a:spcPct val="80000"/>
                  </a:lnSpc>
                  <a:spcBef>
                    <a:spcPts val="400"/>
                  </a:spcBef>
                  <a:spcAft>
                    <a:spcPts val="400"/>
                  </a:spcAft>
                </a:pPr>
                <a:br>
                  <a:rPr lang="en-US" sz="1050" b="0">
                    <a:solidFill>
                      <a:schemeClr val="bg1"/>
                    </a:solidFill>
                  </a:rPr>
                </a:br>
                <a:r>
                  <a:rPr lang="en-US" sz="1050" b="1">
                    <a:solidFill>
                      <a:schemeClr val="bg1"/>
                    </a:solidFill>
                  </a:rPr>
                  <a:t>&gt; right click on text</a:t>
                </a:r>
                <a:br>
                  <a:rPr lang="en-US" sz="1050" b="1">
                    <a:solidFill>
                      <a:schemeClr val="bg1"/>
                    </a:solidFill>
                  </a:rPr>
                </a:br>
                <a:r>
                  <a:rPr lang="en-US" sz="1050" b="1">
                    <a:solidFill>
                      <a:schemeClr val="bg1"/>
                    </a:solidFill>
                  </a:rPr>
                  <a:t>&gt; In-/ Decrease list level</a:t>
                </a:r>
              </a:p>
              <a:p>
                <a:pPr>
                  <a:lnSpc>
                    <a:spcPct val="80000"/>
                  </a:lnSpc>
                  <a:spcBef>
                    <a:spcPts val="400"/>
                  </a:spcBef>
                  <a:spcAft>
                    <a:spcPts val="400"/>
                  </a:spcAft>
                </a:pPr>
                <a:endParaRPr lang="en-US" sz="1050" b="1">
                  <a:solidFill>
                    <a:schemeClr val="bg1"/>
                  </a:solidFill>
                </a:endParaRPr>
              </a:p>
              <a:p>
                <a:pPr>
                  <a:lnSpc>
                    <a:spcPct val="80000"/>
                  </a:lnSpc>
                  <a:spcBef>
                    <a:spcPts val="400"/>
                  </a:spcBef>
                  <a:spcAft>
                    <a:spcPts val="400"/>
                  </a:spcAft>
                </a:pPr>
                <a:endParaRPr lang="en-US" sz="1050" b="1" cap="all" baseline="0">
                  <a:solidFill>
                    <a:schemeClr val="bg2"/>
                  </a:solidFill>
                </a:endParaRPr>
              </a:p>
            </p:txBody>
          </p:sp>
        </p:grpSp>
        <p:pic>
          <p:nvPicPr>
            <p:cNvPr id="18" name="info">
              <a:extLst>
                <a:ext uri="{FF2B5EF4-FFF2-40B4-BE49-F238E27FC236}">
                  <a16:creationId xmlns:a16="http://schemas.microsoft.com/office/drawing/2014/main" id="{D62E6AA5-118E-E20E-9227-62802D432D01}"/>
                </a:ext>
              </a:extLst>
            </p:cNvPr>
            <p:cNvPicPr>
              <a:picLocks noChangeAspect="1"/>
            </p:cNvPicPr>
            <p:nvPr userDrawn="1"/>
          </p:nvPicPr>
          <p:blipFill>
            <a:blip r:embed="rId3"/>
            <a:stretch>
              <a:fillRect/>
            </a:stretch>
          </p:blipFill>
          <p:spPr>
            <a:xfrm>
              <a:off x="12421945" y="4021488"/>
              <a:ext cx="485775" cy="238125"/>
            </a:xfrm>
            <a:prstGeom prst="rect">
              <a:avLst/>
            </a:prstGeom>
          </p:spPr>
        </p:pic>
      </p:grpSp>
      <p:grpSp>
        <p:nvGrpSpPr>
          <p:cNvPr id="25" name="Info">
            <a:extLst>
              <a:ext uri="{FF2B5EF4-FFF2-40B4-BE49-F238E27FC236}">
                <a16:creationId xmlns:a16="http://schemas.microsoft.com/office/drawing/2014/main" id="{C6A15F73-D636-5443-538F-010CF1CF6326}"/>
              </a:ext>
            </a:extLst>
          </p:cNvPr>
          <p:cNvGrpSpPr/>
          <p:nvPr userDrawn="1"/>
        </p:nvGrpSpPr>
        <p:grpSpPr>
          <a:xfrm flipH="1">
            <a:off x="-2613664" y="2453684"/>
            <a:ext cx="2500810" cy="3640431"/>
            <a:chOff x="12327529" y="2352975"/>
            <a:chExt cx="2500810" cy="3640431"/>
          </a:xfrm>
          <a:effectLst>
            <a:outerShdw blurRad="50800" dist="38100" dir="2700000" algn="tl" rotWithShape="0">
              <a:prstClr val="black">
                <a:alpha val="40000"/>
              </a:prstClr>
            </a:outerShdw>
          </a:effectLst>
        </p:grpSpPr>
        <p:grpSp>
          <p:nvGrpSpPr>
            <p:cNvPr id="26" name="info">
              <a:extLst>
                <a:ext uri="{FF2B5EF4-FFF2-40B4-BE49-F238E27FC236}">
                  <a16:creationId xmlns:a16="http://schemas.microsoft.com/office/drawing/2014/main" id="{6BD0ABC3-9824-DFF3-3F7F-B3EAD8C99E29}"/>
                </a:ext>
              </a:extLst>
            </p:cNvPr>
            <p:cNvGrpSpPr/>
            <p:nvPr userDrawn="1"/>
          </p:nvGrpSpPr>
          <p:grpSpPr>
            <a:xfrm>
              <a:off x="12596337" y="2352975"/>
              <a:ext cx="2232002" cy="1408806"/>
              <a:chOff x="12565380" y="2356671"/>
              <a:chExt cx="2232002" cy="1408806"/>
            </a:xfrm>
          </p:grpSpPr>
          <p:sp>
            <p:nvSpPr>
              <p:cNvPr id="34" name="info">
                <a:extLst>
                  <a:ext uri="{FF2B5EF4-FFF2-40B4-BE49-F238E27FC236}">
                    <a16:creationId xmlns:a16="http://schemas.microsoft.com/office/drawing/2014/main" id="{95DCA866-6760-C0F9-4E2C-8241BB0DC080}"/>
                  </a:ext>
                </a:extLst>
              </p:cNvPr>
              <p:cNvSpPr/>
              <p:nvPr userDrawn="1"/>
            </p:nvSpPr>
            <p:spPr bwMode="gray">
              <a:xfrm rot="16200000" flipH="1">
                <a:off x="12153929" y="2814026"/>
                <a:ext cx="1362902"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37" name="info">
                <a:extLst>
                  <a:ext uri="{FF2B5EF4-FFF2-40B4-BE49-F238E27FC236}">
                    <a16:creationId xmlns:a16="http://schemas.microsoft.com/office/drawing/2014/main" id="{FBE0E447-DC77-E97D-4388-CC30B9587C9D}"/>
                  </a:ext>
                </a:extLst>
              </p:cNvPr>
              <p:cNvSpPr/>
              <p:nvPr userDrawn="1"/>
            </p:nvSpPr>
            <p:spPr bwMode="gray">
              <a:xfrm flipH="1">
                <a:off x="12565381" y="2356671"/>
                <a:ext cx="2232001" cy="114232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kern="1200" cap="all">
                    <a:solidFill>
                      <a:schemeClr val="bg1"/>
                    </a:solidFill>
                    <a:latin typeface="+mn-lt"/>
                    <a:ea typeface="+mn-ea"/>
                    <a:cs typeface="+mn-cs"/>
                  </a:rPr>
                  <a:t>IMAGE Credit Formatting</a:t>
                </a:r>
              </a:p>
              <a:p>
                <a:pPr indent="0" algn="l">
                  <a:lnSpc>
                    <a:spcPct val="100000"/>
                  </a:lnSpc>
                  <a:spcBef>
                    <a:spcPts val="400"/>
                  </a:spcBef>
                  <a:spcAft>
                    <a:spcPts val="400"/>
                  </a:spcAft>
                </a:pPr>
                <a:r>
                  <a:rPr lang="en-US" sz="1050" b="0" kern="1200" cap="none">
                    <a:solidFill>
                      <a:schemeClr val="bg1"/>
                    </a:solidFill>
                    <a:latin typeface="+mn-lt"/>
                    <a:ea typeface="+mn-ea"/>
                    <a:cs typeface="+mn-cs"/>
                  </a:rPr>
                  <a:t>Examples!</a:t>
                </a:r>
              </a:p>
              <a:p>
                <a:pPr indent="0" algn="l">
                  <a:lnSpc>
                    <a:spcPct val="100000"/>
                  </a:lnSpc>
                  <a:spcBef>
                    <a:spcPts val="400"/>
                  </a:spcBef>
                  <a:spcAft>
                    <a:spcPts val="400"/>
                  </a:spcAft>
                </a:pPr>
                <a:r>
                  <a:rPr lang="en-US" sz="1050" b="0" kern="1200" cap="none">
                    <a:solidFill>
                      <a:schemeClr val="bg1"/>
                    </a:solidFill>
                    <a:latin typeface="+mn-lt"/>
                    <a:ea typeface="+mn-ea"/>
                    <a:cs typeface="+mn-cs"/>
                  </a:rPr>
                  <a:t>© Westend66 – gettyimages.com</a:t>
                </a:r>
                <a:br>
                  <a:rPr lang="en-US" sz="1050" b="0" kern="1200" cap="none">
                    <a:solidFill>
                      <a:schemeClr val="bg1"/>
                    </a:solidFill>
                    <a:latin typeface="+mn-lt"/>
                    <a:ea typeface="+mn-ea"/>
                    <a:cs typeface="+mn-cs"/>
                  </a:rPr>
                </a:br>
                <a:r>
                  <a:rPr lang="en-US" sz="1050" b="0" kern="1200" cap="none">
                    <a:solidFill>
                      <a:schemeClr val="bg1"/>
                    </a:solidFill>
                    <a:latin typeface="+mn-lt"/>
                    <a:ea typeface="+mn-ea"/>
                    <a:cs typeface="+mn-cs"/>
                  </a:rPr>
                  <a:t>© AI generated – Drees &amp; Sommer</a:t>
                </a:r>
              </a:p>
            </p:txBody>
          </p:sp>
        </p:grpSp>
        <p:grpSp>
          <p:nvGrpSpPr>
            <p:cNvPr id="28" name="info">
              <a:extLst>
                <a:ext uri="{FF2B5EF4-FFF2-40B4-BE49-F238E27FC236}">
                  <a16:creationId xmlns:a16="http://schemas.microsoft.com/office/drawing/2014/main" id="{E8215DB7-4869-294C-554B-3BF2B560CD47}"/>
                </a:ext>
              </a:extLst>
            </p:cNvPr>
            <p:cNvGrpSpPr>
              <a:grpSpLocks/>
            </p:cNvGrpSpPr>
            <p:nvPr userDrawn="1"/>
          </p:nvGrpSpPr>
          <p:grpSpPr>
            <a:xfrm>
              <a:off x="12327529" y="3837980"/>
              <a:ext cx="2500808" cy="2155426"/>
              <a:chOff x="12327530" y="4187428"/>
              <a:chExt cx="2500808" cy="2155426"/>
            </a:xfrm>
          </p:grpSpPr>
          <p:sp>
            <p:nvSpPr>
              <p:cNvPr id="29" name="info">
                <a:extLst>
                  <a:ext uri="{FF2B5EF4-FFF2-40B4-BE49-F238E27FC236}">
                    <a16:creationId xmlns:a16="http://schemas.microsoft.com/office/drawing/2014/main" id="{659F427D-94FF-79C2-673B-0DE692380775}"/>
                  </a:ext>
                </a:extLst>
              </p:cNvPr>
              <p:cNvSpPr/>
              <p:nvPr userDrawn="1"/>
            </p:nvSpPr>
            <p:spPr bwMode="gray">
              <a:xfrm flipH="1">
                <a:off x="12327530" y="5802854"/>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indent="0" algn="l">
                  <a:lnSpc>
                    <a:spcPct val="100000"/>
                  </a:lnSpc>
                  <a:spcBef>
                    <a:spcPts val="400"/>
                  </a:spcBef>
                  <a:spcAft>
                    <a:spcPts val="400"/>
                  </a:spcAft>
                </a:pPr>
                <a:endParaRPr lang="en-US" sz="1050">
                  <a:solidFill>
                    <a:schemeClr val="bg1"/>
                  </a:solidFill>
                </a:endParaRPr>
              </a:p>
              <a:p>
                <a:pPr indent="0" algn="l">
                  <a:lnSpc>
                    <a:spcPct val="100000"/>
                  </a:lnSpc>
                  <a:spcBef>
                    <a:spcPts val="400"/>
                  </a:spcBef>
                  <a:spcAft>
                    <a:spcPts val="400"/>
                  </a:spcAft>
                </a:pPr>
                <a:endParaRPr lang="en-US" sz="1050">
                  <a:solidFill>
                    <a:schemeClr val="bg1"/>
                  </a:solidFill>
                </a:endParaRPr>
              </a:p>
            </p:txBody>
          </p:sp>
          <p:sp>
            <p:nvSpPr>
              <p:cNvPr id="31" name="info">
                <a:extLst>
                  <a:ext uri="{FF2B5EF4-FFF2-40B4-BE49-F238E27FC236}">
                    <a16:creationId xmlns:a16="http://schemas.microsoft.com/office/drawing/2014/main" id="{16CBD8AA-89C2-71B6-B910-5C2148B2BB77}"/>
                  </a:ext>
                </a:extLst>
              </p:cNvPr>
              <p:cNvSpPr/>
              <p:nvPr userDrawn="1"/>
            </p:nvSpPr>
            <p:spPr bwMode="gray">
              <a:xfrm flipH="1">
                <a:off x="12596338" y="4187428"/>
                <a:ext cx="2232000" cy="2155426"/>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b">
                <a:spAutoFit/>
              </a:bodyPr>
              <a:lstStyle/>
              <a:p>
                <a:pPr indent="0" algn="l">
                  <a:lnSpc>
                    <a:spcPct val="100000"/>
                  </a:lnSpc>
                  <a:spcBef>
                    <a:spcPts val="400"/>
                  </a:spcBef>
                  <a:spcAft>
                    <a:spcPts val="400"/>
                  </a:spcAft>
                </a:pPr>
                <a:r>
                  <a:rPr lang="en-US" sz="1050" b="1" cap="all">
                    <a:solidFill>
                      <a:schemeClr val="bg1"/>
                    </a:solidFill>
                  </a:rPr>
                  <a:t>image credit</a:t>
                </a:r>
              </a:p>
              <a:p>
                <a:pPr indent="0" algn="l">
                  <a:lnSpc>
                    <a:spcPct val="100000"/>
                  </a:lnSpc>
                  <a:spcBef>
                    <a:spcPts val="400"/>
                  </a:spcBef>
                  <a:spcAft>
                    <a:spcPts val="400"/>
                  </a:spcAft>
                </a:pPr>
                <a:r>
                  <a:rPr lang="en-US" sz="1050" b="1">
                    <a:solidFill>
                      <a:schemeClr val="bg1"/>
                    </a:solidFill>
                  </a:rPr>
                  <a:t>Always include </a:t>
                </a:r>
                <a:r>
                  <a:rPr lang="en-US" sz="1050">
                    <a:solidFill>
                      <a:schemeClr val="bg1"/>
                    </a:solidFill>
                  </a:rPr>
                  <a:t>the image credit!</a:t>
                </a:r>
              </a:p>
              <a:p>
                <a:pPr indent="0" algn="l">
                  <a:lnSpc>
                    <a:spcPct val="100000"/>
                  </a:lnSpc>
                  <a:spcBef>
                    <a:spcPts val="400"/>
                  </a:spcBef>
                  <a:spcAft>
                    <a:spcPts val="400"/>
                  </a:spcAft>
                </a:pPr>
                <a:r>
                  <a:rPr lang="en-US" sz="1050">
                    <a:solidFill>
                      <a:schemeClr val="bg1"/>
                    </a:solidFill>
                  </a:rPr>
                  <a:t>How to get the image credit </a:t>
                </a:r>
                <a:r>
                  <a:rPr lang="en-US" sz="1050" b="1">
                    <a:solidFill>
                      <a:schemeClr val="bg1"/>
                    </a:solidFill>
                  </a:rPr>
                  <a:t>placeholder</a:t>
                </a:r>
                <a:r>
                  <a:rPr lang="en-US" sz="1050">
                    <a:solidFill>
                      <a:schemeClr val="bg1"/>
                    </a:solidFill>
                  </a:rPr>
                  <a:t> if it is no longer available on your slide by default: </a:t>
                </a:r>
              </a:p>
              <a:p>
                <a:pPr indent="0" algn="l">
                  <a:lnSpc>
                    <a:spcPct val="100000"/>
                  </a:lnSpc>
                  <a:spcBef>
                    <a:spcPts val="400"/>
                  </a:spcBef>
                  <a:spcAft>
                    <a:spcPts val="400"/>
                  </a:spcAft>
                </a:pPr>
                <a:r>
                  <a:rPr lang="en-US" sz="1050">
                    <a:solidFill>
                      <a:schemeClr val="bg1"/>
                    </a:solidFill>
                  </a:rPr>
                  <a:t>&gt; </a:t>
                </a:r>
                <a:r>
                  <a:rPr lang="en-US" sz="1050" b="0">
                    <a:solidFill>
                      <a:schemeClr val="bg1"/>
                    </a:solidFill>
                  </a:rPr>
                  <a:t>right-click on a free area</a:t>
                </a:r>
                <a:br>
                  <a:rPr lang="en-US" sz="1050" b="0">
                    <a:solidFill>
                      <a:schemeClr val="bg1"/>
                    </a:solidFill>
                  </a:rPr>
                </a:br>
                <a:r>
                  <a:rPr lang="en-US" sz="1050" b="0">
                    <a:solidFill>
                      <a:schemeClr val="bg1"/>
                    </a:solidFill>
                  </a:rPr>
                  <a:t>   on the slide</a:t>
                </a:r>
                <a:br>
                  <a:rPr lang="en-US" sz="1050" b="0">
                    <a:solidFill>
                      <a:schemeClr val="bg1"/>
                    </a:solidFill>
                  </a:rPr>
                </a:br>
                <a:r>
                  <a:rPr lang="en-US" sz="1050" b="0">
                    <a:solidFill>
                      <a:schemeClr val="bg1"/>
                    </a:solidFill>
                  </a:rPr>
                  <a:t>&gt; insert text element</a:t>
                </a:r>
                <a:endParaRPr lang="en-US" sz="1050">
                  <a:solidFill>
                    <a:schemeClr val="bg1"/>
                  </a:solidFill>
                </a:endParaRPr>
              </a:p>
              <a:p>
                <a:pPr indent="0" algn="l">
                  <a:lnSpc>
                    <a:spcPct val="100000"/>
                  </a:lnSpc>
                  <a:spcBef>
                    <a:spcPts val="400"/>
                  </a:spcBef>
                  <a:spcAft>
                    <a:spcPts val="400"/>
                  </a:spcAft>
                </a:pPr>
                <a:r>
                  <a:rPr lang="en-US" sz="1050">
                    <a:solidFill>
                      <a:schemeClr val="bg1"/>
                    </a:solidFill>
                  </a:rPr>
                  <a:t>“</a:t>
                </a:r>
                <a:r>
                  <a:rPr lang="en-US" sz="1050" b="1">
                    <a:solidFill>
                      <a:schemeClr val="bg1"/>
                    </a:solidFill>
                  </a:rPr>
                  <a:t>Copyright left</a:t>
                </a:r>
                <a:r>
                  <a:rPr lang="en-US" sz="1050">
                    <a:solidFill>
                      <a:schemeClr val="bg1"/>
                    </a:solidFill>
                  </a:rPr>
                  <a:t>”</a:t>
                </a:r>
              </a:p>
            </p:txBody>
          </p:sp>
        </p:grpSp>
      </p:grpSp>
      <p:sp>
        <p:nvSpPr>
          <p:cNvPr id="7" name="MIO_Placeholder_Mapping" hidden="1">
            <a:extLst>
              <a:ext uri="{FF2B5EF4-FFF2-40B4-BE49-F238E27FC236}">
                <a16:creationId xmlns:a16="http://schemas.microsoft.com/office/drawing/2014/main" id="{66AE3C1E-B467-64C1-616E-CBC2C69C0262}"/>
              </a:ext>
            </a:extLst>
          </p:cNvPr>
          <p:cNvSpPr/>
          <p:nvPr userDrawn="1">
            <p:custDataLst>
              <p:tags r:id="rId1"/>
            </p:custDataLst>
          </p:nvPr>
        </p:nvSpPr>
        <p:spPr>
          <a:xfrm>
            <a:off x="0" y="0"/>
            <a:ext cx="0" cy="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
        <p:nvSpPr>
          <p:cNvPr id="3" name="QR Code of employee 2">
            <a:extLst>
              <a:ext uri="{FF2B5EF4-FFF2-40B4-BE49-F238E27FC236}">
                <a16:creationId xmlns:a16="http://schemas.microsoft.com/office/drawing/2014/main" id="{A4B8041C-4029-F1B3-0452-81437022806D}"/>
              </a:ext>
            </a:extLst>
          </p:cNvPr>
          <p:cNvSpPr>
            <a:spLocks noGrp="1" noChangeAspect="1"/>
          </p:cNvSpPr>
          <p:nvPr>
            <p:ph type="pic" sz="quarter" idx="52" hasCustomPrompt="1"/>
          </p:nvPr>
        </p:nvSpPr>
        <p:spPr>
          <a:xfrm>
            <a:off x="5592233" y="3161068"/>
            <a:ext cx="429682" cy="429682"/>
          </a:xfrm>
          <a:noFill/>
        </p:spPr>
        <p:txBody>
          <a:bodyPr vert="horz" lIns="0" tIns="0" rIns="0" bIns="0" rtlCol="0" anchor="t">
            <a:noAutofit/>
          </a:bodyPr>
          <a:lstStyle>
            <a:lvl1pPr algn="ctr">
              <a:defRPr lang="de-DE">
                <a:solidFill>
                  <a:schemeClr val="tx1"/>
                </a:solidFill>
              </a:defRPr>
            </a:lvl1pPr>
          </a:lstStyle>
          <a:p>
            <a:pPr lvl="0"/>
            <a:r>
              <a:rPr lang="de-DE"/>
              <a:t>QR Code</a:t>
            </a:r>
          </a:p>
        </p:txBody>
      </p:sp>
      <p:grpSp>
        <p:nvGrpSpPr>
          <p:cNvPr id="4" name="info">
            <a:extLst>
              <a:ext uri="{FF2B5EF4-FFF2-40B4-BE49-F238E27FC236}">
                <a16:creationId xmlns:a16="http://schemas.microsoft.com/office/drawing/2014/main" id="{C5F47A1F-9325-77BD-5FB0-F172C73F8730}"/>
              </a:ext>
              <a:ext uri="{C183D7F6-B498-43B3-948B-1728B52AA6E4}">
                <adec:decorative xmlns:adec="http://schemas.microsoft.com/office/drawing/2017/decorative" val="1"/>
              </a:ext>
            </a:extLst>
          </p:cNvPr>
          <p:cNvGrpSpPr/>
          <p:nvPr userDrawn="1"/>
        </p:nvGrpSpPr>
        <p:grpSpPr>
          <a:xfrm flipH="1">
            <a:off x="12330000" y="671513"/>
            <a:ext cx="2884362" cy="2634954"/>
            <a:chOff x="12236776" y="2786360"/>
            <a:chExt cx="1925720" cy="2634954"/>
          </a:xfrm>
          <a:solidFill>
            <a:srgbClr val="000000"/>
          </a:solidFill>
          <a:effectLst>
            <a:outerShdw blurRad="50800" dist="38100" dir="8100000" algn="tr" rotWithShape="0">
              <a:prstClr val="black">
                <a:alpha val="40000"/>
              </a:prstClr>
            </a:outerShdw>
          </a:effectLst>
        </p:grpSpPr>
        <p:sp>
          <p:nvSpPr>
            <p:cNvPr id="5" name="info">
              <a:extLst>
                <a:ext uri="{FF2B5EF4-FFF2-40B4-BE49-F238E27FC236}">
                  <a16:creationId xmlns:a16="http://schemas.microsoft.com/office/drawing/2014/main" id="{77A2E620-F47C-D1A6-C51F-5D2B41AD1129}"/>
                </a:ext>
              </a:extLst>
            </p:cNvPr>
            <p:cNvSpPr/>
            <p:nvPr userDrawn="1"/>
          </p:nvSpPr>
          <p:spPr bwMode="gray">
            <a:xfrm>
              <a:off x="12582880" y="4947929"/>
              <a:ext cx="1579616" cy="473385"/>
            </a:xfrm>
            <a:prstGeom prst="homePlate">
              <a:avLst>
                <a:gd name="adj" fmla="val 5905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spAutoFit/>
            </a:bodyPr>
            <a:lstStyle/>
            <a:p>
              <a:pPr algn="ctr">
                <a:lnSpc>
                  <a:spcPct val="80000"/>
                </a:lnSpc>
                <a:spcBef>
                  <a:spcPts val="400"/>
                </a:spcBef>
                <a:spcAft>
                  <a:spcPts val="400"/>
                </a:spcAft>
              </a:pPr>
              <a:endParaRPr lang="en-US" sz="1050">
                <a:solidFill>
                  <a:schemeClr val="tx2"/>
                </a:solidFill>
              </a:endParaRPr>
            </a:p>
            <a:p>
              <a:pPr algn="ctr">
                <a:lnSpc>
                  <a:spcPct val="80000"/>
                </a:lnSpc>
                <a:spcBef>
                  <a:spcPts val="400"/>
                </a:spcBef>
                <a:spcAft>
                  <a:spcPts val="400"/>
                </a:spcAft>
              </a:pPr>
              <a:endParaRPr lang="en-US" sz="1050">
                <a:solidFill>
                  <a:schemeClr val="tx2"/>
                </a:solidFill>
              </a:endParaRPr>
            </a:p>
          </p:txBody>
        </p:sp>
        <p:sp>
          <p:nvSpPr>
            <p:cNvPr id="14" name="info">
              <a:extLst>
                <a:ext uri="{FF2B5EF4-FFF2-40B4-BE49-F238E27FC236}">
                  <a16:creationId xmlns:a16="http://schemas.microsoft.com/office/drawing/2014/main" id="{E15090C6-86C4-B3B1-5E53-3C652E0A8D8E}"/>
                </a:ext>
              </a:extLst>
            </p:cNvPr>
            <p:cNvSpPr/>
            <p:nvPr userDrawn="1"/>
          </p:nvSpPr>
          <p:spPr bwMode="gray">
            <a:xfrm flipH="1">
              <a:off x="12236776" y="2786360"/>
              <a:ext cx="1742546" cy="263495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oAutofit/>
            </a:bodyPr>
            <a:lstStyle/>
            <a:p>
              <a:r>
                <a:rPr lang="en-US" sz="1050" b="1"/>
                <a:t>CREATE LINKEDIN QR CODE </a:t>
              </a:r>
              <a:br>
                <a:rPr lang="en-US" sz="1050" b="1"/>
              </a:br>
              <a:r>
                <a:rPr lang="en-US" sz="1050" b="1"/>
                <a:t>FOR BUSINESS CARD:</a:t>
              </a:r>
            </a:p>
            <a:p>
              <a:pPr marL="144000" indent="-144000">
                <a:buFont typeface="+mj-lt"/>
                <a:buAutoNum type="arabicPeriod"/>
              </a:pPr>
              <a:r>
                <a:rPr lang="en-US" sz="1050"/>
                <a:t>Open the LinkedIn app and log in.</a:t>
              </a:r>
            </a:p>
            <a:p>
              <a:pPr marL="144000" indent="-144000">
                <a:buFont typeface="+mj-lt"/>
                <a:buAutoNum type="arabicPeriod"/>
              </a:pPr>
              <a:r>
                <a:rPr lang="en-US" sz="1050"/>
                <a:t>Tap the search bar at the top.</a:t>
              </a:r>
            </a:p>
            <a:p>
              <a:pPr marL="144000" indent="-144000">
                <a:buFont typeface="+mj-lt"/>
                <a:buAutoNum type="arabicPeriod"/>
              </a:pPr>
              <a:r>
                <a:rPr lang="en-US" sz="1050"/>
                <a:t>Save the QR code displayed on the right for later use.</a:t>
              </a:r>
            </a:p>
            <a:p>
              <a:pPr>
                <a:spcBef>
                  <a:spcPts val="400"/>
                </a:spcBef>
              </a:pPr>
              <a:r>
                <a:rPr lang="en-US" sz="1050" b="1"/>
                <a:t>FOR CONTACT QR CODE </a:t>
              </a:r>
              <a:br>
                <a:rPr lang="en-US" sz="1050" b="1"/>
              </a:br>
              <a:r>
                <a:rPr lang="en-US" sz="1050" b="1"/>
                <a:t>(DRESONET PROFILE):</a:t>
              </a:r>
            </a:p>
            <a:p>
              <a:pPr marL="144000" indent="-144000" algn="l" defTabSz="914400" rtl="0" eaLnBrk="1" latinLnBrk="0" hangingPunct="1">
                <a:buFont typeface="+mj-lt"/>
                <a:buAutoNum type="arabicPeriod"/>
              </a:pPr>
              <a:r>
                <a:rPr lang="en-US" sz="1050" kern="1200">
                  <a:solidFill>
                    <a:schemeClr val="lt1"/>
                  </a:solidFill>
                  <a:latin typeface="+mn-lt"/>
                  <a:ea typeface="+mn-ea"/>
                  <a:cs typeface="+mn-cs"/>
                </a:rPr>
                <a:t>Search for your name using </a:t>
              </a:r>
              <a:r>
                <a:rPr lang="en-US" sz="1050" kern="1200" err="1">
                  <a:solidFill>
                    <a:schemeClr val="lt1"/>
                  </a:solidFill>
                  <a:latin typeface="+mn-lt"/>
                  <a:ea typeface="+mn-ea"/>
                  <a:cs typeface="+mn-cs"/>
                </a:rPr>
                <a:t>Dresonet's</a:t>
              </a:r>
              <a:r>
                <a:rPr lang="en-US" sz="1050" kern="1200">
                  <a:solidFill>
                    <a:schemeClr val="lt1"/>
                  </a:solidFill>
                  <a:latin typeface="+mn-lt"/>
                  <a:ea typeface="+mn-ea"/>
                  <a:cs typeface="+mn-cs"/>
                </a:rPr>
                <a:t> Enterprise Search.</a:t>
              </a:r>
            </a:p>
            <a:p>
              <a:pPr marL="144000" indent="-144000" algn="l" defTabSz="914400" rtl="0" eaLnBrk="1" latinLnBrk="0" hangingPunct="1">
                <a:buFont typeface="+mj-lt"/>
                <a:buAutoNum type="arabicPeriod"/>
              </a:pPr>
              <a:r>
                <a:rPr lang="en-US" sz="1050" kern="1200">
                  <a:solidFill>
                    <a:schemeClr val="lt1"/>
                  </a:solidFill>
                  <a:latin typeface="+mn-lt"/>
                  <a:ea typeface="+mn-ea"/>
                  <a:cs typeface="+mn-cs"/>
                </a:rPr>
                <a:t>Click on your displayed image.</a:t>
              </a:r>
            </a:p>
            <a:p>
              <a:pPr marL="144000" indent="-144000" algn="l" defTabSz="914400" rtl="0" eaLnBrk="1" latinLnBrk="0" hangingPunct="1">
                <a:buFont typeface="+mj-lt"/>
                <a:buAutoNum type="arabicPeriod"/>
              </a:pPr>
              <a:r>
                <a:rPr lang="en-US" sz="1050" kern="1200">
                  <a:solidFill>
                    <a:schemeClr val="lt1"/>
                  </a:solidFill>
                  <a:latin typeface="+mn-lt"/>
                  <a:ea typeface="+mn-ea"/>
                  <a:cs typeface="+mn-cs"/>
                </a:rPr>
                <a:t>Save the QR code at the bottom of </a:t>
              </a:r>
              <a:br>
                <a:rPr lang="en-US" sz="1050" kern="1200">
                  <a:solidFill>
                    <a:schemeClr val="lt1"/>
                  </a:solidFill>
                  <a:latin typeface="+mn-lt"/>
                  <a:ea typeface="+mn-ea"/>
                  <a:cs typeface="+mn-cs"/>
                </a:rPr>
              </a:br>
              <a:r>
                <a:rPr lang="en-US" sz="1050" kern="1200">
                  <a:solidFill>
                    <a:schemeClr val="lt1"/>
                  </a:solidFill>
                  <a:latin typeface="+mn-lt"/>
                  <a:ea typeface="+mn-ea"/>
                  <a:cs typeface="+mn-cs"/>
                </a:rPr>
                <a:t>the list by right-clicking and selecting </a:t>
              </a:r>
              <a:br>
                <a:rPr lang="en-US" sz="1050" kern="1200">
                  <a:solidFill>
                    <a:schemeClr val="lt1"/>
                  </a:solidFill>
                  <a:latin typeface="+mn-lt"/>
                  <a:ea typeface="+mn-ea"/>
                  <a:cs typeface="+mn-cs"/>
                </a:rPr>
              </a:br>
              <a:r>
                <a:rPr lang="en-US" sz="1050" kern="1200">
                  <a:solidFill>
                    <a:schemeClr val="lt1"/>
                  </a:solidFill>
                  <a:latin typeface="+mn-lt"/>
                  <a:ea typeface="+mn-ea"/>
                  <a:cs typeface="+mn-cs"/>
                </a:rPr>
                <a:t>"Save image as" on your computer </a:t>
              </a:r>
              <a:br>
                <a:rPr lang="en-US" sz="1050" kern="1200">
                  <a:solidFill>
                    <a:schemeClr val="lt1"/>
                  </a:solidFill>
                  <a:latin typeface="+mn-lt"/>
                  <a:ea typeface="+mn-ea"/>
                  <a:cs typeface="+mn-cs"/>
                </a:rPr>
              </a:br>
              <a:r>
                <a:rPr lang="en-US" sz="1050" kern="1200">
                  <a:solidFill>
                    <a:schemeClr val="lt1"/>
                  </a:solidFill>
                  <a:latin typeface="+mn-lt"/>
                  <a:ea typeface="+mn-ea"/>
                  <a:cs typeface="+mn-cs"/>
                </a:rPr>
                <a:t>or smartphone for future use.</a:t>
              </a:r>
            </a:p>
          </p:txBody>
        </p:sp>
      </p:grpSp>
    </p:spTree>
    <p:extLst>
      <p:ext uri="{BB962C8B-B14F-4D97-AF65-F5344CB8AC3E}">
        <p14:creationId xmlns:p14="http://schemas.microsoft.com/office/powerpoint/2010/main" val="164658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90">
          <p15:clr>
            <a:srgbClr val="FBAE40"/>
          </p15:clr>
        </p15:guide>
        <p15:guide id="2" orient="horz" pos="2162">
          <p15:clr>
            <a:srgbClr val="FBAE40"/>
          </p15:clr>
        </p15:guide>
        <p15:guide id="3" orient="horz" pos="1161">
          <p15:clr>
            <a:srgbClr val="FBAE40"/>
          </p15:clr>
        </p15:guide>
        <p15:guide id="4" pos="1046">
          <p15:clr>
            <a:srgbClr val="FBAE40"/>
          </p15:clr>
        </p15:guide>
        <p15:guide id="5" pos="3887">
          <p15:clr>
            <a:srgbClr val="FBAE40"/>
          </p15:clr>
        </p15:guide>
        <p15:guide id="6" pos="3794">
          <p15:clr>
            <a:srgbClr val="FBAE40"/>
          </p15:clr>
        </p15:guide>
        <p15:guide id="7" pos="1137">
          <p15:clr>
            <a:srgbClr val="FBAE40"/>
          </p15:clr>
        </p15:guide>
        <p15:guide id="8" orient="horz" pos="64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109" name="background grey">
            <a:extLst>
              <a:ext uri="{FF2B5EF4-FFF2-40B4-BE49-F238E27FC236}">
                <a16:creationId xmlns:a16="http://schemas.microsoft.com/office/drawing/2014/main" id="{E7A8EE9A-2B31-449C-B388-779824C3E640}"/>
              </a:ext>
              <a:ext uri="{C183D7F6-B498-43B3-948B-1728B52AA6E4}">
                <adec:decorative xmlns:adec="http://schemas.microsoft.com/office/drawing/2017/decorative" val="1"/>
              </a:ext>
            </a:extLst>
          </p:cNvPr>
          <p:cNvSpPr/>
          <p:nvPr/>
        </p:nvSpPr>
        <p:spPr bwMode="white">
          <a:xfrm>
            <a:off x="0" y="2528871"/>
            <a:ext cx="9784633" cy="356760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a:p>
        </p:txBody>
      </p:sp>
      <p:sp>
        <p:nvSpPr>
          <p:cNvPr id="11" name="title">
            <a:extLst>
              <a:ext uri="{FF2B5EF4-FFF2-40B4-BE49-F238E27FC236}">
                <a16:creationId xmlns:a16="http://schemas.microsoft.com/office/drawing/2014/main" id="{AE3371D5-6E96-E138-870B-F81C1956A932}"/>
              </a:ext>
            </a:extLst>
          </p:cNvPr>
          <p:cNvSpPr>
            <a:spLocks noGrp="1"/>
          </p:cNvSpPr>
          <p:nvPr>
            <p:ph type="title"/>
          </p:nvPr>
        </p:nvSpPr>
        <p:spPr bwMode="gray">
          <a:xfrm>
            <a:off x="525600" y="673200"/>
            <a:ext cx="11138400" cy="288000"/>
          </a:xfrm>
        </p:spPr>
        <p:txBody>
          <a:bodyPr lIns="0" tIns="0" rIns="0" bIns="0"/>
          <a:lstStyle/>
          <a:p>
            <a:r>
              <a:rPr lang="de-DE"/>
              <a:t>Mastertitelformat bearbeiten</a:t>
            </a:r>
            <a:endParaRPr lang="en-US"/>
          </a:p>
        </p:txBody>
      </p:sp>
      <p:sp>
        <p:nvSpPr>
          <p:cNvPr id="107" name="text white">
            <a:extLst>
              <a:ext uri="{FF2B5EF4-FFF2-40B4-BE49-F238E27FC236}">
                <a16:creationId xmlns:a16="http://schemas.microsoft.com/office/drawing/2014/main" id="{47699D00-C79A-4282-B7BC-E3A69CC7BE83}"/>
              </a:ext>
            </a:extLst>
          </p:cNvPr>
          <p:cNvSpPr>
            <a:spLocks noGrp="1"/>
          </p:cNvSpPr>
          <p:nvPr>
            <p:ph type="body" sz="quarter" idx="15"/>
          </p:nvPr>
        </p:nvSpPr>
        <p:spPr bwMode="gray">
          <a:xfrm>
            <a:off x="2407367" y="2384874"/>
            <a:ext cx="6437107" cy="3420000"/>
          </a:xfrm>
          <a:solidFill>
            <a:schemeClr val="bg1"/>
          </a:solidFill>
        </p:spPr>
        <p:txBody>
          <a:bodyPr lIns="1872000" tIns="216000" rIns="216000" bIns="216000"/>
          <a:lstStyle>
            <a:lvl1pPr>
              <a:spcBef>
                <a:spcPts val="0"/>
              </a:spcBef>
              <a:defRPr>
                <a:solidFill>
                  <a:schemeClr val="tx1"/>
                </a:solidFill>
              </a:defRPr>
            </a:lvl1pPr>
            <a:lvl2pPr marL="0" indent="0">
              <a:spcBef>
                <a:spcPts val="0"/>
              </a:spcBef>
              <a:buNone/>
              <a:defRPr sz="1600" b="1" cap="all" baseline="0">
                <a:solidFill>
                  <a:schemeClr val="accent1"/>
                </a:solidFill>
              </a:defRPr>
            </a:lvl2pPr>
            <a:lvl3pPr marL="0" indent="0">
              <a:spcBef>
                <a:spcPts val="0"/>
              </a:spcBef>
              <a:buNone/>
              <a:defRPr b="1">
                <a:solidFill>
                  <a:schemeClr val="tx1"/>
                </a:solidFill>
              </a:defRPr>
            </a:lvl3pPr>
            <a:lvl4pPr marL="0" indent="0">
              <a:spcBef>
                <a:spcPts val="0"/>
              </a:spcBef>
              <a:buNone/>
              <a:defRPr>
                <a:solidFill>
                  <a:schemeClr val="accent1"/>
                </a:solidFill>
              </a:defRPr>
            </a:lvl4pPr>
            <a:lvl5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sz="1600" b="1" cap="all" baseline="0">
                <a:solidFill>
                  <a:schemeClr val="tx1"/>
                </a:solidFill>
              </a:defRPr>
            </a:lvl5pPr>
            <a:lvl6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sz="1600" b="0">
                <a:solidFill>
                  <a:schemeClr val="accent1"/>
                </a:solidFill>
              </a:defRPr>
            </a:lvl6pPr>
            <a:lvl7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sz="1600" b="0" cap="all" baseline="0">
                <a:solidFill>
                  <a:schemeClr val="tx1"/>
                </a:solidFill>
              </a:defRPr>
            </a:lvl7pPr>
            <a:lvl8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sz="1400" b="0">
                <a:solidFill>
                  <a:schemeClr val="tx1"/>
                </a:solidFill>
              </a:defRPr>
            </a:lvl8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1" name="picture of employee">
            <a:extLst>
              <a:ext uri="{FF2B5EF4-FFF2-40B4-BE49-F238E27FC236}">
                <a16:creationId xmlns:a16="http://schemas.microsoft.com/office/drawing/2014/main" id="{9F42FF48-CA95-4892-8051-0BA83451993B}"/>
              </a:ext>
            </a:extLst>
          </p:cNvPr>
          <p:cNvSpPr>
            <a:spLocks noGrp="1" noChangeAspect="1"/>
          </p:cNvSpPr>
          <p:nvPr>
            <p:ph type="pic" sz="quarter" idx="16"/>
          </p:nvPr>
        </p:nvSpPr>
        <p:spPr bwMode="gray">
          <a:xfrm>
            <a:off x="2120401" y="2242800"/>
            <a:ext cx="2020634" cy="2834136"/>
          </a:xfrm>
          <a:pattFill prst="ltUpDiag">
            <a:fgClr>
              <a:schemeClr val="bg1">
                <a:lumMod val="95000"/>
              </a:schemeClr>
            </a:fgClr>
            <a:bgClr>
              <a:schemeClr val="bg1"/>
            </a:bgClr>
          </a:pattFill>
        </p:spPr>
        <p:txBody>
          <a:bodyPr/>
          <a:lstStyle/>
          <a:p>
            <a:r>
              <a:rPr lang="de-DE"/>
              <a:t>Bild durch Klicken auf Symbol hinzufügen</a:t>
            </a:r>
          </a:p>
        </p:txBody>
      </p:sp>
      <p:sp>
        <p:nvSpPr>
          <p:cNvPr id="8" name="QR Code of employee">
            <a:extLst>
              <a:ext uri="{FF2B5EF4-FFF2-40B4-BE49-F238E27FC236}">
                <a16:creationId xmlns:a16="http://schemas.microsoft.com/office/drawing/2014/main" id="{5ED38861-B1E7-E0FD-675D-92863F0A45B2}"/>
              </a:ext>
            </a:extLst>
          </p:cNvPr>
          <p:cNvSpPr>
            <a:spLocks noGrp="1" noChangeAspect="1"/>
          </p:cNvSpPr>
          <p:nvPr>
            <p:ph type="pic" sz="quarter" idx="17" hasCustomPrompt="1"/>
          </p:nvPr>
        </p:nvSpPr>
        <p:spPr>
          <a:xfrm>
            <a:off x="8043873" y="5004273"/>
            <a:ext cx="701202" cy="701202"/>
          </a:xfrm>
          <a:noFill/>
        </p:spPr>
        <p:txBody>
          <a:bodyPr vert="horz" lIns="0" tIns="0" rIns="0" bIns="0" rtlCol="0" anchor="t">
            <a:noAutofit/>
          </a:bodyPr>
          <a:lstStyle>
            <a:lvl1pPr algn="ctr">
              <a:defRPr lang="de-DE"/>
            </a:lvl1pPr>
          </a:lstStyle>
          <a:p>
            <a:pPr lvl="0"/>
            <a:r>
              <a:rPr lang="de-DE"/>
              <a:t>QR Code</a:t>
            </a:r>
          </a:p>
        </p:txBody>
      </p:sp>
      <p:sp>
        <p:nvSpPr>
          <p:cNvPr id="4" name="slidenumber">
            <a:extLst>
              <a:ext uri="{FF2B5EF4-FFF2-40B4-BE49-F238E27FC236}">
                <a16:creationId xmlns:a16="http://schemas.microsoft.com/office/drawing/2014/main" id="{1AA4052D-B0BB-27D0-37C7-3DA29147DB35}"/>
              </a:ext>
            </a:extLst>
          </p:cNvPr>
          <p:cNvSpPr>
            <a:spLocks noGrp="1"/>
          </p:cNvSpPr>
          <p:nvPr>
            <p:ph type="sldNum" sz="quarter" idx="19"/>
          </p:nvPr>
        </p:nvSpPr>
        <p:spPr/>
        <p:txBody>
          <a:bodyPr/>
          <a:lstStyle/>
          <a:p>
            <a:fld id="{9829449A-3FF3-45CE-9F4F-09BADC0910C6}" type="slidenum">
              <a:rPr lang="de-DE"/>
              <a:pPr/>
              <a:t>‹Nr.›</a:t>
            </a:fld>
            <a:endParaRPr lang="de-DE"/>
          </a:p>
        </p:txBody>
      </p:sp>
      <p:sp>
        <p:nvSpPr>
          <p:cNvPr id="3" name="footer">
            <a:extLst>
              <a:ext uri="{FF2B5EF4-FFF2-40B4-BE49-F238E27FC236}">
                <a16:creationId xmlns:a16="http://schemas.microsoft.com/office/drawing/2014/main" id="{14DE6047-576D-21E9-2BD8-F4D786703DFC}"/>
              </a:ext>
            </a:extLst>
          </p:cNvPr>
          <p:cNvSpPr>
            <a:spLocks noGrp="1"/>
          </p:cNvSpPr>
          <p:nvPr>
            <p:ph type="ftr" sz="quarter" idx="18"/>
          </p:nvPr>
        </p:nvSpPr>
        <p:spPr/>
        <p:txBody>
          <a:bodyPr/>
          <a:lstStyle/>
          <a:p>
            <a:r>
              <a:rPr lang="de-DE"/>
              <a:t>SNB - TGA - 28.08.2026</a:t>
            </a:r>
          </a:p>
        </p:txBody>
      </p:sp>
      <p:grpSp>
        <p:nvGrpSpPr>
          <p:cNvPr id="12" name="info">
            <a:extLst>
              <a:ext uri="{FF2B5EF4-FFF2-40B4-BE49-F238E27FC236}">
                <a16:creationId xmlns:a16="http://schemas.microsoft.com/office/drawing/2014/main" id="{F0932C1C-29F0-F795-D84A-2FDD4AF39741}"/>
              </a:ext>
              <a:ext uri="{C183D7F6-B498-43B3-948B-1728B52AA6E4}">
                <adec:decorative xmlns:adec="http://schemas.microsoft.com/office/drawing/2017/decorative" val="1"/>
              </a:ext>
            </a:extLst>
          </p:cNvPr>
          <p:cNvGrpSpPr/>
          <p:nvPr userDrawn="1"/>
        </p:nvGrpSpPr>
        <p:grpSpPr>
          <a:xfrm flipH="1">
            <a:off x="12330000" y="3169920"/>
            <a:ext cx="2884362" cy="2634954"/>
            <a:chOff x="12236776" y="2786360"/>
            <a:chExt cx="1925720" cy="2634954"/>
          </a:xfrm>
          <a:solidFill>
            <a:srgbClr val="000000"/>
          </a:solidFill>
          <a:effectLst>
            <a:outerShdw blurRad="50800" dist="38100" dir="8100000" algn="tr" rotWithShape="0">
              <a:prstClr val="black">
                <a:alpha val="40000"/>
              </a:prstClr>
            </a:outerShdw>
          </a:effectLst>
        </p:grpSpPr>
        <p:sp>
          <p:nvSpPr>
            <p:cNvPr id="13" name="info">
              <a:extLst>
                <a:ext uri="{FF2B5EF4-FFF2-40B4-BE49-F238E27FC236}">
                  <a16:creationId xmlns:a16="http://schemas.microsoft.com/office/drawing/2014/main" id="{26FDCCE4-C02C-2823-29B1-CB2B1BE3139F}"/>
                </a:ext>
              </a:extLst>
            </p:cNvPr>
            <p:cNvSpPr/>
            <p:nvPr userDrawn="1"/>
          </p:nvSpPr>
          <p:spPr bwMode="gray">
            <a:xfrm>
              <a:off x="12582880" y="4947929"/>
              <a:ext cx="1579616" cy="473385"/>
            </a:xfrm>
            <a:prstGeom prst="homePlate">
              <a:avLst>
                <a:gd name="adj" fmla="val 5905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spAutoFit/>
            </a:bodyPr>
            <a:lstStyle/>
            <a:p>
              <a:pPr algn="ctr">
                <a:lnSpc>
                  <a:spcPct val="80000"/>
                </a:lnSpc>
                <a:spcBef>
                  <a:spcPts val="400"/>
                </a:spcBef>
                <a:spcAft>
                  <a:spcPts val="400"/>
                </a:spcAft>
              </a:pPr>
              <a:endParaRPr lang="en-US" sz="1050">
                <a:solidFill>
                  <a:schemeClr val="tx2"/>
                </a:solidFill>
              </a:endParaRPr>
            </a:p>
            <a:p>
              <a:pPr algn="ctr">
                <a:lnSpc>
                  <a:spcPct val="80000"/>
                </a:lnSpc>
                <a:spcBef>
                  <a:spcPts val="400"/>
                </a:spcBef>
                <a:spcAft>
                  <a:spcPts val="400"/>
                </a:spcAft>
              </a:pPr>
              <a:endParaRPr lang="en-US" sz="1050">
                <a:solidFill>
                  <a:schemeClr val="tx2"/>
                </a:solidFill>
              </a:endParaRPr>
            </a:p>
          </p:txBody>
        </p:sp>
        <p:sp>
          <p:nvSpPr>
            <p:cNvPr id="14" name="info">
              <a:extLst>
                <a:ext uri="{FF2B5EF4-FFF2-40B4-BE49-F238E27FC236}">
                  <a16:creationId xmlns:a16="http://schemas.microsoft.com/office/drawing/2014/main" id="{57E91859-E22F-F970-23C3-CA6EF6D9E81D}"/>
                </a:ext>
              </a:extLst>
            </p:cNvPr>
            <p:cNvSpPr/>
            <p:nvPr userDrawn="1"/>
          </p:nvSpPr>
          <p:spPr bwMode="gray">
            <a:xfrm flipH="1">
              <a:off x="12236776" y="2786360"/>
              <a:ext cx="1742546" cy="263495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oAutofit/>
            </a:bodyPr>
            <a:lstStyle/>
            <a:p>
              <a:r>
                <a:rPr lang="en-US" sz="1050" b="1"/>
                <a:t>CREATE LINKEDIN QR CODE </a:t>
              </a:r>
              <a:br>
                <a:rPr lang="en-US" sz="1050" b="1"/>
              </a:br>
              <a:r>
                <a:rPr lang="en-US" sz="1050" b="1"/>
                <a:t>FOR BUSINESS CARD:</a:t>
              </a:r>
            </a:p>
            <a:p>
              <a:pPr marL="144000" indent="-144000">
                <a:buFont typeface="+mj-lt"/>
                <a:buAutoNum type="arabicPeriod"/>
              </a:pPr>
              <a:r>
                <a:rPr lang="en-US" sz="1050"/>
                <a:t>Open the LinkedIn app and log in.</a:t>
              </a:r>
            </a:p>
            <a:p>
              <a:pPr marL="144000" indent="-144000">
                <a:buFont typeface="+mj-lt"/>
                <a:buAutoNum type="arabicPeriod"/>
              </a:pPr>
              <a:r>
                <a:rPr lang="en-US" sz="1050"/>
                <a:t>Tap the search bar at the top.</a:t>
              </a:r>
            </a:p>
            <a:p>
              <a:pPr marL="144000" indent="-144000">
                <a:buFont typeface="+mj-lt"/>
                <a:buAutoNum type="arabicPeriod"/>
              </a:pPr>
              <a:r>
                <a:rPr lang="en-US" sz="1050"/>
                <a:t>Save the QR code displayed on the right for later use.</a:t>
              </a:r>
            </a:p>
            <a:p>
              <a:pPr>
                <a:spcBef>
                  <a:spcPts val="400"/>
                </a:spcBef>
              </a:pPr>
              <a:r>
                <a:rPr lang="en-US" sz="1050" b="1"/>
                <a:t>FOR CONTACT QR CODE </a:t>
              </a:r>
              <a:br>
                <a:rPr lang="en-US" sz="1050" b="1"/>
              </a:br>
              <a:r>
                <a:rPr lang="en-US" sz="1050" b="1"/>
                <a:t>(DRESONET PROFILE):</a:t>
              </a:r>
            </a:p>
            <a:p>
              <a:pPr marL="144000" indent="-144000" algn="l" defTabSz="914400" rtl="0" eaLnBrk="1" latinLnBrk="0" hangingPunct="1">
                <a:buFont typeface="+mj-lt"/>
                <a:buAutoNum type="arabicPeriod"/>
              </a:pPr>
              <a:r>
                <a:rPr lang="en-US" sz="1050" kern="1200">
                  <a:solidFill>
                    <a:schemeClr val="lt1"/>
                  </a:solidFill>
                  <a:latin typeface="+mn-lt"/>
                  <a:ea typeface="+mn-ea"/>
                  <a:cs typeface="+mn-cs"/>
                </a:rPr>
                <a:t>Search for your name using </a:t>
              </a:r>
              <a:r>
                <a:rPr lang="en-US" sz="1050" kern="1200" err="1">
                  <a:solidFill>
                    <a:schemeClr val="lt1"/>
                  </a:solidFill>
                  <a:latin typeface="+mn-lt"/>
                  <a:ea typeface="+mn-ea"/>
                  <a:cs typeface="+mn-cs"/>
                </a:rPr>
                <a:t>Dresonet's</a:t>
              </a:r>
              <a:r>
                <a:rPr lang="en-US" sz="1050" kern="1200">
                  <a:solidFill>
                    <a:schemeClr val="lt1"/>
                  </a:solidFill>
                  <a:latin typeface="+mn-lt"/>
                  <a:ea typeface="+mn-ea"/>
                  <a:cs typeface="+mn-cs"/>
                </a:rPr>
                <a:t> Enterprise Search.</a:t>
              </a:r>
            </a:p>
            <a:p>
              <a:pPr marL="144000" indent="-144000" algn="l" defTabSz="914400" rtl="0" eaLnBrk="1" latinLnBrk="0" hangingPunct="1">
                <a:buFont typeface="+mj-lt"/>
                <a:buAutoNum type="arabicPeriod"/>
              </a:pPr>
              <a:r>
                <a:rPr lang="en-US" sz="1050" kern="1200">
                  <a:solidFill>
                    <a:schemeClr val="lt1"/>
                  </a:solidFill>
                  <a:latin typeface="+mn-lt"/>
                  <a:ea typeface="+mn-ea"/>
                  <a:cs typeface="+mn-cs"/>
                </a:rPr>
                <a:t>Click on your displayed image.</a:t>
              </a:r>
            </a:p>
            <a:p>
              <a:pPr marL="144000" indent="-144000" algn="l" defTabSz="914400" rtl="0" eaLnBrk="1" latinLnBrk="0" hangingPunct="1">
                <a:buFont typeface="+mj-lt"/>
                <a:buAutoNum type="arabicPeriod"/>
              </a:pPr>
              <a:r>
                <a:rPr lang="en-US" sz="1050" kern="1200">
                  <a:solidFill>
                    <a:schemeClr val="lt1"/>
                  </a:solidFill>
                  <a:latin typeface="+mn-lt"/>
                  <a:ea typeface="+mn-ea"/>
                  <a:cs typeface="+mn-cs"/>
                </a:rPr>
                <a:t>Save the QR code at the bottom of </a:t>
              </a:r>
              <a:br>
                <a:rPr lang="en-US" sz="1050" kern="1200">
                  <a:solidFill>
                    <a:schemeClr val="lt1"/>
                  </a:solidFill>
                  <a:latin typeface="+mn-lt"/>
                  <a:ea typeface="+mn-ea"/>
                  <a:cs typeface="+mn-cs"/>
                </a:rPr>
              </a:br>
              <a:r>
                <a:rPr lang="en-US" sz="1050" kern="1200">
                  <a:solidFill>
                    <a:schemeClr val="lt1"/>
                  </a:solidFill>
                  <a:latin typeface="+mn-lt"/>
                  <a:ea typeface="+mn-ea"/>
                  <a:cs typeface="+mn-cs"/>
                </a:rPr>
                <a:t>the list by right-clicking and selecting </a:t>
              </a:r>
              <a:br>
                <a:rPr lang="en-US" sz="1050" kern="1200">
                  <a:solidFill>
                    <a:schemeClr val="lt1"/>
                  </a:solidFill>
                  <a:latin typeface="+mn-lt"/>
                  <a:ea typeface="+mn-ea"/>
                  <a:cs typeface="+mn-cs"/>
                </a:rPr>
              </a:br>
              <a:r>
                <a:rPr lang="en-US" sz="1050" kern="1200">
                  <a:solidFill>
                    <a:schemeClr val="lt1"/>
                  </a:solidFill>
                  <a:latin typeface="+mn-lt"/>
                  <a:ea typeface="+mn-ea"/>
                  <a:cs typeface="+mn-cs"/>
                </a:rPr>
                <a:t>"Save image as" on your computer </a:t>
              </a:r>
              <a:br>
                <a:rPr lang="en-US" sz="1050" kern="1200">
                  <a:solidFill>
                    <a:schemeClr val="lt1"/>
                  </a:solidFill>
                  <a:latin typeface="+mn-lt"/>
                  <a:ea typeface="+mn-ea"/>
                  <a:cs typeface="+mn-cs"/>
                </a:rPr>
              </a:br>
              <a:r>
                <a:rPr lang="en-US" sz="1050" kern="1200">
                  <a:solidFill>
                    <a:schemeClr val="lt1"/>
                  </a:solidFill>
                  <a:latin typeface="+mn-lt"/>
                  <a:ea typeface="+mn-ea"/>
                  <a:cs typeface="+mn-cs"/>
                </a:rPr>
                <a:t>or smartphone for future use.</a:t>
              </a:r>
            </a:p>
          </p:txBody>
        </p:sp>
      </p:grpSp>
      <p:grpSp>
        <p:nvGrpSpPr>
          <p:cNvPr id="15" name="info">
            <a:extLst>
              <a:ext uri="{FF2B5EF4-FFF2-40B4-BE49-F238E27FC236}">
                <a16:creationId xmlns:a16="http://schemas.microsoft.com/office/drawing/2014/main" id="{006FF00E-6BFA-EA00-B31E-A4A53F86A475}"/>
              </a:ext>
              <a:ext uri="{C183D7F6-B498-43B3-948B-1728B52AA6E4}">
                <adec:decorative xmlns:adec="http://schemas.microsoft.com/office/drawing/2017/decorative" val="1"/>
              </a:ext>
            </a:extLst>
          </p:cNvPr>
          <p:cNvGrpSpPr/>
          <p:nvPr userDrawn="1"/>
        </p:nvGrpSpPr>
        <p:grpSpPr>
          <a:xfrm>
            <a:off x="-2613664" y="4103123"/>
            <a:ext cx="2500810" cy="1699714"/>
            <a:chOff x="12161151" y="2764646"/>
            <a:chExt cx="2500810" cy="1699714"/>
          </a:xfrm>
          <a:effectLst>
            <a:outerShdw blurRad="50800" dist="38100" dir="2700000" algn="tl" rotWithShape="0">
              <a:prstClr val="black">
                <a:alpha val="40000"/>
              </a:prstClr>
            </a:outerShdw>
          </a:effectLst>
        </p:grpSpPr>
        <p:grpSp>
          <p:nvGrpSpPr>
            <p:cNvPr id="16" name="info">
              <a:extLst>
                <a:ext uri="{FF2B5EF4-FFF2-40B4-BE49-F238E27FC236}">
                  <a16:creationId xmlns:a16="http://schemas.microsoft.com/office/drawing/2014/main" id="{005F0E71-B5F5-5758-DA8A-F0F02F43B61E}"/>
                </a:ext>
              </a:extLst>
            </p:cNvPr>
            <p:cNvGrpSpPr/>
            <p:nvPr userDrawn="1"/>
          </p:nvGrpSpPr>
          <p:grpSpPr>
            <a:xfrm>
              <a:off x="12161151" y="2764646"/>
              <a:ext cx="2500810" cy="1699714"/>
              <a:chOff x="12313551" y="2219499"/>
              <a:chExt cx="2500810" cy="1699714"/>
            </a:xfrm>
            <a:solidFill>
              <a:srgbClr val="002965"/>
            </a:solidFill>
          </p:grpSpPr>
          <p:sp>
            <p:nvSpPr>
              <p:cNvPr id="18" name="info">
                <a:extLst>
                  <a:ext uri="{FF2B5EF4-FFF2-40B4-BE49-F238E27FC236}">
                    <a16:creationId xmlns:a16="http://schemas.microsoft.com/office/drawing/2014/main" id="{D9FBCA43-6B70-07FD-D7CB-0218A8FE051A}"/>
                  </a:ext>
                </a:extLst>
              </p:cNvPr>
              <p:cNvSpPr/>
              <p:nvPr userDrawn="1"/>
            </p:nvSpPr>
            <p:spPr bwMode="gray">
              <a:xfrm>
                <a:off x="13234745" y="3379213"/>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algn="ctr">
                  <a:lnSpc>
                    <a:spcPct val="80000"/>
                  </a:lnSpc>
                  <a:spcBef>
                    <a:spcPts val="400"/>
                  </a:spcBef>
                  <a:spcAft>
                    <a:spcPts val="400"/>
                  </a:spcAft>
                </a:pPr>
                <a:endParaRPr lang="en-US" sz="1050">
                  <a:solidFill>
                    <a:schemeClr val="bg1"/>
                  </a:solidFill>
                </a:endParaRPr>
              </a:p>
              <a:p>
                <a:pPr algn="ctr">
                  <a:lnSpc>
                    <a:spcPct val="80000"/>
                  </a:lnSpc>
                  <a:spcBef>
                    <a:spcPts val="400"/>
                  </a:spcBef>
                  <a:spcAft>
                    <a:spcPts val="400"/>
                  </a:spcAft>
                </a:pPr>
                <a:endParaRPr lang="en-US" sz="1050">
                  <a:solidFill>
                    <a:schemeClr val="bg1"/>
                  </a:solidFill>
                </a:endParaRPr>
              </a:p>
            </p:txBody>
          </p:sp>
          <p:sp>
            <p:nvSpPr>
              <p:cNvPr id="19" name="info">
                <a:extLst>
                  <a:ext uri="{FF2B5EF4-FFF2-40B4-BE49-F238E27FC236}">
                    <a16:creationId xmlns:a16="http://schemas.microsoft.com/office/drawing/2014/main" id="{D43287E4-54F4-BDC5-CBD2-92AE34E43091}"/>
                  </a:ext>
                </a:extLst>
              </p:cNvPr>
              <p:cNvSpPr/>
              <p:nvPr userDrawn="1"/>
            </p:nvSpPr>
            <p:spPr bwMode="gray">
              <a:xfrm flipH="1">
                <a:off x="12313551" y="2219499"/>
                <a:ext cx="2232001" cy="169971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36000" rtlCol="0" anchor="t">
                <a:noAutofit/>
              </a:bodyPr>
              <a:lstStyle/>
              <a:p>
                <a:pPr>
                  <a:lnSpc>
                    <a:spcPct val="80000"/>
                  </a:lnSpc>
                  <a:spcBef>
                    <a:spcPts val="400"/>
                  </a:spcBef>
                  <a:spcAft>
                    <a:spcPts val="400"/>
                  </a:spcAft>
                </a:pPr>
                <a:r>
                  <a:rPr lang="en-US" sz="1050" b="1" cap="all">
                    <a:solidFill>
                      <a:schemeClr val="bg1"/>
                    </a:solidFill>
                  </a:rPr>
                  <a:t>TEXT FORMATTING</a:t>
                </a:r>
              </a:p>
              <a:p>
                <a:pPr>
                  <a:lnSpc>
                    <a:spcPct val="80000"/>
                  </a:lnSpc>
                  <a:spcBef>
                    <a:spcPts val="400"/>
                  </a:spcBef>
                  <a:spcAft>
                    <a:spcPts val="400"/>
                  </a:spcAft>
                </a:pPr>
                <a:r>
                  <a:rPr lang="en-US" sz="1050" b="0">
                    <a:solidFill>
                      <a:schemeClr val="bg1"/>
                    </a:solidFill>
                  </a:rPr>
                  <a:t>Be sure to use the indent tool to format the text correctly!</a:t>
                </a:r>
              </a:p>
              <a:p>
                <a:pPr>
                  <a:lnSpc>
                    <a:spcPct val="80000"/>
                  </a:lnSpc>
                  <a:spcBef>
                    <a:spcPts val="400"/>
                  </a:spcBef>
                  <a:spcAft>
                    <a:spcPts val="400"/>
                  </a:spcAft>
                </a:pPr>
                <a:br>
                  <a:rPr lang="en-US" sz="1050" b="0">
                    <a:solidFill>
                      <a:schemeClr val="bg1"/>
                    </a:solidFill>
                  </a:rPr>
                </a:br>
                <a:r>
                  <a:rPr lang="en-US" sz="1050" b="1">
                    <a:solidFill>
                      <a:schemeClr val="bg1"/>
                    </a:solidFill>
                  </a:rPr>
                  <a:t>&gt; right click on text</a:t>
                </a:r>
                <a:br>
                  <a:rPr lang="en-US" sz="1050" b="1">
                    <a:solidFill>
                      <a:schemeClr val="bg1"/>
                    </a:solidFill>
                  </a:rPr>
                </a:br>
                <a:r>
                  <a:rPr lang="en-US" sz="1050" b="1">
                    <a:solidFill>
                      <a:schemeClr val="bg1"/>
                    </a:solidFill>
                  </a:rPr>
                  <a:t>&gt; In-/ Decrease list level</a:t>
                </a:r>
              </a:p>
              <a:p>
                <a:pPr>
                  <a:lnSpc>
                    <a:spcPct val="80000"/>
                  </a:lnSpc>
                  <a:spcBef>
                    <a:spcPts val="400"/>
                  </a:spcBef>
                  <a:spcAft>
                    <a:spcPts val="400"/>
                  </a:spcAft>
                </a:pPr>
                <a:endParaRPr lang="en-US" sz="1050" b="1">
                  <a:solidFill>
                    <a:schemeClr val="bg1"/>
                  </a:solidFill>
                </a:endParaRPr>
              </a:p>
              <a:p>
                <a:pPr>
                  <a:lnSpc>
                    <a:spcPct val="80000"/>
                  </a:lnSpc>
                  <a:spcBef>
                    <a:spcPts val="400"/>
                  </a:spcBef>
                  <a:spcAft>
                    <a:spcPts val="400"/>
                  </a:spcAft>
                </a:pPr>
                <a:endParaRPr lang="en-US" sz="1050" b="1" cap="all" baseline="0">
                  <a:solidFill>
                    <a:schemeClr val="bg1"/>
                  </a:solidFill>
                </a:endParaRPr>
              </a:p>
            </p:txBody>
          </p:sp>
        </p:grpSp>
        <p:pic>
          <p:nvPicPr>
            <p:cNvPr id="17" name="info">
              <a:extLst>
                <a:ext uri="{FF2B5EF4-FFF2-40B4-BE49-F238E27FC236}">
                  <a16:creationId xmlns:a16="http://schemas.microsoft.com/office/drawing/2014/main" id="{3433C16B-25BD-9E31-6E91-9565822F4B63}"/>
                </a:ext>
              </a:extLst>
            </p:cNvPr>
            <p:cNvPicPr>
              <a:picLocks noChangeAspect="1"/>
            </p:cNvPicPr>
            <p:nvPr userDrawn="1"/>
          </p:nvPicPr>
          <p:blipFill>
            <a:blip r:embed="rId3"/>
            <a:stretch>
              <a:fillRect/>
            </a:stretch>
          </p:blipFill>
          <p:spPr>
            <a:xfrm>
              <a:off x="12421945" y="4021488"/>
              <a:ext cx="485775" cy="238125"/>
            </a:xfrm>
            <a:prstGeom prst="rect">
              <a:avLst/>
            </a:prstGeom>
          </p:spPr>
        </p:pic>
      </p:grpSp>
      <p:sp>
        <p:nvSpPr>
          <p:cNvPr id="2" name="MIO_Placeholder_Mapping" hidden="1">
            <a:extLst>
              <a:ext uri="{FF2B5EF4-FFF2-40B4-BE49-F238E27FC236}">
                <a16:creationId xmlns:a16="http://schemas.microsoft.com/office/drawing/2014/main" id="{0BF95D51-72BD-0B69-B933-57C80BD7CC63}"/>
              </a:ext>
            </a:extLst>
          </p:cNvPr>
          <p:cNvSpPr/>
          <p:nvPr userDrawn="1">
            <p:custDataLst>
              <p:tags r:id="rId1"/>
            </p:custDataLst>
          </p:nvPr>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3608701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335">
          <p15:clr>
            <a:srgbClr val="FBAE40"/>
          </p15:clr>
        </p15:guide>
        <p15:guide id="2" pos="2610">
          <p15:clr>
            <a:srgbClr val="FBAE40"/>
          </p15:clr>
        </p15:guide>
        <p15:guide id="3" pos="1515">
          <p15:clr>
            <a:srgbClr val="FBAE40"/>
          </p15:clr>
        </p15:guide>
        <p15:guide id="4" pos="5573">
          <p15:clr>
            <a:srgbClr val="FBAE40"/>
          </p15:clr>
        </p15:guide>
        <p15:guide id="5" orient="horz" pos="1412">
          <p15:clr>
            <a:srgbClr val="FBAE40"/>
          </p15:clr>
        </p15:guide>
        <p15:guide id="6" orient="horz" pos="1502">
          <p15:clr>
            <a:srgbClr val="FBAE40"/>
          </p15:clr>
        </p15:guide>
        <p15:guide id="8" orient="horz" pos="3152">
          <p15:clr>
            <a:srgbClr val="FBAE40"/>
          </p15:clr>
        </p15:guide>
        <p15:guide id="9" orient="horz" pos="3657">
          <p15:clr>
            <a:srgbClr val="FBAE40"/>
          </p15:clr>
        </p15:guide>
        <p15:guide id="10" pos="506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ARK Contact">
    <p:bg>
      <p:bgRef idx="1001">
        <a:schemeClr val="bg1"/>
      </p:bgRef>
    </p:bg>
    <p:spTree>
      <p:nvGrpSpPr>
        <p:cNvPr id="1" name=""/>
        <p:cNvGrpSpPr/>
        <p:nvPr/>
      </p:nvGrpSpPr>
      <p:grpSpPr>
        <a:xfrm>
          <a:off x="0" y="0"/>
          <a:ext cx="0" cy="0"/>
          <a:chOff x="0" y="0"/>
          <a:chExt cx="0" cy="0"/>
        </a:xfrm>
      </p:grpSpPr>
      <p:pic>
        <p:nvPicPr>
          <p:cNvPr id="13" name="background dreso">
            <a:extLst>
              <a:ext uri="{FF2B5EF4-FFF2-40B4-BE49-F238E27FC236}">
                <a16:creationId xmlns:a16="http://schemas.microsoft.com/office/drawing/2014/main" id="{BF52AEDF-E490-C011-D7E1-6ABAA2DA1702}"/>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white">
          <a:xfrm>
            <a:off x="0" y="0"/>
            <a:ext cx="12191999" cy="6858000"/>
          </a:xfrm>
          <a:prstGeom prst="rect">
            <a:avLst/>
          </a:prstGeom>
        </p:spPr>
      </p:pic>
      <p:sp>
        <p:nvSpPr>
          <p:cNvPr id="11" name="title">
            <a:extLst>
              <a:ext uri="{FF2B5EF4-FFF2-40B4-BE49-F238E27FC236}">
                <a16:creationId xmlns:a16="http://schemas.microsoft.com/office/drawing/2014/main" id="{AE3371D5-6E96-E138-870B-F81C1956A932}"/>
              </a:ext>
            </a:extLst>
          </p:cNvPr>
          <p:cNvSpPr>
            <a:spLocks noGrp="1"/>
          </p:cNvSpPr>
          <p:nvPr>
            <p:ph type="title"/>
          </p:nvPr>
        </p:nvSpPr>
        <p:spPr bwMode="black">
          <a:xfrm>
            <a:off x="525600" y="673200"/>
            <a:ext cx="11138400" cy="288000"/>
          </a:xfrm>
        </p:spPr>
        <p:txBody>
          <a:bodyPr lIns="0" tIns="0" rIns="0" bIns="0"/>
          <a:lstStyle>
            <a:lvl1pPr>
              <a:defRPr>
                <a:solidFill>
                  <a:schemeClr val="tx1"/>
                </a:solidFill>
              </a:defRPr>
            </a:lvl1pPr>
          </a:lstStyle>
          <a:p>
            <a:r>
              <a:rPr lang="de-DE"/>
              <a:t>Mastertitelformat bearbeiten</a:t>
            </a:r>
            <a:endParaRPr lang="en-US"/>
          </a:p>
        </p:txBody>
      </p:sp>
      <p:sp>
        <p:nvSpPr>
          <p:cNvPr id="107" name="text white">
            <a:extLst>
              <a:ext uri="{FF2B5EF4-FFF2-40B4-BE49-F238E27FC236}">
                <a16:creationId xmlns:a16="http://schemas.microsoft.com/office/drawing/2014/main" id="{47699D00-C79A-4282-B7BC-E3A69CC7BE83}"/>
              </a:ext>
            </a:extLst>
          </p:cNvPr>
          <p:cNvSpPr>
            <a:spLocks noGrp="1"/>
          </p:cNvSpPr>
          <p:nvPr>
            <p:ph type="body" sz="quarter" idx="15"/>
          </p:nvPr>
        </p:nvSpPr>
        <p:spPr bwMode="invGray">
          <a:xfrm>
            <a:off x="2407367" y="2384874"/>
            <a:ext cx="6437107" cy="3420000"/>
          </a:xfrm>
          <a:noFill/>
        </p:spPr>
        <p:txBody>
          <a:bodyPr lIns="1872000" tIns="216000" rIns="216000" bIns="216000"/>
          <a:lstStyle>
            <a:lvl1pPr>
              <a:spcBef>
                <a:spcPts val="0"/>
              </a:spcBef>
              <a:defRPr>
                <a:solidFill>
                  <a:schemeClr val="tx1"/>
                </a:solidFill>
              </a:defRPr>
            </a:lvl1pPr>
            <a:lvl2pPr marL="0" indent="0">
              <a:spcBef>
                <a:spcPts val="0"/>
              </a:spcBef>
              <a:buNone/>
              <a:defRPr sz="1600" b="1" cap="all" baseline="0">
                <a:solidFill>
                  <a:schemeClr val="accent3"/>
                </a:solidFill>
              </a:defRPr>
            </a:lvl2pPr>
            <a:lvl3pPr marL="0" indent="0">
              <a:spcBef>
                <a:spcPts val="0"/>
              </a:spcBef>
              <a:buNone/>
              <a:defRPr b="1">
                <a:solidFill>
                  <a:schemeClr val="tx1"/>
                </a:solidFill>
              </a:defRPr>
            </a:lvl3pPr>
            <a:lvl4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a:solidFill>
                  <a:schemeClr val="accent3"/>
                </a:solidFill>
              </a:defRPr>
            </a:lvl4pPr>
            <a:lvl5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sz="1600" b="1" cap="all" baseline="0">
                <a:solidFill>
                  <a:schemeClr val="tx1"/>
                </a:solidFill>
              </a:defRPr>
            </a:lvl5pPr>
            <a:lvl6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sz="1600" b="0" cap="all" baseline="0">
                <a:solidFill>
                  <a:schemeClr val="accent3"/>
                </a:solidFill>
              </a:defRPr>
            </a:lvl6pPr>
            <a:lvl7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sz="1600" b="0">
                <a:solidFill>
                  <a:schemeClr val="tx1"/>
                </a:solidFill>
              </a:defRPr>
            </a:lvl7pPr>
            <a:lvl8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sz="1000" cap="none" baseline="0">
                <a:solidFill>
                  <a:schemeClr val="tx1"/>
                </a:solidFill>
              </a:defRPr>
            </a:lvl8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1" name="picture of employee">
            <a:extLst>
              <a:ext uri="{FF2B5EF4-FFF2-40B4-BE49-F238E27FC236}">
                <a16:creationId xmlns:a16="http://schemas.microsoft.com/office/drawing/2014/main" id="{9F42FF48-CA95-4892-8051-0BA83451993B}"/>
              </a:ext>
            </a:extLst>
          </p:cNvPr>
          <p:cNvSpPr>
            <a:spLocks noGrp="1" noChangeAspect="1"/>
          </p:cNvSpPr>
          <p:nvPr>
            <p:ph type="pic" sz="quarter" idx="16"/>
          </p:nvPr>
        </p:nvSpPr>
        <p:spPr bwMode="gray">
          <a:xfrm>
            <a:off x="2120401" y="2242800"/>
            <a:ext cx="2020634" cy="2834136"/>
          </a:xfrm>
          <a:pattFill prst="ltUpDiag">
            <a:fgClr>
              <a:srgbClr val="F2F2F2"/>
            </a:fgClr>
            <a:bgClr>
              <a:schemeClr val="tx1"/>
            </a:bgClr>
          </a:pattFill>
        </p:spPr>
        <p:txBody>
          <a:bodyPr/>
          <a:lstStyle>
            <a:lvl1pPr>
              <a:defRPr>
                <a:solidFill>
                  <a:schemeClr val="bg1"/>
                </a:solidFill>
              </a:defRPr>
            </a:lvl1pPr>
          </a:lstStyle>
          <a:p>
            <a:r>
              <a:rPr lang="de-DE"/>
              <a:t>Bild durch Klicken auf Symbol hinzufügen</a:t>
            </a:r>
          </a:p>
        </p:txBody>
      </p:sp>
      <p:sp>
        <p:nvSpPr>
          <p:cNvPr id="8" name="QR Code of employee">
            <a:extLst>
              <a:ext uri="{FF2B5EF4-FFF2-40B4-BE49-F238E27FC236}">
                <a16:creationId xmlns:a16="http://schemas.microsoft.com/office/drawing/2014/main" id="{5ED38861-B1E7-E0FD-675D-92863F0A45B2}"/>
              </a:ext>
            </a:extLst>
          </p:cNvPr>
          <p:cNvSpPr>
            <a:spLocks noGrp="1" noChangeAspect="1"/>
          </p:cNvSpPr>
          <p:nvPr>
            <p:ph type="pic" sz="quarter" idx="17" hasCustomPrompt="1"/>
          </p:nvPr>
        </p:nvSpPr>
        <p:spPr>
          <a:xfrm>
            <a:off x="8043873" y="5004273"/>
            <a:ext cx="701202" cy="701202"/>
          </a:xfrm>
          <a:noFill/>
        </p:spPr>
        <p:txBody>
          <a:bodyPr vert="horz" lIns="0" tIns="0" rIns="0" bIns="0" rtlCol="0" anchor="t">
            <a:noAutofit/>
          </a:bodyPr>
          <a:lstStyle>
            <a:lvl1pPr algn="ctr">
              <a:defRPr lang="de-DE"/>
            </a:lvl1pPr>
          </a:lstStyle>
          <a:p>
            <a:pPr lvl="0"/>
            <a:r>
              <a:rPr lang="de-DE"/>
              <a:t>QR Code</a:t>
            </a:r>
          </a:p>
        </p:txBody>
      </p:sp>
      <p:sp>
        <p:nvSpPr>
          <p:cNvPr id="4" name="slidenumber">
            <a:extLst>
              <a:ext uri="{FF2B5EF4-FFF2-40B4-BE49-F238E27FC236}">
                <a16:creationId xmlns:a16="http://schemas.microsoft.com/office/drawing/2014/main" id="{1AA4052D-B0BB-27D0-37C7-3DA29147DB35}"/>
              </a:ext>
            </a:extLst>
          </p:cNvPr>
          <p:cNvSpPr>
            <a:spLocks noGrp="1"/>
          </p:cNvSpPr>
          <p:nvPr>
            <p:ph type="sldNum" sz="quarter" idx="19"/>
          </p:nvPr>
        </p:nvSpPr>
        <p:spPr bwMode="black"/>
        <p:txBody>
          <a:bodyPr/>
          <a:lstStyle>
            <a:lvl1pPr>
              <a:defRPr>
                <a:solidFill>
                  <a:schemeClr val="tx1"/>
                </a:solidFill>
              </a:defRPr>
            </a:lvl1pPr>
          </a:lstStyle>
          <a:p>
            <a:fld id="{9829449A-3FF3-45CE-9F4F-09BADC0910C6}" type="slidenum">
              <a:rPr lang="de-DE"/>
              <a:pPr/>
              <a:t>‹Nr.›</a:t>
            </a:fld>
            <a:endParaRPr lang="de-DE"/>
          </a:p>
        </p:txBody>
      </p:sp>
      <p:sp>
        <p:nvSpPr>
          <p:cNvPr id="3" name="footer">
            <a:extLst>
              <a:ext uri="{FF2B5EF4-FFF2-40B4-BE49-F238E27FC236}">
                <a16:creationId xmlns:a16="http://schemas.microsoft.com/office/drawing/2014/main" id="{14DE6047-576D-21E9-2BD8-F4D786703DFC}"/>
              </a:ext>
            </a:extLst>
          </p:cNvPr>
          <p:cNvSpPr>
            <a:spLocks noGrp="1"/>
          </p:cNvSpPr>
          <p:nvPr>
            <p:ph type="ftr" sz="quarter" idx="18"/>
          </p:nvPr>
        </p:nvSpPr>
        <p:spPr bwMode="black"/>
        <p:txBody>
          <a:bodyPr/>
          <a:lstStyle>
            <a:lvl1pPr>
              <a:defRPr>
                <a:solidFill>
                  <a:schemeClr val="tx1"/>
                </a:solidFill>
              </a:defRPr>
            </a:lvl1pPr>
          </a:lstStyle>
          <a:p>
            <a:r>
              <a:rPr lang="de-DE"/>
              <a:t>SNB - TGA - 28.08.2026</a:t>
            </a:r>
          </a:p>
        </p:txBody>
      </p:sp>
      <p:grpSp>
        <p:nvGrpSpPr>
          <p:cNvPr id="16" name="logo drees&amp;sommer white">
            <a:extLst>
              <a:ext uri="{FF2B5EF4-FFF2-40B4-BE49-F238E27FC236}">
                <a16:creationId xmlns:a16="http://schemas.microsoft.com/office/drawing/2014/main" id="{EDD19127-7AC7-467D-BC92-12FDA9963723}"/>
              </a:ext>
              <a:ext uri="{C183D7F6-B498-43B3-948B-1728B52AA6E4}">
                <adec:decorative xmlns:adec="http://schemas.microsoft.com/office/drawing/2017/decorative" val="1"/>
              </a:ext>
            </a:extLst>
          </p:cNvPr>
          <p:cNvGrpSpPr>
            <a:grpSpLocks noChangeAspect="1"/>
          </p:cNvGrpSpPr>
          <p:nvPr userDrawn="1"/>
        </p:nvGrpSpPr>
        <p:grpSpPr bwMode="black">
          <a:xfrm>
            <a:off x="10716797" y="6331911"/>
            <a:ext cx="948154" cy="286131"/>
            <a:chOff x="95247" y="1619247"/>
            <a:chExt cx="12004075" cy="3622552"/>
          </a:xfrm>
          <a:solidFill>
            <a:schemeClr val="tx1"/>
          </a:solidFill>
        </p:grpSpPr>
        <p:sp>
          <p:nvSpPr>
            <p:cNvPr id="17" name="d">
              <a:extLst>
                <a:ext uri="{FF2B5EF4-FFF2-40B4-BE49-F238E27FC236}">
                  <a16:creationId xmlns:a16="http://schemas.microsoft.com/office/drawing/2014/main" id="{DFA513B6-DB90-D03E-5612-393B53C2BD5E}"/>
                </a:ext>
              </a:extLst>
            </p:cNvPr>
            <p:cNvSpPr/>
            <p:nvPr/>
          </p:nvSpPr>
          <p:spPr bwMode="black">
            <a:xfrm>
              <a:off x="146585" y="1619247"/>
              <a:ext cx="1890145" cy="1555528"/>
            </a:xfrm>
            <a:custGeom>
              <a:avLst/>
              <a:gdLst>
                <a:gd name="connsiteX0" fmla="*/ 361760 w 1890141"/>
                <a:gd name="connsiteY0" fmla="*/ 1263206 h 1555527"/>
                <a:gd name="connsiteX1" fmla="*/ 361760 w 1890141"/>
                <a:gd name="connsiteY1" fmla="*/ 277368 h 1555527"/>
                <a:gd name="connsiteX2" fmla="*/ 1003840 w 1890141"/>
                <a:gd name="connsiteY2" fmla="*/ 277368 h 1555527"/>
                <a:gd name="connsiteX3" fmla="*/ 1516380 w 1890141"/>
                <a:gd name="connsiteY3" fmla="*/ 762762 h 1555527"/>
                <a:gd name="connsiteX4" fmla="*/ 828961 w 1890141"/>
                <a:gd name="connsiteY4" fmla="*/ 1263206 h 1555527"/>
                <a:gd name="connsiteX5" fmla="*/ 361760 w 1890141"/>
                <a:gd name="connsiteY5" fmla="*/ 1263206 h 1555527"/>
                <a:gd name="connsiteX6" fmla="*/ 0 w 1890141"/>
                <a:gd name="connsiteY6" fmla="*/ 1555528 h 1555527"/>
                <a:gd name="connsiteX7" fmla="*/ 907447 w 1890141"/>
                <a:gd name="connsiteY7" fmla="*/ 1555528 h 1555527"/>
                <a:gd name="connsiteX8" fmla="*/ 1546574 w 1890141"/>
                <a:gd name="connsiteY8" fmla="*/ 1435037 h 1555527"/>
                <a:gd name="connsiteX9" fmla="*/ 1890141 w 1890141"/>
                <a:gd name="connsiteY9" fmla="*/ 768763 h 1555527"/>
                <a:gd name="connsiteX10" fmla="*/ 1000792 w 1890141"/>
                <a:gd name="connsiteY10" fmla="*/ 0 h 1555527"/>
                <a:gd name="connsiteX11" fmla="*/ 0 w 1890141"/>
                <a:gd name="connsiteY11" fmla="*/ 0 h 1555527"/>
                <a:gd name="connsiteX12" fmla="*/ 0 w 1890141"/>
                <a:gd name="connsiteY12" fmla="*/ 1555528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0141" h="1555527">
                  <a:moveTo>
                    <a:pt x="361760" y="1263206"/>
                  </a:moveTo>
                  <a:lnTo>
                    <a:pt x="361760" y="277368"/>
                  </a:lnTo>
                  <a:lnTo>
                    <a:pt x="1003840" y="277368"/>
                  </a:lnTo>
                  <a:cubicBezTo>
                    <a:pt x="1344549" y="277368"/>
                    <a:pt x="1516380" y="446246"/>
                    <a:pt x="1516380" y="762762"/>
                  </a:cubicBezTo>
                  <a:cubicBezTo>
                    <a:pt x="1516380" y="1148620"/>
                    <a:pt x="1287209" y="1263206"/>
                    <a:pt x="828961" y="1263206"/>
                  </a:cubicBezTo>
                  <a:lnTo>
                    <a:pt x="361760" y="1263206"/>
                  </a:lnTo>
                  <a:close/>
                  <a:moveTo>
                    <a:pt x="0" y="1555528"/>
                  </a:moveTo>
                  <a:lnTo>
                    <a:pt x="907447" y="1555528"/>
                  </a:lnTo>
                  <a:cubicBezTo>
                    <a:pt x="1184624" y="1555528"/>
                    <a:pt x="1395698" y="1528382"/>
                    <a:pt x="1546574" y="1435037"/>
                  </a:cubicBezTo>
                  <a:cubicBezTo>
                    <a:pt x="1763649" y="1302353"/>
                    <a:pt x="1890141" y="1061180"/>
                    <a:pt x="1890141" y="768763"/>
                  </a:cubicBezTo>
                  <a:cubicBezTo>
                    <a:pt x="1890141" y="286417"/>
                    <a:pt x="1582769" y="0"/>
                    <a:pt x="1000792" y="0"/>
                  </a:cubicBezTo>
                  <a:lnTo>
                    <a:pt x="0" y="0"/>
                  </a:lnTo>
                  <a:lnTo>
                    <a:pt x="0" y="1555528"/>
                  </a:lnTo>
                  <a:close/>
                </a:path>
              </a:pathLst>
            </a:custGeom>
            <a:grpFill/>
            <a:ln w="9525" cap="flat">
              <a:noFill/>
              <a:prstDash val="solid"/>
              <a:miter/>
            </a:ln>
          </p:spPr>
          <p:txBody>
            <a:bodyPr lIns="0" tIns="0" rIns="0" bIns="0" rtlCol="0" anchor="ctr"/>
            <a:lstStyle/>
            <a:p>
              <a:endParaRPr lang="de-DE" sz="100"/>
            </a:p>
          </p:txBody>
        </p:sp>
        <p:sp>
          <p:nvSpPr>
            <p:cNvPr id="21" name="r">
              <a:extLst>
                <a:ext uri="{FF2B5EF4-FFF2-40B4-BE49-F238E27FC236}">
                  <a16:creationId xmlns:a16="http://schemas.microsoft.com/office/drawing/2014/main" id="{4BF95138-D7EB-1BA5-740D-76E7C1EB2691}"/>
                </a:ext>
              </a:extLst>
            </p:cNvPr>
            <p:cNvSpPr/>
            <p:nvPr/>
          </p:nvSpPr>
          <p:spPr bwMode="black">
            <a:xfrm>
              <a:off x="2405150" y="1899664"/>
              <a:ext cx="1579811" cy="1275112"/>
            </a:xfrm>
            <a:custGeom>
              <a:avLst/>
              <a:gdLst>
                <a:gd name="connsiteX0" fmla="*/ 1015937 w 1579816"/>
                <a:gd name="connsiteY0" fmla="*/ 220028 h 1275111"/>
                <a:gd name="connsiteX1" fmla="*/ 1157668 w 1579816"/>
                <a:gd name="connsiteY1" fmla="*/ 322517 h 1275111"/>
                <a:gd name="connsiteX2" fmla="*/ 1157668 w 1579816"/>
                <a:gd name="connsiteY2" fmla="*/ 470249 h 1275111"/>
                <a:gd name="connsiteX3" fmla="*/ 1015937 w 1579816"/>
                <a:gd name="connsiteY3" fmla="*/ 572738 h 1275111"/>
                <a:gd name="connsiteX4" fmla="*/ 307467 w 1579816"/>
                <a:gd name="connsiteY4" fmla="*/ 572738 h 1275111"/>
                <a:gd name="connsiteX5" fmla="*/ 307467 w 1579816"/>
                <a:gd name="connsiteY5" fmla="*/ 220028 h 1275111"/>
                <a:gd name="connsiteX6" fmla="*/ 1015937 w 1579816"/>
                <a:gd name="connsiteY6" fmla="*/ 220028 h 1275111"/>
                <a:gd name="connsiteX7" fmla="*/ 0 w 1579816"/>
                <a:gd name="connsiteY7" fmla="*/ 1275112 h 1275111"/>
                <a:gd name="connsiteX8" fmla="*/ 307562 w 1579816"/>
                <a:gd name="connsiteY8" fmla="*/ 1275112 h 1275111"/>
                <a:gd name="connsiteX9" fmla="*/ 307562 w 1579816"/>
                <a:gd name="connsiteY9" fmla="*/ 792671 h 1275111"/>
                <a:gd name="connsiteX10" fmla="*/ 599980 w 1579816"/>
                <a:gd name="connsiteY10" fmla="*/ 792671 h 1275111"/>
                <a:gd name="connsiteX11" fmla="*/ 1133570 w 1579816"/>
                <a:gd name="connsiteY11" fmla="*/ 1275112 h 1275111"/>
                <a:gd name="connsiteX12" fmla="*/ 1579817 w 1579816"/>
                <a:gd name="connsiteY12" fmla="*/ 1275112 h 1275111"/>
                <a:gd name="connsiteX13" fmla="*/ 973741 w 1579816"/>
                <a:gd name="connsiteY13" fmla="*/ 792671 h 1275111"/>
                <a:gd name="connsiteX14" fmla="*/ 1148620 w 1579816"/>
                <a:gd name="connsiteY14" fmla="*/ 792671 h 1275111"/>
                <a:gd name="connsiteX15" fmla="*/ 1447133 w 1579816"/>
                <a:gd name="connsiteY15" fmla="*/ 548640 h 1275111"/>
                <a:gd name="connsiteX16" fmla="*/ 1447133 w 1579816"/>
                <a:gd name="connsiteY16" fmla="*/ 247174 h 1275111"/>
                <a:gd name="connsiteX17" fmla="*/ 1148620 w 1579816"/>
                <a:gd name="connsiteY17" fmla="*/ 0 h 1275111"/>
                <a:gd name="connsiteX18" fmla="*/ 0 w 1579816"/>
                <a:gd name="connsiteY18" fmla="*/ 0 h 1275111"/>
                <a:gd name="connsiteX19" fmla="*/ 0 w 1579816"/>
                <a:gd name="connsiteY19" fmla="*/ 1275112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79816" h="1275111">
                  <a:moveTo>
                    <a:pt x="1015937" y="220028"/>
                  </a:moveTo>
                  <a:cubicBezTo>
                    <a:pt x="1109282" y="220028"/>
                    <a:pt x="1157668" y="238220"/>
                    <a:pt x="1157668" y="322517"/>
                  </a:cubicBezTo>
                  <a:lnTo>
                    <a:pt x="1157668" y="470249"/>
                  </a:lnTo>
                  <a:cubicBezTo>
                    <a:pt x="1157668" y="554736"/>
                    <a:pt x="1109282" y="572738"/>
                    <a:pt x="1015937" y="572738"/>
                  </a:cubicBezTo>
                  <a:lnTo>
                    <a:pt x="307467" y="572738"/>
                  </a:lnTo>
                  <a:lnTo>
                    <a:pt x="307467" y="220028"/>
                  </a:lnTo>
                  <a:lnTo>
                    <a:pt x="1015937" y="220028"/>
                  </a:lnTo>
                  <a:close/>
                  <a:moveTo>
                    <a:pt x="0" y="1275112"/>
                  </a:moveTo>
                  <a:lnTo>
                    <a:pt x="307562" y="1275112"/>
                  </a:lnTo>
                  <a:lnTo>
                    <a:pt x="307562" y="792671"/>
                  </a:lnTo>
                  <a:lnTo>
                    <a:pt x="599980" y="792671"/>
                  </a:lnTo>
                  <a:lnTo>
                    <a:pt x="1133570" y="1275112"/>
                  </a:lnTo>
                  <a:lnTo>
                    <a:pt x="1579817" y="1275112"/>
                  </a:lnTo>
                  <a:lnTo>
                    <a:pt x="973741" y="792671"/>
                  </a:lnTo>
                  <a:lnTo>
                    <a:pt x="1148620" y="792671"/>
                  </a:lnTo>
                  <a:cubicBezTo>
                    <a:pt x="1353693" y="792671"/>
                    <a:pt x="1447133" y="723329"/>
                    <a:pt x="1447133" y="548640"/>
                  </a:cubicBezTo>
                  <a:lnTo>
                    <a:pt x="1447133" y="247174"/>
                  </a:lnTo>
                  <a:cubicBezTo>
                    <a:pt x="1447133" y="69342"/>
                    <a:pt x="1353598" y="0"/>
                    <a:pt x="1148620" y="0"/>
                  </a:cubicBezTo>
                  <a:lnTo>
                    <a:pt x="0" y="0"/>
                  </a:lnTo>
                  <a:lnTo>
                    <a:pt x="0" y="1275112"/>
                  </a:lnTo>
                  <a:close/>
                </a:path>
              </a:pathLst>
            </a:custGeom>
            <a:grpFill/>
            <a:ln w="9525" cap="flat">
              <a:noFill/>
              <a:prstDash val="solid"/>
              <a:miter/>
            </a:ln>
          </p:spPr>
          <p:txBody>
            <a:bodyPr lIns="0" tIns="0" rIns="0" bIns="0" rtlCol="0" anchor="ctr"/>
            <a:lstStyle/>
            <a:p>
              <a:endParaRPr lang="de-DE" sz="100"/>
            </a:p>
          </p:txBody>
        </p:sp>
        <p:sp>
          <p:nvSpPr>
            <p:cNvPr id="22" name="e">
              <a:extLst>
                <a:ext uri="{FF2B5EF4-FFF2-40B4-BE49-F238E27FC236}">
                  <a16:creationId xmlns:a16="http://schemas.microsoft.com/office/drawing/2014/main" id="{998E9737-C31E-6CF9-84C2-AB1D94040BCC}"/>
                </a:ext>
              </a:extLst>
            </p:cNvPr>
            <p:cNvSpPr/>
            <p:nvPr/>
          </p:nvSpPr>
          <p:spPr bwMode="black">
            <a:xfrm>
              <a:off x="4279102" y="1899664"/>
              <a:ext cx="1383701" cy="1275112"/>
            </a:xfrm>
            <a:custGeom>
              <a:avLst/>
              <a:gdLst>
                <a:gd name="connsiteX0" fmla="*/ 0 w 1383696"/>
                <a:gd name="connsiteY0" fmla="*/ 1275112 h 1275111"/>
                <a:gd name="connsiteX1" fmla="*/ 1383697 w 1383696"/>
                <a:gd name="connsiteY1" fmla="*/ 1275112 h 1275111"/>
                <a:gd name="connsiteX2" fmla="*/ 1383697 w 1383696"/>
                <a:gd name="connsiteY2" fmla="*/ 1036987 h 1275111"/>
                <a:gd name="connsiteX3" fmla="*/ 313563 w 1383696"/>
                <a:gd name="connsiteY3" fmla="*/ 1036987 h 1275111"/>
                <a:gd name="connsiteX4" fmla="*/ 313563 w 1383696"/>
                <a:gd name="connsiteY4" fmla="*/ 723424 h 1275111"/>
                <a:gd name="connsiteX5" fmla="*/ 928497 w 1383696"/>
                <a:gd name="connsiteY5" fmla="*/ 723424 h 1275111"/>
                <a:gd name="connsiteX6" fmla="*/ 928497 w 1383696"/>
                <a:gd name="connsiteY6" fmla="*/ 503396 h 1275111"/>
                <a:gd name="connsiteX7" fmla="*/ 313563 w 1383696"/>
                <a:gd name="connsiteY7" fmla="*/ 503396 h 1275111"/>
                <a:gd name="connsiteX8" fmla="*/ 313563 w 1383696"/>
                <a:gd name="connsiteY8" fmla="*/ 226028 h 1275111"/>
                <a:gd name="connsiteX9" fmla="*/ 1368743 w 1383696"/>
                <a:gd name="connsiteY9" fmla="*/ 226028 h 1275111"/>
                <a:gd name="connsiteX10" fmla="*/ 1368743 w 1383696"/>
                <a:gd name="connsiteY10" fmla="*/ 0 h 1275111"/>
                <a:gd name="connsiteX11" fmla="*/ 0 w 1383696"/>
                <a:gd name="connsiteY11" fmla="*/ 0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3696" h="1275111">
                  <a:moveTo>
                    <a:pt x="0" y="1275112"/>
                  </a:moveTo>
                  <a:lnTo>
                    <a:pt x="1383697" y="1275112"/>
                  </a:lnTo>
                  <a:lnTo>
                    <a:pt x="1383697" y="1036987"/>
                  </a:lnTo>
                  <a:lnTo>
                    <a:pt x="313563" y="1036987"/>
                  </a:lnTo>
                  <a:lnTo>
                    <a:pt x="313563" y="723424"/>
                  </a:lnTo>
                  <a:lnTo>
                    <a:pt x="928497" y="723424"/>
                  </a:lnTo>
                  <a:lnTo>
                    <a:pt x="928497" y="503396"/>
                  </a:lnTo>
                  <a:lnTo>
                    <a:pt x="313563" y="503396"/>
                  </a:lnTo>
                  <a:lnTo>
                    <a:pt x="313563" y="226028"/>
                  </a:lnTo>
                  <a:lnTo>
                    <a:pt x="1368743" y="226028"/>
                  </a:lnTo>
                  <a:lnTo>
                    <a:pt x="1368743" y="0"/>
                  </a:lnTo>
                  <a:lnTo>
                    <a:pt x="0" y="0"/>
                  </a:lnTo>
                  <a:close/>
                </a:path>
              </a:pathLst>
            </a:custGeom>
            <a:grpFill/>
            <a:ln w="9525" cap="flat">
              <a:noFill/>
              <a:prstDash val="solid"/>
              <a:miter/>
            </a:ln>
          </p:spPr>
          <p:txBody>
            <a:bodyPr lIns="0" tIns="0" rIns="0" bIns="0" rtlCol="0" anchor="ctr"/>
            <a:lstStyle/>
            <a:p>
              <a:endParaRPr lang="de-DE" sz="100"/>
            </a:p>
          </p:txBody>
        </p:sp>
        <p:sp>
          <p:nvSpPr>
            <p:cNvPr id="23" name="e">
              <a:extLst>
                <a:ext uri="{FF2B5EF4-FFF2-40B4-BE49-F238E27FC236}">
                  <a16:creationId xmlns:a16="http://schemas.microsoft.com/office/drawing/2014/main" id="{811AA561-9D0D-07CD-7426-C1E53A33C23F}"/>
                </a:ext>
              </a:extLst>
            </p:cNvPr>
            <p:cNvSpPr/>
            <p:nvPr/>
          </p:nvSpPr>
          <p:spPr bwMode="black">
            <a:xfrm>
              <a:off x="6022562" y="1899664"/>
              <a:ext cx="1383701" cy="1275112"/>
            </a:xfrm>
            <a:custGeom>
              <a:avLst/>
              <a:gdLst>
                <a:gd name="connsiteX0" fmla="*/ 0 w 1383696"/>
                <a:gd name="connsiteY0" fmla="*/ 1275112 h 1275111"/>
                <a:gd name="connsiteX1" fmla="*/ 1383697 w 1383696"/>
                <a:gd name="connsiteY1" fmla="*/ 1275112 h 1275111"/>
                <a:gd name="connsiteX2" fmla="*/ 1383697 w 1383696"/>
                <a:gd name="connsiteY2" fmla="*/ 1036987 h 1275111"/>
                <a:gd name="connsiteX3" fmla="*/ 313563 w 1383696"/>
                <a:gd name="connsiteY3" fmla="*/ 1036987 h 1275111"/>
                <a:gd name="connsiteX4" fmla="*/ 313563 w 1383696"/>
                <a:gd name="connsiteY4" fmla="*/ 723424 h 1275111"/>
                <a:gd name="connsiteX5" fmla="*/ 928497 w 1383696"/>
                <a:gd name="connsiteY5" fmla="*/ 723424 h 1275111"/>
                <a:gd name="connsiteX6" fmla="*/ 928497 w 1383696"/>
                <a:gd name="connsiteY6" fmla="*/ 503396 h 1275111"/>
                <a:gd name="connsiteX7" fmla="*/ 313563 w 1383696"/>
                <a:gd name="connsiteY7" fmla="*/ 503396 h 1275111"/>
                <a:gd name="connsiteX8" fmla="*/ 313563 w 1383696"/>
                <a:gd name="connsiteY8" fmla="*/ 226028 h 1275111"/>
                <a:gd name="connsiteX9" fmla="*/ 1368743 w 1383696"/>
                <a:gd name="connsiteY9" fmla="*/ 226028 h 1275111"/>
                <a:gd name="connsiteX10" fmla="*/ 1368743 w 1383696"/>
                <a:gd name="connsiteY10" fmla="*/ 0 h 1275111"/>
                <a:gd name="connsiteX11" fmla="*/ 0 w 1383696"/>
                <a:gd name="connsiteY11" fmla="*/ 0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3696" h="1275111">
                  <a:moveTo>
                    <a:pt x="0" y="1275112"/>
                  </a:moveTo>
                  <a:lnTo>
                    <a:pt x="1383697" y="1275112"/>
                  </a:lnTo>
                  <a:lnTo>
                    <a:pt x="1383697" y="1036987"/>
                  </a:lnTo>
                  <a:lnTo>
                    <a:pt x="313563" y="1036987"/>
                  </a:lnTo>
                  <a:lnTo>
                    <a:pt x="313563" y="723424"/>
                  </a:lnTo>
                  <a:lnTo>
                    <a:pt x="928497" y="723424"/>
                  </a:lnTo>
                  <a:lnTo>
                    <a:pt x="928497" y="503396"/>
                  </a:lnTo>
                  <a:lnTo>
                    <a:pt x="313563" y="503396"/>
                  </a:lnTo>
                  <a:lnTo>
                    <a:pt x="313563" y="226028"/>
                  </a:lnTo>
                  <a:lnTo>
                    <a:pt x="1368743" y="226028"/>
                  </a:lnTo>
                  <a:lnTo>
                    <a:pt x="1368743" y="0"/>
                  </a:lnTo>
                  <a:lnTo>
                    <a:pt x="0" y="0"/>
                  </a:lnTo>
                  <a:close/>
                </a:path>
              </a:pathLst>
            </a:custGeom>
            <a:grpFill/>
            <a:ln w="9525" cap="flat">
              <a:noFill/>
              <a:prstDash val="solid"/>
              <a:miter/>
            </a:ln>
          </p:spPr>
          <p:txBody>
            <a:bodyPr lIns="0" tIns="0" rIns="0" bIns="0" rtlCol="0" anchor="ctr"/>
            <a:lstStyle/>
            <a:p>
              <a:endParaRPr lang="de-DE" sz="100"/>
            </a:p>
          </p:txBody>
        </p:sp>
        <p:sp>
          <p:nvSpPr>
            <p:cNvPr id="27" name="s">
              <a:extLst>
                <a:ext uri="{FF2B5EF4-FFF2-40B4-BE49-F238E27FC236}">
                  <a16:creationId xmlns:a16="http://schemas.microsoft.com/office/drawing/2014/main" id="{4366016C-DBC5-EBC2-C03D-7B01A865EFBC}"/>
                </a:ext>
              </a:extLst>
            </p:cNvPr>
            <p:cNvSpPr/>
            <p:nvPr/>
          </p:nvSpPr>
          <p:spPr bwMode="black">
            <a:xfrm>
              <a:off x="7714204" y="1899664"/>
              <a:ext cx="1495239" cy="1275213"/>
            </a:xfrm>
            <a:custGeom>
              <a:avLst/>
              <a:gdLst>
                <a:gd name="connsiteX0" fmla="*/ 1211770 w 1495234"/>
                <a:gd name="connsiteY0" fmla="*/ 229076 h 1275207"/>
                <a:gd name="connsiteX1" fmla="*/ 1211770 w 1495234"/>
                <a:gd name="connsiteY1" fmla="*/ 348234 h 1275207"/>
                <a:gd name="connsiteX2" fmla="*/ 1479995 w 1495234"/>
                <a:gd name="connsiteY2" fmla="*/ 291084 h 1275207"/>
                <a:gd name="connsiteX3" fmla="*/ 1479995 w 1495234"/>
                <a:gd name="connsiteY3" fmla="*/ 277368 h 1275207"/>
                <a:gd name="connsiteX4" fmla="*/ 1145477 w 1495234"/>
                <a:gd name="connsiteY4" fmla="*/ 0 h 1275207"/>
                <a:gd name="connsiteX5" fmla="*/ 388905 w 1495234"/>
                <a:gd name="connsiteY5" fmla="*/ 0 h 1275207"/>
                <a:gd name="connsiteX6" fmla="*/ 54197 w 1495234"/>
                <a:gd name="connsiteY6" fmla="*/ 301561 h 1275207"/>
                <a:gd name="connsiteX7" fmla="*/ 54197 w 1495234"/>
                <a:gd name="connsiteY7" fmla="*/ 443294 h 1275207"/>
                <a:gd name="connsiteX8" fmla="*/ 388905 w 1495234"/>
                <a:gd name="connsiteY8" fmla="*/ 744665 h 1275207"/>
                <a:gd name="connsiteX9" fmla="*/ 1214818 w 1495234"/>
                <a:gd name="connsiteY9" fmla="*/ 744665 h 1275207"/>
                <a:gd name="connsiteX10" fmla="*/ 1214818 w 1495234"/>
                <a:gd name="connsiteY10" fmla="*/ 1037177 h 1275207"/>
                <a:gd name="connsiteX11" fmla="*/ 277177 w 1495234"/>
                <a:gd name="connsiteY11" fmla="*/ 1037177 h 1275207"/>
                <a:gd name="connsiteX12" fmla="*/ 277177 w 1495234"/>
                <a:gd name="connsiteY12" fmla="*/ 902875 h 1275207"/>
                <a:gd name="connsiteX13" fmla="*/ 0 w 1495234"/>
                <a:gd name="connsiteY13" fmla="*/ 954214 h 1275207"/>
                <a:gd name="connsiteX14" fmla="*/ 0 w 1495234"/>
                <a:gd name="connsiteY14" fmla="*/ 973836 h 1275207"/>
                <a:gd name="connsiteX15" fmla="*/ 334518 w 1495234"/>
                <a:gd name="connsiteY15" fmla="*/ 1275207 h 1275207"/>
                <a:gd name="connsiteX16" fmla="*/ 1163669 w 1495234"/>
                <a:gd name="connsiteY16" fmla="*/ 1275207 h 1275207"/>
                <a:gd name="connsiteX17" fmla="*/ 1495234 w 1495234"/>
                <a:gd name="connsiteY17" fmla="*/ 973836 h 1275207"/>
                <a:gd name="connsiteX18" fmla="*/ 1495234 w 1495234"/>
                <a:gd name="connsiteY18" fmla="*/ 798957 h 1275207"/>
                <a:gd name="connsiteX19" fmla="*/ 1163669 w 1495234"/>
                <a:gd name="connsiteY19" fmla="*/ 497586 h 1275207"/>
                <a:gd name="connsiteX20" fmla="*/ 334518 w 1495234"/>
                <a:gd name="connsiteY20" fmla="*/ 497586 h 1275207"/>
                <a:gd name="connsiteX21" fmla="*/ 334518 w 1495234"/>
                <a:gd name="connsiteY21" fmla="*/ 229076 h 1275207"/>
                <a:gd name="connsiteX22" fmla="*/ 1211770 w 1495234"/>
                <a:gd name="connsiteY22" fmla="*/ 229076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95234" h="1275207">
                  <a:moveTo>
                    <a:pt x="1211770" y="229076"/>
                  </a:moveTo>
                  <a:lnTo>
                    <a:pt x="1211770" y="348234"/>
                  </a:lnTo>
                  <a:lnTo>
                    <a:pt x="1479995" y="291084"/>
                  </a:lnTo>
                  <a:lnTo>
                    <a:pt x="1479995" y="277368"/>
                  </a:lnTo>
                  <a:cubicBezTo>
                    <a:pt x="1479995" y="54388"/>
                    <a:pt x="1380649" y="0"/>
                    <a:pt x="1145477" y="0"/>
                  </a:cubicBezTo>
                  <a:lnTo>
                    <a:pt x="388905" y="0"/>
                  </a:lnTo>
                  <a:cubicBezTo>
                    <a:pt x="138684" y="0"/>
                    <a:pt x="54197" y="60388"/>
                    <a:pt x="54197" y="301561"/>
                  </a:cubicBezTo>
                  <a:lnTo>
                    <a:pt x="54197" y="443294"/>
                  </a:lnTo>
                  <a:cubicBezTo>
                    <a:pt x="54197" y="684467"/>
                    <a:pt x="138684" y="744665"/>
                    <a:pt x="388905" y="744665"/>
                  </a:cubicBezTo>
                  <a:lnTo>
                    <a:pt x="1214818" y="744665"/>
                  </a:lnTo>
                  <a:lnTo>
                    <a:pt x="1214818" y="1037177"/>
                  </a:lnTo>
                  <a:lnTo>
                    <a:pt x="277177" y="1037177"/>
                  </a:lnTo>
                  <a:lnTo>
                    <a:pt x="277177" y="902875"/>
                  </a:lnTo>
                  <a:lnTo>
                    <a:pt x="0" y="954214"/>
                  </a:lnTo>
                  <a:lnTo>
                    <a:pt x="0" y="973836"/>
                  </a:lnTo>
                  <a:cubicBezTo>
                    <a:pt x="0" y="1212056"/>
                    <a:pt x="81343" y="1275207"/>
                    <a:pt x="334518" y="1275207"/>
                  </a:cubicBezTo>
                  <a:lnTo>
                    <a:pt x="1163669" y="1275207"/>
                  </a:lnTo>
                  <a:cubicBezTo>
                    <a:pt x="1416844" y="1275207"/>
                    <a:pt x="1495234" y="1212056"/>
                    <a:pt x="1495234" y="973836"/>
                  </a:cubicBezTo>
                  <a:lnTo>
                    <a:pt x="1495234" y="798957"/>
                  </a:lnTo>
                  <a:cubicBezTo>
                    <a:pt x="1495234" y="557784"/>
                    <a:pt x="1416939" y="497586"/>
                    <a:pt x="1163669" y="497586"/>
                  </a:cubicBezTo>
                  <a:lnTo>
                    <a:pt x="334518" y="497586"/>
                  </a:lnTo>
                  <a:lnTo>
                    <a:pt x="334518" y="229076"/>
                  </a:lnTo>
                  <a:lnTo>
                    <a:pt x="1211770" y="229076"/>
                  </a:lnTo>
                  <a:close/>
                </a:path>
              </a:pathLst>
            </a:custGeom>
            <a:grpFill/>
            <a:ln w="9525" cap="flat">
              <a:noFill/>
              <a:prstDash val="solid"/>
              <a:miter/>
            </a:ln>
          </p:spPr>
          <p:txBody>
            <a:bodyPr lIns="0" tIns="0" rIns="0" bIns="0" rtlCol="0" anchor="ctr"/>
            <a:lstStyle/>
            <a:p>
              <a:endParaRPr lang="de-DE" sz="100"/>
            </a:p>
          </p:txBody>
        </p:sp>
        <p:sp>
          <p:nvSpPr>
            <p:cNvPr id="28" name="&amp;">
              <a:extLst>
                <a:ext uri="{FF2B5EF4-FFF2-40B4-BE49-F238E27FC236}">
                  <a16:creationId xmlns:a16="http://schemas.microsoft.com/office/drawing/2014/main" id="{688C12EC-1D93-D4D0-CCC8-5C0122870A46}"/>
                </a:ext>
              </a:extLst>
            </p:cNvPr>
            <p:cNvSpPr/>
            <p:nvPr/>
          </p:nvSpPr>
          <p:spPr bwMode="black">
            <a:xfrm>
              <a:off x="9995063" y="1619247"/>
              <a:ext cx="2104259" cy="1555528"/>
            </a:xfrm>
            <a:custGeom>
              <a:avLst/>
              <a:gdLst>
                <a:gd name="connsiteX0" fmla="*/ 304514 w 2104263"/>
                <a:gd name="connsiteY0" fmla="*/ 1284161 h 1555527"/>
                <a:gd name="connsiteX1" fmla="*/ 304514 w 2104263"/>
                <a:gd name="connsiteY1" fmla="*/ 1018985 h 1555527"/>
                <a:gd name="connsiteX2" fmla="*/ 702373 w 2104263"/>
                <a:gd name="connsiteY2" fmla="*/ 771811 h 1555527"/>
                <a:gd name="connsiteX3" fmla="*/ 1169575 w 2104263"/>
                <a:gd name="connsiteY3" fmla="*/ 1160717 h 1555527"/>
                <a:gd name="connsiteX4" fmla="*/ 1024890 w 2104263"/>
                <a:gd name="connsiteY4" fmla="*/ 1284256 h 1555527"/>
                <a:gd name="connsiteX5" fmla="*/ 304514 w 2104263"/>
                <a:gd name="connsiteY5" fmla="*/ 1284256 h 1555527"/>
                <a:gd name="connsiteX6" fmla="*/ 388811 w 2104263"/>
                <a:gd name="connsiteY6" fmla="*/ 1555528 h 1555527"/>
                <a:gd name="connsiteX7" fmla="*/ 943547 w 2104263"/>
                <a:gd name="connsiteY7" fmla="*/ 1555528 h 1555527"/>
                <a:gd name="connsiteX8" fmla="*/ 1235964 w 2104263"/>
                <a:gd name="connsiteY8" fmla="*/ 1461992 h 1555527"/>
                <a:gd name="connsiteX9" fmla="*/ 1374649 w 2104263"/>
                <a:gd name="connsiteY9" fmla="*/ 1338453 h 1555527"/>
                <a:gd name="connsiteX10" fmla="*/ 1630870 w 2104263"/>
                <a:gd name="connsiteY10" fmla="*/ 1555528 h 1555527"/>
                <a:gd name="connsiteX11" fmla="*/ 2104264 w 2104263"/>
                <a:gd name="connsiteY11" fmla="*/ 1555528 h 1555527"/>
                <a:gd name="connsiteX12" fmla="*/ 1612869 w 2104263"/>
                <a:gd name="connsiteY12" fmla="*/ 1142429 h 1555527"/>
                <a:gd name="connsiteX13" fmla="*/ 1971580 w 2104263"/>
                <a:gd name="connsiteY13" fmla="*/ 844106 h 1555527"/>
                <a:gd name="connsiteX14" fmla="*/ 1766507 w 2104263"/>
                <a:gd name="connsiteY14" fmla="*/ 666274 h 1555527"/>
                <a:gd name="connsiteX15" fmla="*/ 1404747 w 2104263"/>
                <a:gd name="connsiteY15" fmla="*/ 967645 h 1555527"/>
                <a:gd name="connsiteX16" fmla="*/ 672180 w 2104263"/>
                <a:gd name="connsiteY16" fmla="*/ 358712 h 1555527"/>
                <a:gd name="connsiteX17" fmla="*/ 672180 w 2104263"/>
                <a:gd name="connsiteY17" fmla="*/ 247174 h 1555527"/>
                <a:gd name="connsiteX18" fmla="*/ 1181767 w 2104263"/>
                <a:gd name="connsiteY18" fmla="*/ 247174 h 1555527"/>
                <a:gd name="connsiteX19" fmla="*/ 1181767 w 2104263"/>
                <a:gd name="connsiteY19" fmla="*/ 455295 h 1555527"/>
                <a:gd name="connsiteX20" fmla="*/ 1461992 w 2104263"/>
                <a:gd name="connsiteY20" fmla="*/ 407099 h 1555527"/>
                <a:gd name="connsiteX21" fmla="*/ 1461992 w 2104263"/>
                <a:gd name="connsiteY21" fmla="*/ 313563 h 1555527"/>
                <a:gd name="connsiteX22" fmla="*/ 1076134 w 2104263"/>
                <a:gd name="connsiteY22" fmla="*/ 0 h 1555527"/>
                <a:gd name="connsiteX23" fmla="*/ 762763 w 2104263"/>
                <a:gd name="connsiteY23" fmla="*/ 0 h 1555527"/>
                <a:gd name="connsiteX24" fmla="*/ 376905 w 2104263"/>
                <a:gd name="connsiteY24" fmla="*/ 283369 h 1555527"/>
                <a:gd name="connsiteX25" fmla="*/ 376905 w 2104263"/>
                <a:gd name="connsiteY25" fmla="*/ 370713 h 1555527"/>
                <a:gd name="connsiteX26" fmla="*/ 509588 w 2104263"/>
                <a:gd name="connsiteY26" fmla="*/ 605885 h 1555527"/>
                <a:gd name="connsiteX27" fmla="*/ 192881 w 2104263"/>
                <a:gd name="connsiteY27" fmla="*/ 795909 h 1555527"/>
                <a:gd name="connsiteX28" fmla="*/ 0 w 2104263"/>
                <a:gd name="connsiteY28" fmla="*/ 1085279 h 1555527"/>
                <a:gd name="connsiteX29" fmla="*/ 0 w 2104263"/>
                <a:gd name="connsiteY29" fmla="*/ 1187768 h 1555527"/>
                <a:gd name="connsiteX30" fmla="*/ 388811 w 2104263"/>
                <a:gd name="connsiteY30" fmla="*/ 1555528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04263" h="1555527">
                  <a:moveTo>
                    <a:pt x="304514" y="1284161"/>
                  </a:moveTo>
                  <a:lnTo>
                    <a:pt x="304514" y="1018985"/>
                  </a:lnTo>
                  <a:lnTo>
                    <a:pt x="702373" y="771811"/>
                  </a:lnTo>
                  <a:lnTo>
                    <a:pt x="1169575" y="1160717"/>
                  </a:lnTo>
                  <a:lnTo>
                    <a:pt x="1024890" y="1284256"/>
                  </a:lnTo>
                  <a:lnTo>
                    <a:pt x="304514" y="1284256"/>
                  </a:lnTo>
                  <a:close/>
                  <a:moveTo>
                    <a:pt x="388811" y="1555528"/>
                  </a:moveTo>
                  <a:lnTo>
                    <a:pt x="943547" y="1555528"/>
                  </a:lnTo>
                  <a:cubicBezTo>
                    <a:pt x="1073087" y="1555528"/>
                    <a:pt x="1136428" y="1549527"/>
                    <a:pt x="1235964" y="1461992"/>
                  </a:cubicBezTo>
                  <a:lnTo>
                    <a:pt x="1374649" y="1338453"/>
                  </a:lnTo>
                  <a:lnTo>
                    <a:pt x="1630870" y="1555528"/>
                  </a:lnTo>
                  <a:lnTo>
                    <a:pt x="2104264" y="1555528"/>
                  </a:lnTo>
                  <a:lnTo>
                    <a:pt x="1612869" y="1142429"/>
                  </a:lnTo>
                  <a:lnTo>
                    <a:pt x="1971580" y="844106"/>
                  </a:lnTo>
                  <a:lnTo>
                    <a:pt x="1766507" y="666274"/>
                  </a:lnTo>
                  <a:lnTo>
                    <a:pt x="1404747" y="967645"/>
                  </a:lnTo>
                  <a:lnTo>
                    <a:pt x="672180" y="358712"/>
                  </a:lnTo>
                  <a:lnTo>
                    <a:pt x="672180" y="247174"/>
                  </a:lnTo>
                  <a:lnTo>
                    <a:pt x="1181767" y="247174"/>
                  </a:lnTo>
                  <a:lnTo>
                    <a:pt x="1181767" y="455295"/>
                  </a:lnTo>
                  <a:lnTo>
                    <a:pt x="1461992" y="407099"/>
                  </a:lnTo>
                  <a:lnTo>
                    <a:pt x="1461992" y="313563"/>
                  </a:lnTo>
                  <a:cubicBezTo>
                    <a:pt x="1461992" y="60389"/>
                    <a:pt x="1356456" y="0"/>
                    <a:pt x="1076134" y="0"/>
                  </a:cubicBezTo>
                  <a:lnTo>
                    <a:pt x="762763" y="0"/>
                  </a:lnTo>
                  <a:cubicBezTo>
                    <a:pt x="497395" y="0"/>
                    <a:pt x="376905" y="60389"/>
                    <a:pt x="376905" y="283369"/>
                  </a:cubicBezTo>
                  <a:lnTo>
                    <a:pt x="376905" y="370713"/>
                  </a:lnTo>
                  <a:cubicBezTo>
                    <a:pt x="376905" y="461200"/>
                    <a:pt x="419100" y="530543"/>
                    <a:pt x="509588" y="605885"/>
                  </a:cubicBezTo>
                  <a:lnTo>
                    <a:pt x="192881" y="795909"/>
                  </a:lnTo>
                  <a:cubicBezTo>
                    <a:pt x="57341" y="877253"/>
                    <a:pt x="0" y="925449"/>
                    <a:pt x="0" y="1085279"/>
                  </a:cubicBezTo>
                  <a:lnTo>
                    <a:pt x="0" y="1187768"/>
                  </a:lnTo>
                  <a:cubicBezTo>
                    <a:pt x="0" y="1480185"/>
                    <a:pt x="96488" y="1555528"/>
                    <a:pt x="388811" y="1555528"/>
                  </a:cubicBezTo>
                </a:path>
              </a:pathLst>
            </a:custGeom>
            <a:grpFill/>
            <a:ln w="9525" cap="flat">
              <a:noFill/>
              <a:prstDash val="solid"/>
              <a:miter/>
            </a:ln>
          </p:spPr>
          <p:txBody>
            <a:bodyPr lIns="0" tIns="0" rIns="0" bIns="0" rtlCol="0" anchor="ctr"/>
            <a:lstStyle/>
            <a:p>
              <a:endParaRPr lang="de-DE" sz="100"/>
            </a:p>
          </p:txBody>
        </p:sp>
        <p:sp>
          <p:nvSpPr>
            <p:cNvPr id="29" name="s">
              <a:extLst>
                <a:ext uri="{FF2B5EF4-FFF2-40B4-BE49-F238E27FC236}">
                  <a16:creationId xmlns:a16="http://schemas.microsoft.com/office/drawing/2014/main" id="{086FE4AA-691F-D21D-5A21-8AF42D5C8187}"/>
                </a:ext>
              </a:extLst>
            </p:cNvPr>
            <p:cNvSpPr/>
            <p:nvPr/>
          </p:nvSpPr>
          <p:spPr bwMode="black">
            <a:xfrm>
              <a:off x="95247" y="3686081"/>
              <a:ext cx="1739650" cy="1555528"/>
            </a:xfrm>
            <a:custGeom>
              <a:avLst/>
              <a:gdLst>
                <a:gd name="connsiteX0" fmla="*/ 1398842 w 1739645"/>
                <a:gd name="connsiteY0" fmla="*/ 271367 h 1555527"/>
                <a:gd name="connsiteX1" fmla="*/ 1398842 w 1739645"/>
                <a:gd name="connsiteY1" fmla="*/ 439865 h 1555527"/>
                <a:gd name="connsiteX2" fmla="*/ 1718405 w 1739645"/>
                <a:gd name="connsiteY2" fmla="*/ 364522 h 1555527"/>
                <a:gd name="connsiteX3" fmla="*/ 1718405 w 1739645"/>
                <a:gd name="connsiteY3" fmla="*/ 340709 h 1555527"/>
                <a:gd name="connsiteX4" fmla="*/ 1332548 w 1739645"/>
                <a:gd name="connsiteY4" fmla="*/ 0 h 1555527"/>
                <a:gd name="connsiteX5" fmla="*/ 449199 w 1739645"/>
                <a:gd name="connsiteY5" fmla="*/ 0 h 1555527"/>
                <a:gd name="connsiteX6" fmla="*/ 63341 w 1739645"/>
                <a:gd name="connsiteY6" fmla="*/ 367855 h 1555527"/>
                <a:gd name="connsiteX7" fmla="*/ 63341 w 1739645"/>
                <a:gd name="connsiteY7" fmla="*/ 539496 h 1555527"/>
                <a:gd name="connsiteX8" fmla="*/ 449199 w 1739645"/>
                <a:gd name="connsiteY8" fmla="*/ 907351 h 1555527"/>
                <a:gd name="connsiteX9" fmla="*/ 1419987 w 1739645"/>
                <a:gd name="connsiteY9" fmla="*/ 907351 h 1555527"/>
                <a:gd name="connsiteX10" fmla="*/ 1419987 w 1739645"/>
                <a:gd name="connsiteY10" fmla="*/ 1263110 h 1555527"/>
                <a:gd name="connsiteX11" fmla="*/ 319754 w 1739645"/>
                <a:gd name="connsiteY11" fmla="*/ 1263110 h 1555527"/>
                <a:gd name="connsiteX12" fmla="*/ 319754 w 1739645"/>
                <a:gd name="connsiteY12" fmla="*/ 1095661 h 1555527"/>
                <a:gd name="connsiteX13" fmla="*/ 0 w 1739645"/>
                <a:gd name="connsiteY13" fmla="*/ 1162050 h 1555527"/>
                <a:gd name="connsiteX14" fmla="*/ 0 w 1739645"/>
                <a:gd name="connsiteY14" fmla="*/ 1187768 h 1555527"/>
                <a:gd name="connsiteX15" fmla="*/ 388906 w 1739645"/>
                <a:gd name="connsiteY15" fmla="*/ 1555528 h 1555527"/>
                <a:gd name="connsiteX16" fmla="*/ 1350740 w 1739645"/>
                <a:gd name="connsiteY16" fmla="*/ 1555528 h 1555527"/>
                <a:gd name="connsiteX17" fmla="*/ 1739646 w 1739645"/>
                <a:gd name="connsiteY17" fmla="*/ 1187768 h 1555527"/>
                <a:gd name="connsiteX18" fmla="*/ 1739646 w 1739645"/>
                <a:gd name="connsiteY18" fmla="*/ 973741 h 1555527"/>
                <a:gd name="connsiteX19" fmla="*/ 1350740 w 1739645"/>
                <a:gd name="connsiteY19" fmla="*/ 605885 h 1555527"/>
                <a:gd name="connsiteX20" fmla="*/ 379857 w 1739645"/>
                <a:gd name="connsiteY20" fmla="*/ 605885 h 1555527"/>
                <a:gd name="connsiteX21" fmla="*/ 379857 w 1739645"/>
                <a:gd name="connsiteY21" fmla="*/ 271367 h 1555527"/>
                <a:gd name="connsiteX22" fmla="*/ 1398842 w 1739645"/>
                <a:gd name="connsiteY22" fmla="*/ 271367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39645" h="1555527">
                  <a:moveTo>
                    <a:pt x="1398842" y="271367"/>
                  </a:moveTo>
                  <a:lnTo>
                    <a:pt x="1398842" y="439865"/>
                  </a:lnTo>
                  <a:lnTo>
                    <a:pt x="1718405" y="364522"/>
                  </a:lnTo>
                  <a:lnTo>
                    <a:pt x="1718405" y="340709"/>
                  </a:lnTo>
                  <a:cubicBezTo>
                    <a:pt x="1718405" y="72295"/>
                    <a:pt x="1609916" y="0"/>
                    <a:pt x="1332548" y="0"/>
                  </a:cubicBezTo>
                  <a:lnTo>
                    <a:pt x="449199" y="0"/>
                  </a:lnTo>
                  <a:cubicBezTo>
                    <a:pt x="156781" y="0"/>
                    <a:pt x="63341" y="75343"/>
                    <a:pt x="63341" y="367855"/>
                  </a:cubicBezTo>
                  <a:lnTo>
                    <a:pt x="63341" y="539496"/>
                  </a:lnTo>
                  <a:cubicBezTo>
                    <a:pt x="63341" y="832009"/>
                    <a:pt x="156877" y="907351"/>
                    <a:pt x="449199" y="907351"/>
                  </a:cubicBezTo>
                  <a:lnTo>
                    <a:pt x="1419987" y="907351"/>
                  </a:lnTo>
                  <a:lnTo>
                    <a:pt x="1419987" y="1263110"/>
                  </a:lnTo>
                  <a:lnTo>
                    <a:pt x="319754" y="1263110"/>
                  </a:lnTo>
                  <a:lnTo>
                    <a:pt x="319754" y="1095661"/>
                  </a:lnTo>
                  <a:lnTo>
                    <a:pt x="0" y="1162050"/>
                  </a:lnTo>
                  <a:lnTo>
                    <a:pt x="0" y="1187768"/>
                  </a:lnTo>
                  <a:cubicBezTo>
                    <a:pt x="0" y="1480185"/>
                    <a:pt x="96488" y="1555528"/>
                    <a:pt x="388906" y="1555528"/>
                  </a:cubicBezTo>
                  <a:lnTo>
                    <a:pt x="1350740" y="1555528"/>
                  </a:lnTo>
                  <a:cubicBezTo>
                    <a:pt x="1643158" y="1555528"/>
                    <a:pt x="1739646" y="1480185"/>
                    <a:pt x="1739646" y="1187768"/>
                  </a:cubicBezTo>
                  <a:lnTo>
                    <a:pt x="1739646" y="973741"/>
                  </a:lnTo>
                  <a:cubicBezTo>
                    <a:pt x="1739646" y="681228"/>
                    <a:pt x="1643158" y="605885"/>
                    <a:pt x="1350740" y="605885"/>
                  </a:cubicBezTo>
                  <a:lnTo>
                    <a:pt x="379857" y="605885"/>
                  </a:lnTo>
                  <a:lnTo>
                    <a:pt x="379857" y="271367"/>
                  </a:lnTo>
                  <a:lnTo>
                    <a:pt x="1398842" y="271367"/>
                  </a:lnTo>
                  <a:close/>
                </a:path>
              </a:pathLst>
            </a:custGeom>
            <a:grpFill/>
            <a:ln w="9525" cap="flat">
              <a:noFill/>
              <a:prstDash val="solid"/>
              <a:miter/>
            </a:ln>
          </p:spPr>
          <p:txBody>
            <a:bodyPr lIns="0" tIns="0" rIns="0" bIns="0" rtlCol="0" anchor="ctr"/>
            <a:lstStyle/>
            <a:p>
              <a:endParaRPr lang="de-DE" sz="100"/>
            </a:p>
          </p:txBody>
        </p:sp>
        <p:sp>
          <p:nvSpPr>
            <p:cNvPr id="30" name="o">
              <a:extLst>
                <a:ext uri="{FF2B5EF4-FFF2-40B4-BE49-F238E27FC236}">
                  <a16:creationId xmlns:a16="http://schemas.microsoft.com/office/drawing/2014/main" id="{52CDC464-7827-8167-8293-087186986D08}"/>
                </a:ext>
              </a:extLst>
            </p:cNvPr>
            <p:cNvSpPr/>
            <p:nvPr/>
          </p:nvSpPr>
          <p:spPr bwMode="black">
            <a:xfrm>
              <a:off x="2206937" y="3966587"/>
              <a:ext cx="1682019" cy="1275212"/>
            </a:xfrm>
            <a:custGeom>
              <a:avLst/>
              <a:gdLst>
                <a:gd name="connsiteX0" fmla="*/ 326041 w 1682019"/>
                <a:gd name="connsiteY0" fmla="*/ 234982 h 1275207"/>
                <a:gd name="connsiteX1" fmla="*/ 1374648 w 1682019"/>
                <a:gd name="connsiteY1" fmla="*/ 234982 h 1275207"/>
                <a:gd name="connsiteX2" fmla="*/ 1374648 w 1682019"/>
                <a:gd name="connsiteY2" fmla="*/ 1030891 h 1275207"/>
                <a:gd name="connsiteX3" fmla="*/ 326041 w 1682019"/>
                <a:gd name="connsiteY3" fmla="*/ 1030891 h 1275207"/>
                <a:gd name="connsiteX4" fmla="*/ 326041 w 1682019"/>
                <a:gd name="connsiteY4" fmla="*/ 234982 h 1275207"/>
                <a:gd name="connsiteX5" fmla="*/ 0 w 1682019"/>
                <a:gd name="connsiteY5" fmla="*/ 301371 h 1275207"/>
                <a:gd name="connsiteX6" fmla="*/ 0 w 1682019"/>
                <a:gd name="connsiteY6" fmla="*/ 973646 h 1275207"/>
                <a:gd name="connsiteX7" fmla="*/ 338233 w 1682019"/>
                <a:gd name="connsiteY7" fmla="*/ 1275207 h 1275207"/>
                <a:gd name="connsiteX8" fmla="*/ 1343787 w 1682019"/>
                <a:gd name="connsiteY8" fmla="*/ 1275207 h 1275207"/>
                <a:gd name="connsiteX9" fmla="*/ 1682020 w 1682019"/>
                <a:gd name="connsiteY9" fmla="*/ 973646 h 1275207"/>
                <a:gd name="connsiteX10" fmla="*/ 1682020 w 1682019"/>
                <a:gd name="connsiteY10" fmla="*/ 301371 h 1275207"/>
                <a:gd name="connsiteX11" fmla="*/ 1343787 w 1682019"/>
                <a:gd name="connsiteY11" fmla="*/ 0 h 1275207"/>
                <a:gd name="connsiteX12" fmla="*/ 338233 w 1682019"/>
                <a:gd name="connsiteY12" fmla="*/ 0 h 1275207"/>
                <a:gd name="connsiteX13" fmla="*/ 0 w 1682019"/>
                <a:gd name="connsiteY13" fmla="*/ 301371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2019" h="1275207">
                  <a:moveTo>
                    <a:pt x="326041" y="234982"/>
                  </a:moveTo>
                  <a:lnTo>
                    <a:pt x="1374648" y="234982"/>
                  </a:lnTo>
                  <a:lnTo>
                    <a:pt x="1374648" y="1030891"/>
                  </a:lnTo>
                  <a:lnTo>
                    <a:pt x="326041" y="1030891"/>
                  </a:lnTo>
                  <a:lnTo>
                    <a:pt x="326041" y="234982"/>
                  </a:lnTo>
                  <a:close/>
                  <a:moveTo>
                    <a:pt x="0" y="301371"/>
                  </a:moveTo>
                  <a:lnTo>
                    <a:pt x="0" y="973646"/>
                  </a:lnTo>
                  <a:cubicBezTo>
                    <a:pt x="0" y="1214819"/>
                    <a:pt x="79915" y="1275207"/>
                    <a:pt x="338233" y="1275207"/>
                  </a:cubicBezTo>
                  <a:lnTo>
                    <a:pt x="1343787" y="1275207"/>
                  </a:lnTo>
                  <a:cubicBezTo>
                    <a:pt x="1598962" y="1275207"/>
                    <a:pt x="1682020" y="1214819"/>
                    <a:pt x="1682020" y="973646"/>
                  </a:cubicBezTo>
                  <a:lnTo>
                    <a:pt x="1682020" y="301371"/>
                  </a:lnTo>
                  <a:cubicBezTo>
                    <a:pt x="1682020" y="57150"/>
                    <a:pt x="1598867" y="0"/>
                    <a:pt x="1343787" y="0"/>
                  </a:cubicBezTo>
                  <a:lnTo>
                    <a:pt x="338233" y="0"/>
                  </a:lnTo>
                  <a:cubicBezTo>
                    <a:pt x="83153" y="0"/>
                    <a:pt x="0" y="57150"/>
                    <a:pt x="0" y="301371"/>
                  </a:cubicBezTo>
                </a:path>
              </a:pathLst>
            </a:custGeom>
            <a:grpFill/>
            <a:ln w="9525" cap="flat">
              <a:noFill/>
              <a:prstDash val="solid"/>
              <a:miter/>
            </a:ln>
          </p:spPr>
          <p:txBody>
            <a:bodyPr lIns="0" tIns="0" rIns="0" bIns="0" rtlCol="0" anchor="ctr"/>
            <a:lstStyle/>
            <a:p>
              <a:endParaRPr lang="de-DE" sz="100"/>
            </a:p>
          </p:txBody>
        </p:sp>
        <p:sp>
          <p:nvSpPr>
            <p:cNvPr id="31" name="m">
              <a:extLst>
                <a:ext uri="{FF2B5EF4-FFF2-40B4-BE49-F238E27FC236}">
                  <a16:creationId xmlns:a16="http://schemas.microsoft.com/office/drawing/2014/main" id="{23F73BF1-738A-1192-FAD0-778BD5139760}"/>
                </a:ext>
              </a:extLst>
            </p:cNvPr>
            <p:cNvSpPr/>
            <p:nvPr/>
          </p:nvSpPr>
          <p:spPr bwMode="black">
            <a:xfrm>
              <a:off x="4290154" y="3966498"/>
              <a:ext cx="1815752" cy="1275212"/>
            </a:xfrm>
            <a:custGeom>
              <a:avLst/>
              <a:gdLst>
                <a:gd name="connsiteX0" fmla="*/ 1560576 w 1815750"/>
                <a:gd name="connsiteY0" fmla="*/ 0 h 1275207"/>
                <a:gd name="connsiteX1" fmla="*/ 927163 w 1815750"/>
                <a:gd name="connsiteY1" fmla="*/ 756571 h 1275207"/>
                <a:gd name="connsiteX2" fmla="*/ 290703 w 1815750"/>
                <a:gd name="connsiteY2" fmla="*/ 0 h 1275207"/>
                <a:gd name="connsiteX3" fmla="*/ 0 w 1815750"/>
                <a:gd name="connsiteY3" fmla="*/ 0 h 1275207"/>
                <a:gd name="connsiteX4" fmla="*/ 0 w 1815750"/>
                <a:gd name="connsiteY4" fmla="*/ 1275207 h 1275207"/>
                <a:gd name="connsiteX5" fmla="*/ 290703 w 1815750"/>
                <a:gd name="connsiteY5" fmla="*/ 1275207 h 1275207"/>
                <a:gd name="connsiteX6" fmla="*/ 290703 w 1815750"/>
                <a:gd name="connsiteY6" fmla="*/ 419100 h 1275207"/>
                <a:gd name="connsiteX7" fmla="*/ 877919 w 1815750"/>
                <a:gd name="connsiteY7" fmla="*/ 1121474 h 1275207"/>
                <a:gd name="connsiteX8" fmla="*/ 939356 w 1815750"/>
                <a:gd name="connsiteY8" fmla="*/ 1121474 h 1275207"/>
                <a:gd name="connsiteX9" fmla="*/ 1520571 w 1815750"/>
                <a:gd name="connsiteY9" fmla="*/ 397859 h 1275207"/>
                <a:gd name="connsiteX10" fmla="*/ 1520571 w 1815750"/>
                <a:gd name="connsiteY10" fmla="*/ 1275207 h 1275207"/>
                <a:gd name="connsiteX11" fmla="*/ 1815751 w 1815750"/>
                <a:gd name="connsiteY11" fmla="*/ 1275207 h 1275207"/>
                <a:gd name="connsiteX12" fmla="*/ 1815751 w 1815750"/>
                <a:gd name="connsiteY12"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5750" h="1275207">
                  <a:moveTo>
                    <a:pt x="1560576" y="0"/>
                  </a:moveTo>
                  <a:lnTo>
                    <a:pt x="927163" y="756571"/>
                  </a:lnTo>
                  <a:lnTo>
                    <a:pt x="290703" y="0"/>
                  </a:lnTo>
                  <a:lnTo>
                    <a:pt x="0" y="0"/>
                  </a:lnTo>
                  <a:lnTo>
                    <a:pt x="0" y="1275207"/>
                  </a:lnTo>
                  <a:lnTo>
                    <a:pt x="290703" y="1275207"/>
                  </a:lnTo>
                  <a:lnTo>
                    <a:pt x="290703" y="419100"/>
                  </a:lnTo>
                  <a:lnTo>
                    <a:pt x="877919" y="1121474"/>
                  </a:lnTo>
                  <a:lnTo>
                    <a:pt x="939356" y="1121474"/>
                  </a:lnTo>
                  <a:lnTo>
                    <a:pt x="1520571" y="397859"/>
                  </a:lnTo>
                  <a:lnTo>
                    <a:pt x="1520571" y="1275207"/>
                  </a:lnTo>
                  <a:lnTo>
                    <a:pt x="1815751" y="1275207"/>
                  </a:lnTo>
                  <a:lnTo>
                    <a:pt x="1815751" y="0"/>
                  </a:lnTo>
                  <a:close/>
                </a:path>
              </a:pathLst>
            </a:custGeom>
            <a:grpFill/>
            <a:ln w="9525" cap="flat">
              <a:noFill/>
              <a:prstDash val="solid"/>
              <a:miter/>
            </a:ln>
          </p:spPr>
          <p:txBody>
            <a:bodyPr lIns="0" tIns="0" rIns="0" bIns="0" rtlCol="0" anchor="ctr"/>
            <a:lstStyle/>
            <a:p>
              <a:endParaRPr lang="de-DE" sz="100"/>
            </a:p>
          </p:txBody>
        </p:sp>
        <p:sp>
          <p:nvSpPr>
            <p:cNvPr id="32" name="m">
              <a:extLst>
                <a:ext uri="{FF2B5EF4-FFF2-40B4-BE49-F238E27FC236}">
                  <a16:creationId xmlns:a16="http://schemas.microsoft.com/office/drawing/2014/main" id="{AE91FC09-1524-3DD5-508F-50F51A848327}"/>
                </a:ext>
              </a:extLst>
            </p:cNvPr>
            <p:cNvSpPr/>
            <p:nvPr/>
          </p:nvSpPr>
          <p:spPr bwMode="black">
            <a:xfrm>
              <a:off x="6535096" y="3966498"/>
              <a:ext cx="1815752" cy="1275212"/>
            </a:xfrm>
            <a:custGeom>
              <a:avLst/>
              <a:gdLst>
                <a:gd name="connsiteX0" fmla="*/ 1560672 w 1815750"/>
                <a:gd name="connsiteY0" fmla="*/ 0 h 1275207"/>
                <a:gd name="connsiteX1" fmla="*/ 927164 w 1815750"/>
                <a:gd name="connsiteY1" fmla="*/ 756571 h 1275207"/>
                <a:gd name="connsiteX2" fmla="*/ 290799 w 1815750"/>
                <a:gd name="connsiteY2" fmla="*/ 0 h 1275207"/>
                <a:gd name="connsiteX3" fmla="*/ 0 w 1815750"/>
                <a:gd name="connsiteY3" fmla="*/ 0 h 1275207"/>
                <a:gd name="connsiteX4" fmla="*/ 0 w 1815750"/>
                <a:gd name="connsiteY4" fmla="*/ 1275207 h 1275207"/>
                <a:gd name="connsiteX5" fmla="*/ 290799 w 1815750"/>
                <a:gd name="connsiteY5" fmla="*/ 1275207 h 1275207"/>
                <a:gd name="connsiteX6" fmla="*/ 290799 w 1815750"/>
                <a:gd name="connsiteY6" fmla="*/ 419100 h 1275207"/>
                <a:gd name="connsiteX7" fmla="*/ 878015 w 1815750"/>
                <a:gd name="connsiteY7" fmla="*/ 1121474 h 1275207"/>
                <a:gd name="connsiteX8" fmla="*/ 939546 w 1815750"/>
                <a:gd name="connsiteY8" fmla="*/ 1121474 h 1275207"/>
                <a:gd name="connsiteX9" fmla="*/ 1520571 w 1815750"/>
                <a:gd name="connsiteY9" fmla="*/ 397859 h 1275207"/>
                <a:gd name="connsiteX10" fmla="*/ 1520571 w 1815750"/>
                <a:gd name="connsiteY10" fmla="*/ 1275207 h 1275207"/>
                <a:gd name="connsiteX11" fmla="*/ 1815751 w 1815750"/>
                <a:gd name="connsiteY11" fmla="*/ 1275207 h 1275207"/>
                <a:gd name="connsiteX12" fmla="*/ 1815751 w 1815750"/>
                <a:gd name="connsiteY12"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5750" h="1275207">
                  <a:moveTo>
                    <a:pt x="1560672" y="0"/>
                  </a:moveTo>
                  <a:lnTo>
                    <a:pt x="927164" y="756571"/>
                  </a:lnTo>
                  <a:lnTo>
                    <a:pt x="290799" y="0"/>
                  </a:lnTo>
                  <a:lnTo>
                    <a:pt x="0" y="0"/>
                  </a:lnTo>
                  <a:lnTo>
                    <a:pt x="0" y="1275207"/>
                  </a:lnTo>
                  <a:lnTo>
                    <a:pt x="290799" y="1275207"/>
                  </a:lnTo>
                  <a:lnTo>
                    <a:pt x="290799" y="419100"/>
                  </a:lnTo>
                  <a:lnTo>
                    <a:pt x="878015" y="1121474"/>
                  </a:lnTo>
                  <a:lnTo>
                    <a:pt x="939546" y="1121474"/>
                  </a:lnTo>
                  <a:lnTo>
                    <a:pt x="1520571" y="397859"/>
                  </a:lnTo>
                  <a:lnTo>
                    <a:pt x="1520571" y="1275207"/>
                  </a:lnTo>
                  <a:lnTo>
                    <a:pt x="1815751" y="1275207"/>
                  </a:lnTo>
                  <a:lnTo>
                    <a:pt x="1815751" y="0"/>
                  </a:lnTo>
                  <a:close/>
                </a:path>
              </a:pathLst>
            </a:custGeom>
            <a:grpFill/>
            <a:ln w="9525" cap="flat">
              <a:noFill/>
              <a:prstDash val="solid"/>
              <a:miter/>
            </a:ln>
          </p:spPr>
          <p:txBody>
            <a:bodyPr lIns="0" tIns="0" rIns="0" bIns="0" rtlCol="0" anchor="ctr"/>
            <a:lstStyle/>
            <a:p>
              <a:endParaRPr lang="de-DE" sz="100"/>
            </a:p>
          </p:txBody>
        </p:sp>
        <p:sp>
          <p:nvSpPr>
            <p:cNvPr id="33" name="e">
              <a:extLst>
                <a:ext uri="{FF2B5EF4-FFF2-40B4-BE49-F238E27FC236}">
                  <a16:creationId xmlns:a16="http://schemas.microsoft.com/office/drawing/2014/main" id="{398165AF-FD66-47E4-6468-3674852752CD}"/>
                </a:ext>
              </a:extLst>
            </p:cNvPr>
            <p:cNvSpPr/>
            <p:nvPr/>
          </p:nvSpPr>
          <p:spPr bwMode="black">
            <a:xfrm>
              <a:off x="8765757" y="3966498"/>
              <a:ext cx="1411313" cy="1275212"/>
            </a:xfrm>
            <a:custGeom>
              <a:avLst/>
              <a:gdLst>
                <a:gd name="connsiteX0" fmla="*/ 0 w 1411319"/>
                <a:gd name="connsiteY0" fmla="*/ 0 h 1275207"/>
                <a:gd name="connsiteX1" fmla="*/ 0 w 1411319"/>
                <a:gd name="connsiteY1" fmla="*/ 1275207 h 1275207"/>
                <a:gd name="connsiteX2" fmla="*/ 1411319 w 1411319"/>
                <a:gd name="connsiteY2" fmla="*/ 1275207 h 1275207"/>
                <a:gd name="connsiteX3" fmla="*/ 1411319 w 1411319"/>
                <a:gd name="connsiteY3" fmla="*/ 1036987 h 1275207"/>
                <a:gd name="connsiteX4" fmla="*/ 319850 w 1411319"/>
                <a:gd name="connsiteY4" fmla="*/ 1036987 h 1275207"/>
                <a:gd name="connsiteX5" fmla="*/ 319850 w 1411319"/>
                <a:gd name="connsiteY5" fmla="*/ 723424 h 1275207"/>
                <a:gd name="connsiteX6" fmla="*/ 947166 w 1411319"/>
                <a:gd name="connsiteY6" fmla="*/ 723424 h 1275207"/>
                <a:gd name="connsiteX7" fmla="*/ 947166 w 1411319"/>
                <a:gd name="connsiteY7" fmla="*/ 503396 h 1275207"/>
                <a:gd name="connsiteX8" fmla="*/ 319850 w 1411319"/>
                <a:gd name="connsiteY8" fmla="*/ 503396 h 1275207"/>
                <a:gd name="connsiteX9" fmla="*/ 319850 w 1411319"/>
                <a:gd name="connsiteY9" fmla="*/ 226219 h 1275207"/>
                <a:gd name="connsiteX10" fmla="*/ 1395984 w 1411319"/>
                <a:gd name="connsiteY10" fmla="*/ 226219 h 1275207"/>
                <a:gd name="connsiteX11" fmla="*/ 1395984 w 1411319"/>
                <a:gd name="connsiteY11"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1319" h="1275207">
                  <a:moveTo>
                    <a:pt x="0" y="0"/>
                  </a:moveTo>
                  <a:lnTo>
                    <a:pt x="0" y="1275207"/>
                  </a:lnTo>
                  <a:lnTo>
                    <a:pt x="1411319" y="1275207"/>
                  </a:lnTo>
                  <a:lnTo>
                    <a:pt x="1411319" y="1036987"/>
                  </a:lnTo>
                  <a:lnTo>
                    <a:pt x="319850" y="1036987"/>
                  </a:lnTo>
                  <a:lnTo>
                    <a:pt x="319850" y="723424"/>
                  </a:lnTo>
                  <a:lnTo>
                    <a:pt x="947166" y="723424"/>
                  </a:lnTo>
                  <a:lnTo>
                    <a:pt x="947166" y="503396"/>
                  </a:lnTo>
                  <a:lnTo>
                    <a:pt x="319850" y="503396"/>
                  </a:lnTo>
                  <a:lnTo>
                    <a:pt x="319850" y="226219"/>
                  </a:lnTo>
                  <a:lnTo>
                    <a:pt x="1395984" y="226219"/>
                  </a:lnTo>
                  <a:lnTo>
                    <a:pt x="1395984" y="0"/>
                  </a:lnTo>
                  <a:close/>
                </a:path>
              </a:pathLst>
            </a:custGeom>
            <a:grpFill/>
            <a:ln w="9525" cap="flat">
              <a:noFill/>
              <a:prstDash val="solid"/>
              <a:miter/>
            </a:ln>
          </p:spPr>
          <p:txBody>
            <a:bodyPr lIns="0" tIns="0" rIns="0" bIns="0" rtlCol="0" anchor="ctr"/>
            <a:lstStyle/>
            <a:p>
              <a:endParaRPr lang="de-DE" sz="100"/>
            </a:p>
          </p:txBody>
        </p:sp>
        <p:sp>
          <p:nvSpPr>
            <p:cNvPr id="34" name="r">
              <a:extLst>
                <a:ext uri="{FF2B5EF4-FFF2-40B4-BE49-F238E27FC236}">
                  <a16:creationId xmlns:a16="http://schemas.microsoft.com/office/drawing/2014/main" id="{0B17B7F2-C04C-7E5F-05FD-47C050FEB17C}"/>
                </a:ext>
              </a:extLst>
            </p:cNvPr>
            <p:cNvSpPr/>
            <p:nvPr/>
          </p:nvSpPr>
          <p:spPr bwMode="black">
            <a:xfrm>
              <a:off x="10504356" y="3966498"/>
              <a:ext cx="1579811" cy="1275212"/>
            </a:xfrm>
            <a:custGeom>
              <a:avLst/>
              <a:gdLst>
                <a:gd name="connsiteX0" fmla="*/ 1015937 w 1579817"/>
                <a:gd name="connsiteY0" fmla="*/ 220028 h 1275207"/>
                <a:gd name="connsiteX1" fmla="*/ 1157669 w 1579817"/>
                <a:gd name="connsiteY1" fmla="*/ 322517 h 1275207"/>
                <a:gd name="connsiteX2" fmla="*/ 1157669 w 1579817"/>
                <a:gd name="connsiteY2" fmla="*/ 470249 h 1275207"/>
                <a:gd name="connsiteX3" fmla="*/ 1015937 w 1579817"/>
                <a:gd name="connsiteY3" fmla="*/ 572738 h 1275207"/>
                <a:gd name="connsiteX4" fmla="*/ 307467 w 1579817"/>
                <a:gd name="connsiteY4" fmla="*/ 572738 h 1275207"/>
                <a:gd name="connsiteX5" fmla="*/ 307467 w 1579817"/>
                <a:gd name="connsiteY5" fmla="*/ 220028 h 1275207"/>
                <a:gd name="connsiteX6" fmla="*/ 1015937 w 1579817"/>
                <a:gd name="connsiteY6" fmla="*/ 220028 h 1275207"/>
                <a:gd name="connsiteX7" fmla="*/ 0 w 1579817"/>
                <a:gd name="connsiteY7" fmla="*/ 1275207 h 1275207"/>
                <a:gd name="connsiteX8" fmla="*/ 307563 w 1579817"/>
                <a:gd name="connsiteY8" fmla="*/ 1275207 h 1275207"/>
                <a:gd name="connsiteX9" fmla="*/ 307563 w 1579817"/>
                <a:gd name="connsiteY9" fmla="*/ 792766 h 1275207"/>
                <a:gd name="connsiteX10" fmla="*/ 599981 w 1579817"/>
                <a:gd name="connsiteY10" fmla="*/ 792766 h 1275207"/>
                <a:gd name="connsiteX11" fmla="*/ 1133570 w 1579817"/>
                <a:gd name="connsiteY11" fmla="*/ 1275207 h 1275207"/>
                <a:gd name="connsiteX12" fmla="*/ 1579818 w 1579817"/>
                <a:gd name="connsiteY12" fmla="*/ 1275207 h 1275207"/>
                <a:gd name="connsiteX13" fmla="*/ 973931 w 1579817"/>
                <a:gd name="connsiteY13" fmla="*/ 792766 h 1275207"/>
                <a:gd name="connsiteX14" fmla="*/ 1148811 w 1579817"/>
                <a:gd name="connsiteY14" fmla="*/ 792766 h 1275207"/>
                <a:gd name="connsiteX15" fmla="*/ 1447229 w 1579817"/>
                <a:gd name="connsiteY15" fmla="*/ 548545 h 1275207"/>
                <a:gd name="connsiteX16" fmla="*/ 1447229 w 1579817"/>
                <a:gd name="connsiteY16" fmla="*/ 247174 h 1275207"/>
                <a:gd name="connsiteX17" fmla="*/ 1148811 w 1579817"/>
                <a:gd name="connsiteY17" fmla="*/ 0 h 1275207"/>
                <a:gd name="connsiteX18" fmla="*/ 191 w 1579817"/>
                <a:gd name="connsiteY18" fmla="*/ 0 h 1275207"/>
                <a:gd name="connsiteX19" fmla="*/ 191 w 1579817"/>
                <a:gd name="connsiteY19" fmla="*/ 1275207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79817" h="1275207">
                  <a:moveTo>
                    <a:pt x="1015937" y="220028"/>
                  </a:moveTo>
                  <a:cubicBezTo>
                    <a:pt x="1109282" y="220028"/>
                    <a:pt x="1157669" y="238220"/>
                    <a:pt x="1157669" y="322517"/>
                  </a:cubicBezTo>
                  <a:lnTo>
                    <a:pt x="1157669" y="470249"/>
                  </a:lnTo>
                  <a:cubicBezTo>
                    <a:pt x="1157669" y="554736"/>
                    <a:pt x="1109282" y="572738"/>
                    <a:pt x="1015937" y="572738"/>
                  </a:cubicBezTo>
                  <a:lnTo>
                    <a:pt x="307467" y="572738"/>
                  </a:lnTo>
                  <a:lnTo>
                    <a:pt x="307467" y="220028"/>
                  </a:lnTo>
                  <a:lnTo>
                    <a:pt x="1015937" y="220028"/>
                  </a:lnTo>
                  <a:close/>
                  <a:moveTo>
                    <a:pt x="0" y="1275207"/>
                  </a:moveTo>
                  <a:lnTo>
                    <a:pt x="307563" y="1275207"/>
                  </a:lnTo>
                  <a:lnTo>
                    <a:pt x="307563" y="792766"/>
                  </a:lnTo>
                  <a:lnTo>
                    <a:pt x="599981" y="792766"/>
                  </a:lnTo>
                  <a:lnTo>
                    <a:pt x="1133570" y="1275207"/>
                  </a:lnTo>
                  <a:lnTo>
                    <a:pt x="1579818" y="1275207"/>
                  </a:lnTo>
                  <a:lnTo>
                    <a:pt x="973931" y="792766"/>
                  </a:lnTo>
                  <a:lnTo>
                    <a:pt x="1148811" y="792766"/>
                  </a:lnTo>
                  <a:cubicBezTo>
                    <a:pt x="1353693" y="792766"/>
                    <a:pt x="1447229" y="723424"/>
                    <a:pt x="1447229" y="548545"/>
                  </a:cubicBezTo>
                  <a:lnTo>
                    <a:pt x="1447229" y="247174"/>
                  </a:lnTo>
                  <a:cubicBezTo>
                    <a:pt x="1447229" y="69342"/>
                    <a:pt x="1353693" y="0"/>
                    <a:pt x="1148811" y="0"/>
                  </a:cubicBezTo>
                  <a:lnTo>
                    <a:pt x="191" y="0"/>
                  </a:lnTo>
                  <a:lnTo>
                    <a:pt x="191" y="1275207"/>
                  </a:lnTo>
                  <a:close/>
                </a:path>
              </a:pathLst>
            </a:custGeom>
            <a:grpFill/>
            <a:ln w="9525" cap="flat">
              <a:noFill/>
              <a:prstDash val="solid"/>
              <a:miter/>
            </a:ln>
          </p:spPr>
          <p:txBody>
            <a:bodyPr lIns="0" tIns="0" rIns="0" bIns="0" rtlCol="0" anchor="ctr"/>
            <a:lstStyle/>
            <a:p>
              <a:endParaRPr lang="de-DE" sz="100"/>
            </a:p>
          </p:txBody>
        </p:sp>
      </p:grpSp>
      <p:grpSp>
        <p:nvGrpSpPr>
          <p:cNvPr id="2" name="info">
            <a:extLst>
              <a:ext uri="{FF2B5EF4-FFF2-40B4-BE49-F238E27FC236}">
                <a16:creationId xmlns:a16="http://schemas.microsoft.com/office/drawing/2014/main" id="{DC6877FC-1DCE-B15B-386A-1DED38F12A48}"/>
              </a:ext>
              <a:ext uri="{C183D7F6-B498-43B3-948B-1728B52AA6E4}">
                <adec:decorative xmlns:adec="http://schemas.microsoft.com/office/drawing/2017/decorative" val="1"/>
              </a:ext>
            </a:extLst>
          </p:cNvPr>
          <p:cNvGrpSpPr/>
          <p:nvPr userDrawn="1"/>
        </p:nvGrpSpPr>
        <p:grpSpPr>
          <a:xfrm flipH="1">
            <a:off x="12330000" y="3169920"/>
            <a:ext cx="2884362" cy="2634954"/>
            <a:chOff x="12236776" y="2786360"/>
            <a:chExt cx="1925720" cy="2634954"/>
          </a:xfrm>
          <a:solidFill>
            <a:srgbClr val="000000"/>
          </a:solidFill>
          <a:effectLst>
            <a:outerShdw blurRad="50800" dist="38100" dir="8100000" algn="tr" rotWithShape="0">
              <a:prstClr val="black">
                <a:alpha val="40000"/>
              </a:prstClr>
            </a:outerShdw>
          </a:effectLst>
        </p:grpSpPr>
        <p:sp>
          <p:nvSpPr>
            <p:cNvPr id="12" name="info">
              <a:extLst>
                <a:ext uri="{FF2B5EF4-FFF2-40B4-BE49-F238E27FC236}">
                  <a16:creationId xmlns:a16="http://schemas.microsoft.com/office/drawing/2014/main" id="{601956E6-AA74-BCC8-4E54-B539F83553CE}"/>
                </a:ext>
              </a:extLst>
            </p:cNvPr>
            <p:cNvSpPr/>
            <p:nvPr userDrawn="1"/>
          </p:nvSpPr>
          <p:spPr bwMode="gray">
            <a:xfrm>
              <a:off x="12582880" y="4947929"/>
              <a:ext cx="1579616" cy="473385"/>
            </a:xfrm>
            <a:prstGeom prst="homePlate">
              <a:avLst>
                <a:gd name="adj" fmla="val 5905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spAutoFit/>
            </a:bodyPr>
            <a:lstStyle/>
            <a:p>
              <a:pPr algn="ctr">
                <a:lnSpc>
                  <a:spcPct val="80000"/>
                </a:lnSpc>
                <a:spcBef>
                  <a:spcPts val="400"/>
                </a:spcBef>
                <a:spcAft>
                  <a:spcPts val="400"/>
                </a:spcAft>
              </a:pPr>
              <a:endParaRPr lang="en-US" sz="1050">
                <a:solidFill>
                  <a:schemeClr val="tx2"/>
                </a:solidFill>
              </a:endParaRPr>
            </a:p>
            <a:p>
              <a:pPr algn="ctr">
                <a:lnSpc>
                  <a:spcPct val="80000"/>
                </a:lnSpc>
                <a:spcBef>
                  <a:spcPts val="400"/>
                </a:spcBef>
                <a:spcAft>
                  <a:spcPts val="400"/>
                </a:spcAft>
              </a:pPr>
              <a:endParaRPr lang="en-US" sz="1050">
                <a:solidFill>
                  <a:schemeClr val="tx2"/>
                </a:solidFill>
              </a:endParaRPr>
            </a:p>
          </p:txBody>
        </p:sp>
        <p:sp>
          <p:nvSpPr>
            <p:cNvPr id="14" name="info">
              <a:extLst>
                <a:ext uri="{FF2B5EF4-FFF2-40B4-BE49-F238E27FC236}">
                  <a16:creationId xmlns:a16="http://schemas.microsoft.com/office/drawing/2014/main" id="{F605565A-3BE3-B6E7-FC3E-789A41C62886}"/>
                </a:ext>
              </a:extLst>
            </p:cNvPr>
            <p:cNvSpPr/>
            <p:nvPr userDrawn="1"/>
          </p:nvSpPr>
          <p:spPr bwMode="gray">
            <a:xfrm flipH="1">
              <a:off x="12236776" y="2786360"/>
              <a:ext cx="1742546" cy="263495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oAutofit/>
            </a:bodyPr>
            <a:lstStyle/>
            <a:p>
              <a:r>
                <a:rPr lang="en-US" sz="1050" b="1"/>
                <a:t>CREATE LINKEDIN QR CODE </a:t>
              </a:r>
              <a:br>
                <a:rPr lang="en-US" sz="1050" b="1"/>
              </a:br>
              <a:r>
                <a:rPr lang="en-US" sz="1050" b="1"/>
                <a:t>FOR BUSINESS CARD:</a:t>
              </a:r>
            </a:p>
            <a:p>
              <a:pPr marL="144000" indent="-144000">
                <a:buFont typeface="+mj-lt"/>
                <a:buAutoNum type="arabicPeriod"/>
              </a:pPr>
              <a:r>
                <a:rPr lang="en-US" sz="1050"/>
                <a:t>Open the LinkedIn app and log in.</a:t>
              </a:r>
            </a:p>
            <a:p>
              <a:pPr marL="144000" indent="-144000">
                <a:buFont typeface="+mj-lt"/>
                <a:buAutoNum type="arabicPeriod"/>
              </a:pPr>
              <a:r>
                <a:rPr lang="en-US" sz="1050"/>
                <a:t>Tap the search bar at the top.</a:t>
              </a:r>
            </a:p>
            <a:p>
              <a:pPr marL="144000" indent="-144000">
                <a:buFont typeface="+mj-lt"/>
                <a:buAutoNum type="arabicPeriod"/>
              </a:pPr>
              <a:r>
                <a:rPr lang="en-US" sz="1050"/>
                <a:t>Save the QR code displayed on the right for later use.</a:t>
              </a:r>
            </a:p>
            <a:p>
              <a:pPr>
                <a:spcBef>
                  <a:spcPts val="400"/>
                </a:spcBef>
              </a:pPr>
              <a:r>
                <a:rPr lang="en-US" sz="1050" b="1"/>
                <a:t>FOR CONTACT QR CODE </a:t>
              </a:r>
              <a:br>
                <a:rPr lang="en-US" sz="1050" b="1"/>
              </a:br>
              <a:r>
                <a:rPr lang="en-US" sz="1050" b="1"/>
                <a:t>(DRESONET PROFILE):</a:t>
              </a:r>
            </a:p>
            <a:p>
              <a:pPr marL="144000" indent="-144000" algn="l" defTabSz="914400" rtl="0" eaLnBrk="1" latinLnBrk="0" hangingPunct="1">
                <a:buFont typeface="+mj-lt"/>
                <a:buAutoNum type="arabicPeriod"/>
              </a:pPr>
              <a:r>
                <a:rPr lang="en-US" sz="1050" kern="1200">
                  <a:solidFill>
                    <a:schemeClr val="lt1"/>
                  </a:solidFill>
                  <a:latin typeface="+mn-lt"/>
                  <a:ea typeface="+mn-ea"/>
                  <a:cs typeface="+mn-cs"/>
                </a:rPr>
                <a:t>Search for your name using </a:t>
              </a:r>
              <a:r>
                <a:rPr lang="en-US" sz="1050" kern="1200" err="1">
                  <a:solidFill>
                    <a:schemeClr val="lt1"/>
                  </a:solidFill>
                  <a:latin typeface="+mn-lt"/>
                  <a:ea typeface="+mn-ea"/>
                  <a:cs typeface="+mn-cs"/>
                </a:rPr>
                <a:t>Dresonet's</a:t>
              </a:r>
              <a:r>
                <a:rPr lang="en-US" sz="1050" kern="1200">
                  <a:solidFill>
                    <a:schemeClr val="lt1"/>
                  </a:solidFill>
                  <a:latin typeface="+mn-lt"/>
                  <a:ea typeface="+mn-ea"/>
                  <a:cs typeface="+mn-cs"/>
                </a:rPr>
                <a:t> Enterprise Search.</a:t>
              </a:r>
            </a:p>
            <a:p>
              <a:pPr marL="144000" indent="-144000" algn="l" defTabSz="914400" rtl="0" eaLnBrk="1" latinLnBrk="0" hangingPunct="1">
                <a:buFont typeface="+mj-lt"/>
                <a:buAutoNum type="arabicPeriod"/>
              </a:pPr>
              <a:r>
                <a:rPr lang="en-US" sz="1050" kern="1200">
                  <a:solidFill>
                    <a:schemeClr val="lt1"/>
                  </a:solidFill>
                  <a:latin typeface="+mn-lt"/>
                  <a:ea typeface="+mn-ea"/>
                  <a:cs typeface="+mn-cs"/>
                </a:rPr>
                <a:t>Click on your displayed image.</a:t>
              </a:r>
            </a:p>
            <a:p>
              <a:pPr marL="144000" indent="-144000" algn="l" defTabSz="914400" rtl="0" eaLnBrk="1" latinLnBrk="0" hangingPunct="1">
                <a:buFont typeface="+mj-lt"/>
                <a:buAutoNum type="arabicPeriod"/>
              </a:pPr>
              <a:r>
                <a:rPr lang="en-US" sz="1050" kern="1200">
                  <a:solidFill>
                    <a:schemeClr val="lt1"/>
                  </a:solidFill>
                  <a:latin typeface="+mn-lt"/>
                  <a:ea typeface="+mn-ea"/>
                  <a:cs typeface="+mn-cs"/>
                </a:rPr>
                <a:t>Save the QR code at the bottom of </a:t>
              </a:r>
              <a:br>
                <a:rPr lang="en-US" sz="1050" kern="1200">
                  <a:solidFill>
                    <a:schemeClr val="lt1"/>
                  </a:solidFill>
                  <a:latin typeface="+mn-lt"/>
                  <a:ea typeface="+mn-ea"/>
                  <a:cs typeface="+mn-cs"/>
                </a:rPr>
              </a:br>
              <a:r>
                <a:rPr lang="en-US" sz="1050" kern="1200">
                  <a:solidFill>
                    <a:schemeClr val="lt1"/>
                  </a:solidFill>
                  <a:latin typeface="+mn-lt"/>
                  <a:ea typeface="+mn-ea"/>
                  <a:cs typeface="+mn-cs"/>
                </a:rPr>
                <a:t>the list by right-clicking and selecting </a:t>
              </a:r>
              <a:br>
                <a:rPr lang="en-US" sz="1050" kern="1200">
                  <a:solidFill>
                    <a:schemeClr val="lt1"/>
                  </a:solidFill>
                  <a:latin typeface="+mn-lt"/>
                  <a:ea typeface="+mn-ea"/>
                  <a:cs typeface="+mn-cs"/>
                </a:rPr>
              </a:br>
              <a:r>
                <a:rPr lang="en-US" sz="1050" kern="1200">
                  <a:solidFill>
                    <a:schemeClr val="lt1"/>
                  </a:solidFill>
                  <a:latin typeface="+mn-lt"/>
                  <a:ea typeface="+mn-ea"/>
                  <a:cs typeface="+mn-cs"/>
                </a:rPr>
                <a:t>"Save image as" on your computer </a:t>
              </a:r>
              <a:br>
                <a:rPr lang="en-US" sz="1050" kern="1200">
                  <a:solidFill>
                    <a:schemeClr val="lt1"/>
                  </a:solidFill>
                  <a:latin typeface="+mn-lt"/>
                  <a:ea typeface="+mn-ea"/>
                  <a:cs typeface="+mn-cs"/>
                </a:rPr>
              </a:br>
              <a:r>
                <a:rPr lang="en-US" sz="1050" kern="1200">
                  <a:solidFill>
                    <a:schemeClr val="lt1"/>
                  </a:solidFill>
                  <a:latin typeface="+mn-lt"/>
                  <a:ea typeface="+mn-ea"/>
                  <a:cs typeface="+mn-cs"/>
                </a:rPr>
                <a:t>or smartphone for future use.</a:t>
              </a:r>
            </a:p>
          </p:txBody>
        </p:sp>
      </p:grpSp>
      <p:grpSp>
        <p:nvGrpSpPr>
          <p:cNvPr id="15" name="info">
            <a:extLst>
              <a:ext uri="{FF2B5EF4-FFF2-40B4-BE49-F238E27FC236}">
                <a16:creationId xmlns:a16="http://schemas.microsoft.com/office/drawing/2014/main" id="{D6DAFB92-2BBA-57C7-BF9D-46833DC124BF}"/>
              </a:ext>
              <a:ext uri="{C183D7F6-B498-43B3-948B-1728B52AA6E4}">
                <adec:decorative xmlns:adec="http://schemas.microsoft.com/office/drawing/2017/decorative" val="1"/>
              </a:ext>
            </a:extLst>
          </p:cNvPr>
          <p:cNvGrpSpPr/>
          <p:nvPr userDrawn="1"/>
        </p:nvGrpSpPr>
        <p:grpSpPr>
          <a:xfrm>
            <a:off x="-2613664" y="4103123"/>
            <a:ext cx="2500810" cy="1699714"/>
            <a:chOff x="12161151" y="2764646"/>
            <a:chExt cx="2500810" cy="1699714"/>
          </a:xfrm>
          <a:effectLst>
            <a:outerShdw blurRad="50800" dist="38100" dir="2700000" algn="tl" rotWithShape="0">
              <a:prstClr val="black">
                <a:alpha val="40000"/>
              </a:prstClr>
            </a:outerShdw>
          </a:effectLst>
        </p:grpSpPr>
        <p:grpSp>
          <p:nvGrpSpPr>
            <p:cNvPr id="18" name="info">
              <a:extLst>
                <a:ext uri="{FF2B5EF4-FFF2-40B4-BE49-F238E27FC236}">
                  <a16:creationId xmlns:a16="http://schemas.microsoft.com/office/drawing/2014/main" id="{F420698F-C84A-E384-3093-241A484EDE37}"/>
                </a:ext>
              </a:extLst>
            </p:cNvPr>
            <p:cNvGrpSpPr/>
            <p:nvPr userDrawn="1"/>
          </p:nvGrpSpPr>
          <p:grpSpPr>
            <a:xfrm>
              <a:off x="12161151" y="2764646"/>
              <a:ext cx="2500810" cy="1699714"/>
              <a:chOff x="12313551" y="2219499"/>
              <a:chExt cx="2500810" cy="1699714"/>
            </a:xfrm>
            <a:solidFill>
              <a:srgbClr val="002965"/>
            </a:solidFill>
          </p:grpSpPr>
          <p:sp>
            <p:nvSpPr>
              <p:cNvPr id="20" name="info">
                <a:extLst>
                  <a:ext uri="{FF2B5EF4-FFF2-40B4-BE49-F238E27FC236}">
                    <a16:creationId xmlns:a16="http://schemas.microsoft.com/office/drawing/2014/main" id="{270210CE-7FFB-48A1-5514-0275CFB5B118}"/>
                  </a:ext>
                </a:extLst>
              </p:cNvPr>
              <p:cNvSpPr/>
              <p:nvPr userDrawn="1"/>
            </p:nvSpPr>
            <p:spPr bwMode="gray">
              <a:xfrm>
                <a:off x="13234745" y="3379213"/>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algn="ctr">
                  <a:lnSpc>
                    <a:spcPct val="80000"/>
                  </a:lnSpc>
                  <a:spcBef>
                    <a:spcPts val="400"/>
                  </a:spcBef>
                  <a:spcAft>
                    <a:spcPts val="400"/>
                  </a:spcAft>
                </a:pPr>
                <a:endParaRPr lang="en-US" sz="1050">
                  <a:solidFill>
                    <a:schemeClr val="tx1"/>
                  </a:solidFill>
                </a:endParaRPr>
              </a:p>
              <a:p>
                <a:pPr algn="ctr">
                  <a:lnSpc>
                    <a:spcPct val="80000"/>
                  </a:lnSpc>
                  <a:spcBef>
                    <a:spcPts val="400"/>
                  </a:spcBef>
                  <a:spcAft>
                    <a:spcPts val="400"/>
                  </a:spcAft>
                </a:pPr>
                <a:endParaRPr lang="en-US" sz="1050">
                  <a:solidFill>
                    <a:schemeClr val="tx1"/>
                  </a:solidFill>
                </a:endParaRPr>
              </a:p>
            </p:txBody>
          </p:sp>
          <p:sp>
            <p:nvSpPr>
              <p:cNvPr id="35" name="info">
                <a:extLst>
                  <a:ext uri="{FF2B5EF4-FFF2-40B4-BE49-F238E27FC236}">
                    <a16:creationId xmlns:a16="http://schemas.microsoft.com/office/drawing/2014/main" id="{B29FC859-09D1-4AEC-92C6-FB0F2E45BBE7}"/>
                  </a:ext>
                </a:extLst>
              </p:cNvPr>
              <p:cNvSpPr/>
              <p:nvPr userDrawn="1"/>
            </p:nvSpPr>
            <p:spPr bwMode="gray">
              <a:xfrm flipH="1">
                <a:off x="12313551" y="2219499"/>
                <a:ext cx="2232001" cy="169971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36000" rtlCol="0" anchor="t">
                <a:noAutofit/>
              </a:bodyPr>
              <a:lstStyle/>
              <a:p>
                <a:pPr>
                  <a:lnSpc>
                    <a:spcPct val="80000"/>
                  </a:lnSpc>
                  <a:spcBef>
                    <a:spcPts val="400"/>
                  </a:spcBef>
                  <a:spcAft>
                    <a:spcPts val="400"/>
                  </a:spcAft>
                </a:pPr>
                <a:r>
                  <a:rPr lang="en-US" sz="1050" b="1" cap="all">
                    <a:solidFill>
                      <a:schemeClr val="tx1"/>
                    </a:solidFill>
                  </a:rPr>
                  <a:t>TEXT FORMATTING</a:t>
                </a:r>
              </a:p>
              <a:p>
                <a:pPr>
                  <a:lnSpc>
                    <a:spcPct val="80000"/>
                  </a:lnSpc>
                  <a:spcBef>
                    <a:spcPts val="400"/>
                  </a:spcBef>
                  <a:spcAft>
                    <a:spcPts val="400"/>
                  </a:spcAft>
                </a:pPr>
                <a:r>
                  <a:rPr lang="en-US" sz="1050" b="0">
                    <a:solidFill>
                      <a:schemeClr val="tx1"/>
                    </a:solidFill>
                  </a:rPr>
                  <a:t>Be sure to use the indent tool to format the text correctly!</a:t>
                </a:r>
              </a:p>
              <a:p>
                <a:pPr>
                  <a:lnSpc>
                    <a:spcPct val="80000"/>
                  </a:lnSpc>
                  <a:spcBef>
                    <a:spcPts val="400"/>
                  </a:spcBef>
                  <a:spcAft>
                    <a:spcPts val="400"/>
                  </a:spcAft>
                </a:pPr>
                <a:br>
                  <a:rPr lang="en-US" sz="1050" b="0">
                    <a:solidFill>
                      <a:schemeClr val="tx1"/>
                    </a:solidFill>
                  </a:rPr>
                </a:br>
                <a:r>
                  <a:rPr lang="en-US" sz="1050" b="1">
                    <a:solidFill>
                      <a:schemeClr val="tx1"/>
                    </a:solidFill>
                  </a:rPr>
                  <a:t>&gt; right click on text</a:t>
                </a:r>
                <a:br>
                  <a:rPr lang="en-US" sz="1050" b="1">
                    <a:solidFill>
                      <a:schemeClr val="tx1"/>
                    </a:solidFill>
                  </a:rPr>
                </a:br>
                <a:r>
                  <a:rPr lang="en-US" sz="1050" b="1">
                    <a:solidFill>
                      <a:schemeClr val="tx1"/>
                    </a:solidFill>
                  </a:rPr>
                  <a:t>&gt; In-/ Decrease list level</a:t>
                </a:r>
              </a:p>
              <a:p>
                <a:pPr>
                  <a:lnSpc>
                    <a:spcPct val="80000"/>
                  </a:lnSpc>
                  <a:spcBef>
                    <a:spcPts val="400"/>
                  </a:spcBef>
                  <a:spcAft>
                    <a:spcPts val="400"/>
                  </a:spcAft>
                </a:pPr>
                <a:endParaRPr lang="en-US" sz="1050" b="1">
                  <a:solidFill>
                    <a:schemeClr val="tx1"/>
                  </a:solidFill>
                </a:endParaRPr>
              </a:p>
              <a:p>
                <a:pPr>
                  <a:lnSpc>
                    <a:spcPct val="80000"/>
                  </a:lnSpc>
                  <a:spcBef>
                    <a:spcPts val="400"/>
                  </a:spcBef>
                  <a:spcAft>
                    <a:spcPts val="400"/>
                  </a:spcAft>
                </a:pPr>
                <a:endParaRPr lang="en-US" sz="1050" b="1" cap="all" baseline="0">
                  <a:solidFill>
                    <a:schemeClr val="tx1"/>
                  </a:solidFill>
                </a:endParaRPr>
              </a:p>
            </p:txBody>
          </p:sp>
        </p:grpSp>
        <p:pic>
          <p:nvPicPr>
            <p:cNvPr id="19" name="info">
              <a:extLst>
                <a:ext uri="{FF2B5EF4-FFF2-40B4-BE49-F238E27FC236}">
                  <a16:creationId xmlns:a16="http://schemas.microsoft.com/office/drawing/2014/main" id="{69CAC4CF-80D2-091B-7954-6E213DD5112F}"/>
                </a:ext>
              </a:extLst>
            </p:cNvPr>
            <p:cNvPicPr>
              <a:picLocks noChangeAspect="1"/>
            </p:cNvPicPr>
            <p:nvPr userDrawn="1"/>
          </p:nvPicPr>
          <p:blipFill>
            <a:blip r:embed="rId3"/>
            <a:stretch>
              <a:fillRect/>
            </a:stretch>
          </p:blipFill>
          <p:spPr>
            <a:xfrm>
              <a:off x="12421945" y="4021488"/>
              <a:ext cx="485775" cy="238125"/>
            </a:xfrm>
            <a:prstGeom prst="rect">
              <a:avLst/>
            </a:prstGeom>
          </p:spPr>
        </p:pic>
      </p:grpSp>
    </p:spTree>
    <p:extLst>
      <p:ext uri="{BB962C8B-B14F-4D97-AF65-F5344CB8AC3E}">
        <p14:creationId xmlns:p14="http://schemas.microsoft.com/office/powerpoint/2010/main" val="35303797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335">
          <p15:clr>
            <a:srgbClr val="FBAE40"/>
          </p15:clr>
        </p15:guide>
        <p15:guide id="2" pos="2610">
          <p15:clr>
            <a:srgbClr val="FBAE40"/>
          </p15:clr>
        </p15:guide>
        <p15:guide id="3" pos="1515">
          <p15:clr>
            <a:srgbClr val="FBAE40"/>
          </p15:clr>
        </p15:guide>
        <p15:guide id="4" pos="5573">
          <p15:clr>
            <a:srgbClr val="FBAE40"/>
          </p15:clr>
        </p15:guide>
        <p15:guide id="5" orient="horz" pos="1412">
          <p15:clr>
            <a:srgbClr val="FBAE40"/>
          </p15:clr>
        </p15:guide>
        <p15:guide id="6" orient="horz" pos="1502">
          <p15:clr>
            <a:srgbClr val="FBAE40"/>
          </p15:clr>
        </p15:guide>
        <p15:guide id="8" orient="horz" pos="3152">
          <p15:clr>
            <a:srgbClr val="FBAE40"/>
          </p15:clr>
        </p15:guide>
        <p15:guide id="9" orient="horz" pos="3657">
          <p15:clr>
            <a:srgbClr val="FBAE40"/>
          </p15:clr>
        </p15:guide>
        <p15:guide id="10" pos="5067">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act 3">
    <p:spTree>
      <p:nvGrpSpPr>
        <p:cNvPr id="1" name=""/>
        <p:cNvGrpSpPr/>
        <p:nvPr/>
      </p:nvGrpSpPr>
      <p:grpSpPr>
        <a:xfrm>
          <a:off x="0" y="0"/>
          <a:ext cx="0" cy="0"/>
          <a:chOff x="0" y="0"/>
          <a:chExt cx="0" cy="0"/>
        </a:xfrm>
      </p:grpSpPr>
      <p:sp>
        <p:nvSpPr>
          <p:cNvPr id="37" name="background grey">
            <a:extLst>
              <a:ext uri="{FF2B5EF4-FFF2-40B4-BE49-F238E27FC236}">
                <a16:creationId xmlns:a16="http://schemas.microsoft.com/office/drawing/2014/main" id="{7F9D3300-4C95-4D81-BACD-8CC4188261BB}"/>
              </a:ext>
              <a:ext uri="{C183D7F6-B498-43B3-948B-1728B52AA6E4}">
                <adec:decorative xmlns:adec="http://schemas.microsoft.com/office/drawing/2017/decorative" val="1"/>
              </a:ext>
            </a:extLst>
          </p:cNvPr>
          <p:cNvSpPr/>
          <p:nvPr/>
        </p:nvSpPr>
        <p:spPr bwMode="white">
          <a:xfrm>
            <a:off x="0" y="2528871"/>
            <a:ext cx="9784633" cy="356953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a:p>
        </p:txBody>
      </p:sp>
      <p:sp>
        <p:nvSpPr>
          <p:cNvPr id="10" name="title">
            <a:extLst>
              <a:ext uri="{FF2B5EF4-FFF2-40B4-BE49-F238E27FC236}">
                <a16:creationId xmlns:a16="http://schemas.microsoft.com/office/drawing/2014/main" id="{D0E78F66-23CA-D9E4-BAF5-E8877E9CC014}"/>
              </a:ext>
            </a:extLst>
          </p:cNvPr>
          <p:cNvSpPr>
            <a:spLocks noGrp="1"/>
          </p:cNvSpPr>
          <p:nvPr>
            <p:ph type="title"/>
          </p:nvPr>
        </p:nvSpPr>
        <p:spPr/>
        <p:txBody>
          <a:bodyPr/>
          <a:lstStyle/>
          <a:p>
            <a:r>
              <a:rPr lang="de-DE"/>
              <a:t>Mastertitelformat bearbeiten</a:t>
            </a:r>
            <a:endParaRPr lang="en-GB"/>
          </a:p>
        </p:txBody>
      </p:sp>
      <p:sp>
        <p:nvSpPr>
          <p:cNvPr id="5" name="text 1">
            <a:extLst>
              <a:ext uri="{FF2B5EF4-FFF2-40B4-BE49-F238E27FC236}">
                <a16:creationId xmlns:a16="http://schemas.microsoft.com/office/drawing/2014/main" id="{D80954E6-C862-C90B-07B6-73CC7B5E21EC}"/>
              </a:ext>
            </a:extLst>
          </p:cNvPr>
          <p:cNvSpPr>
            <a:spLocks noGrp="1"/>
          </p:cNvSpPr>
          <p:nvPr>
            <p:ph type="body" sz="quarter" idx="28"/>
          </p:nvPr>
        </p:nvSpPr>
        <p:spPr bwMode="gray">
          <a:xfrm>
            <a:off x="818945" y="2384874"/>
            <a:ext cx="3178798" cy="3420000"/>
          </a:xfrm>
          <a:solidFill>
            <a:schemeClr val="bg1"/>
          </a:solidFill>
        </p:spPr>
        <p:txBody>
          <a:bodyPr lIns="1008000" tIns="216000" rIns="216000" bIns="216000"/>
          <a:lstStyle>
            <a:lvl1pPr>
              <a:spcBef>
                <a:spcPts val="0"/>
              </a:spcBef>
              <a:defRPr sz="1200">
                <a:solidFill>
                  <a:schemeClr val="tx1"/>
                </a:solidFill>
              </a:defRPr>
            </a:lvl1pPr>
            <a:lvl2pPr marL="0" indent="0">
              <a:spcBef>
                <a:spcPts val="0"/>
              </a:spcBef>
              <a:buNone/>
              <a:defRPr sz="1400" b="1" cap="all" baseline="0">
                <a:solidFill>
                  <a:schemeClr val="accent1"/>
                </a:solidFill>
              </a:defRPr>
            </a:lvl2pPr>
            <a:lvl3pPr marL="0" indent="0">
              <a:spcBef>
                <a:spcPts val="0"/>
              </a:spcBef>
              <a:buNone/>
              <a:defRPr sz="1200" b="1">
                <a:solidFill>
                  <a:schemeClr val="tx1"/>
                </a:solidFill>
              </a:defRPr>
            </a:lvl3pPr>
            <a:lvl4pPr marL="0" indent="0">
              <a:spcBef>
                <a:spcPts val="0"/>
              </a:spcBef>
              <a:buNone/>
              <a:defRPr sz="1200">
                <a:solidFill>
                  <a:schemeClr val="accent1"/>
                </a:solidFill>
              </a:defRPr>
            </a:lvl4pPr>
            <a:lvl5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sz="1400" b="1" cap="all" baseline="0">
                <a:solidFill>
                  <a:schemeClr val="tx1"/>
                </a:solidFill>
              </a:defRPr>
            </a:lvl5pPr>
            <a:lvl6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sz="1400" b="0">
                <a:solidFill>
                  <a:schemeClr val="accent1"/>
                </a:solidFill>
              </a:defRPr>
            </a:lvl6pPr>
            <a:lvl7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sz="1400" b="0">
                <a:solidFill>
                  <a:schemeClr val="tx1"/>
                </a:solidFill>
              </a:defRPr>
            </a:lvl7pPr>
            <a:lvl8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a:lvl8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1" name="picture of employee 1">
            <a:extLst>
              <a:ext uri="{FF2B5EF4-FFF2-40B4-BE49-F238E27FC236}">
                <a16:creationId xmlns:a16="http://schemas.microsoft.com/office/drawing/2014/main" id="{9F42FF48-CA95-4892-8051-0BA83451993B}"/>
              </a:ext>
            </a:extLst>
          </p:cNvPr>
          <p:cNvSpPr>
            <a:spLocks noGrp="1" noChangeAspect="1"/>
          </p:cNvSpPr>
          <p:nvPr>
            <p:ph type="pic" sz="quarter" idx="16"/>
          </p:nvPr>
        </p:nvSpPr>
        <p:spPr bwMode="gray">
          <a:xfrm>
            <a:off x="525600" y="2242801"/>
            <a:ext cx="1093503" cy="1533745"/>
          </a:xfrm>
          <a:pattFill prst="ltUpDiag">
            <a:fgClr>
              <a:schemeClr val="bg1">
                <a:lumMod val="95000"/>
              </a:schemeClr>
            </a:fgClr>
            <a:bgClr>
              <a:schemeClr val="bg1"/>
            </a:bgClr>
          </a:pattFill>
        </p:spPr>
        <p:txBody>
          <a:bodyPr/>
          <a:lstStyle/>
          <a:p>
            <a:r>
              <a:rPr lang="de-DE"/>
              <a:t>Bild durch Klicken auf Symbol hinzufügen</a:t>
            </a:r>
          </a:p>
        </p:txBody>
      </p:sp>
      <p:sp>
        <p:nvSpPr>
          <p:cNvPr id="6" name="text 2">
            <a:extLst>
              <a:ext uri="{FF2B5EF4-FFF2-40B4-BE49-F238E27FC236}">
                <a16:creationId xmlns:a16="http://schemas.microsoft.com/office/drawing/2014/main" id="{1F33F5D1-DAB5-96BB-400A-1AFAC2758D5B}"/>
              </a:ext>
            </a:extLst>
          </p:cNvPr>
          <p:cNvSpPr>
            <a:spLocks noGrp="1"/>
          </p:cNvSpPr>
          <p:nvPr>
            <p:ph type="body" sz="quarter" idx="29"/>
          </p:nvPr>
        </p:nvSpPr>
        <p:spPr bwMode="gray">
          <a:xfrm>
            <a:off x="4575602" y="2384874"/>
            <a:ext cx="3178798" cy="3420000"/>
          </a:xfrm>
          <a:solidFill>
            <a:schemeClr val="bg1"/>
          </a:solidFill>
        </p:spPr>
        <p:txBody>
          <a:bodyPr lIns="1008000" tIns="216000" rIns="216000" bIns="216000"/>
          <a:lstStyle>
            <a:lvl1pPr>
              <a:spcBef>
                <a:spcPts val="0"/>
              </a:spcBef>
              <a:defRPr sz="1200">
                <a:solidFill>
                  <a:schemeClr val="tx1"/>
                </a:solidFill>
              </a:defRPr>
            </a:lvl1pPr>
            <a:lvl2pPr marL="0" indent="0">
              <a:spcBef>
                <a:spcPts val="0"/>
              </a:spcBef>
              <a:buNone/>
              <a:defRPr sz="1400" b="1" cap="all" baseline="0">
                <a:solidFill>
                  <a:schemeClr val="accent1"/>
                </a:solidFill>
              </a:defRPr>
            </a:lvl2pPr>
            <a:lvl3pPr marL="0" indent="0">
              <a:spcBef>
                <a:spcPts val="0"/>
              </a:spcBef>
              <a:buNone/>
              <a:defRPr sz="1200" b="1">
                <a:solidFill>
                  <a:schemeClr val="tx1"/>
                </a:solidFill>
              </a:defRPr>
            </a:lvl3pPr>
            <a:lvl4pPr marL="0" indent="0">
              <a:spcBef>
                <a:spcPts val="0"/>
              </a:spcBef>
              <a:buNone/>
              <a:defRPr sz="1200">
                <a:solidFill>
                  <a:schemeClr val="accent1"/>
                </a:solidFill>
              </a:defRPr>
            </a:lvl4pPr>
            <a:lvl5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lang="de-DE" sz="1400" b="1" kern="1200" cap="all" baseline="0" dirty="0">
                <a:solidFill>
                  <a:schemeClr val="tx1"/>
                </a:solidFill>
                <a:latin typeface="+mn-lt"/>
                <a:ea typeface="+mn-ea"/>
                <a:cs typeface="+mn-cs"/>
              </a:defRPr>
            </a:lvl5pPr>
            <a:lvl6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lang="de-DE" sz="1400" b="0" kern="1200" cap="all" baseline="0" dirty="0">
                <a:solidFill>
                  <a:schemeClr val="accent1"/>
                </a:solidFill>
                <a:latin typeface="+mn-lt"/>
                <a:ea typeface="+mn-ea"/>
                <a:cs typeface="+mn-cs"/>
              </a:defRPr>
            </a:lvl6pPr>
            <a:lvl7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lang="de-DE" sz="1400" b="0" kern="1200" cap="all" baseline="0" dirty="0">
                <a:solidFill>
                  <a:schemeClr val="tx1"/>
                </a:solidFill>
                <a:latin typeface="+mn-lt"/>
                <a:ea typeface="+mn-ea"/>
                <a:cs typeface="+mn-cs"/>
              </a:defRPr>
            </a:lvl7pPr>
            <a:lvl8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a:lvl8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5" name="picture of employee 2">
            <a:extLst>
              <a:ext uri="{FF2B5EF4-FFF2-40B4-BE49-F238E27FC236}">
                <a16:creationId xmlns:a16="http://schemas.microsoft.com/office/drawing/2014/main" id="{81B581A6-07C1-4823-8751-B2B2E751AE75}"/>
              </a:ext>
            </a:extLst>
          </p:cNvPr>
          <p:cNvSpPr>
            <a:spLocks noGrp="1" noChangeAspect="1"/>
          </p:cNvSpPr>
          <p:nvPr>
            <p:ph type="pic" sz="quarter" idx="21"/>
          </p:nvPr>
        </p:nvSpPr>
        <p:spPr bwMode="gray">
          <a:xfrm>
            <a:off x="4287683" y="2242801"/>
            <a:ext cx="1093503" cy="1533745"/>
          </a:xfrm>
          <a:pattFill prst="ltUpDiag">
            <a:fgClr>
              <a:schemeClr val="bg1">
                <a:lumMod val="95000"/>
              </a:schemeClr>
            </a:fgClr>
            <a:bgClr>
              <a:schemeClr val="bg1"/>
            </a:bgClr>
          </a:pattFill>
        </p:spPr>
        <p:txBody>
          <a:bodyPr/>
          <a:lstStyle/>
          <a:p>
            <a:r>
              <a:rPr lang="de-DE"/>
              <a:t>Bild durch Klicken auf Symbol hinzufügen</a:t>
            </a:r>
          </a:p>
        </p:txBody>
      </p:sp>
      <p:sp>
        <p:nvSpPr>
          <p:cNvPr id="13" name="text 3">
            <a:extLst>
              <a:ext uri="{FF2B5EF4-FFF2-40B4-BE49-F238E27FC236}">
                <a16:creationId xmlns:a16="http://schemas.microsoft.com/office/drawing/2014/main" id="{83413603-6961-8049-9B60-1009D34D5B4B}"/>
              </a:ext>
            </a:extLst>
          </p:cNvPr>
          <p:cNvSpPr>
            <a:spLocks noGrp="1"/>
          </p:cNvSpPr>
          <p:nvPr>
            <p:ph type="body" sz="quarter" idx="30"/>
          </p:nvPr>
        </p:nvSpPr>
        <p:spPr bwMode="gray">
          <a:xfrm>
            <a:off x="8337602" y="2384874"/>
            <a:ext cx="3178798" cy="3420000"/>
          </a:xfrm>
          <a:solidFill>
            <a:schemeClr val="bg1"/>
          </a:solidFill>
        </p:spPr>
        <p:txBody>
          <a:bodyPr lIns="1008000" tIns="216000" rIns="216000" bIns="216000"/>
          <a:lstStyle>
            <a:lvl1pPr>
              <a:spcBef>
                <a:spcPts val="0"/>
              </a:spcBef>
              <a:defRPr sz="1200">
                <a:solidFill>
                  <a:schemeClr val="tx1"/>
                </a:solidFill>
              </a:defRPr>
            </a:lvl1pPr>
            <a:lvl2pPr marL="0" indent="0">
              <a:spcBef>
                <a:spcPts val="0"/>
              </a:spcBef>
              <a:buNone/>
              <a:defRPr sz="1400" b="1" cap="all" baseline="0">
                <a:solidFill>
                  <a:schemeClr val="accent1"/>
                </a:solidFill>
              </a:defRPr>
            </a:lvl2pPr>
            <a:lvl3pPr marL="0" indent="0">
              <a:spcBef>
                <a:spcPts val="0"/>
              </a:spcBef>
              <a:buNone/>
              <a:defRPr sz="1200" b="1">
                <a:solidFill>
                  <a:schemeClr val="tx1"/>
                </a:solidFill>
              </a:defRPr>
            </a:lvl3pPr>
            <a:lvl4pPr marL="0" indent="0">
              <a:spcBef>
                <a:spcPts val="0"/>
              </a:spcBef>
              <a:buNone/>
              <a:defRPr sz="1200">
                <a:solidFill>
                  <a:schemeClr val="accent1"/>
                </a:solidFill>
              </a:defRPr>
            </a:lvl4pPr>
            <a:lvl5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lang="de-DE" sz="1400" b="1" kern="1200" cap="all" baseline="0" dirty="0">
                <a:solidFill>
                  <a:schemeClr val="tx1"/>
                </a:solidFill>
                <a:latin typeface="+mn-lt"/>
                <a:ea typeface="+mn-ea"/>
                <a:cs typeface="+mn-cs"/>
              </a:defRPr>
            </a:lvl5pPr>
            <a:lvl6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lang="de-DE" sz="1400" b="0" kern="1200" cap="all" baseline="0" dirty="0">
                <a:solidFill>
                  <a:schemeClr val="accent1"/>
                </a:solidFill>
                <a:latin typeface="+mn-lt"/>
                <a:ea typeface="+mn-ea"/>
                <a:cs typeface="+mn-cs"/>
              </a:defRPr>
            </a:lvl6pPr>
            <a:lvl7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lang="de-DE" sz="1400" b="0" kern="1200" cap="all" baseline="0" dirty="0">
                <a:solidFill>
                  <a:schemeClr val="tx1"/>
                </a:solidFill>
                <a:latin typeface="+mn-lt"/>
                <a:ea typeface="+mn-ea"/>
                <a:cs typeface="+mn-cs"/>
              </a:defRPr>
            </a:lvl7pPr>
            <a:lvl8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a:lvl8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5" name="picture of employee 3">
            <a:extLst>
              <a:ext uri="{FF2B5EF4-FFF2-40B4-BE49-F238E27FC236}">
                <a16:creationId xmlns:a16="http://schemas.microsoft.com/office/drawing/2014/main" id="{83A92F53-EC26-49B1-A7EF-E774F2867611}"/>
              </a:ext>
            </a:extLst>
          </p:cNvPr>
          <p:cNvSpPr>
            <a:spLocks noGrp="1" noChangeAspect="1"/>
          </p:cNvSpPr>
          <p:nvPr>
            <p:ph type="pic" sz="quarter" idx="23"/>
          </p:nvPr>
        </p:nvSpPr>
        <p:spPr bwMode="gray">
          <a:xfrm>
            <a:off x="8048316" y="2242801"/>
            <a:ext cx="1093503" cy="1533745"/>
          </a:xfrm>
          <a:pattFill prst="ltUpDiag">
            <a:fgClr>
              <a:schemeClr val="bg1">
                <a:lumMod val="95000"/>
              </a:schemeClr>
            </a:fgClr>
            <a:bgClr>
              <a:schemeClr val="bg1"/>
            </a:bgClr>
          </a:pattFill>
        </p:spPr>
        <p:txBody>
          <a:bodyPr/>
          <a:lstStyle/>
          <a:p>
            <a:r>
              <a:rPr lang="de-DE"/>
              <a:t>Bild durch Klicken auf Symbol hinzufügen</a:t>
            </a:r>
          </a:p>
        </p:txBody>
      </p:sp>
      <p:sp>
        <p:nvSpPr>
          <p:cNvPr id="3" name="QR Code of employee 1">
            <a:extLst>
              <a:ext uri="{FF2B5EF4-FFF2-40B4-BE49-F238E27FC236}">
                <a16:creationId xmlns:a16="http://schemas.microsoft.com/office/drawing/2014/main" id="{DD6FC876-FEAF-B348-94BE-B7CAB30AC92D}"/>
              </a:ext>
            </a:extLst>
          </p:cNvPr>
          <p:cNvSpPr>
            <a:spLocks noGrp="1" noChangeAspect="1"/>
          </p:cNvSpPr>
          <p:nvPr>
            <p:ph type="pic" sz="quarter" idx="17" hasCustomPrompt="1"/>
          </p:nvPr>
        </p:nvSpPr>
        <p:spPr>
          <a:xfrm>
            <a:off x="3195104" y="5004272"/>
            <a:ext cx="701203" cy="701203"/>
          </a:xfrm>
          <a:noFill/>
        </p:spPr>
        <p:txBody>
          <a:bodyPr vert="horz" lIns="0" tIns="0" rIns="0" bIns="0" rtlCol="0" anchor="t">
            <a:noAutofit/>
          </a:bodyPr>
          <a:lstStyle>
            <a:lvl1pPr algn="ctr">
              <a:defRPr lang="de-DE"/>
            </a:lvl1pPr>
          </a:lstStyle>
          <a:p>
            <a:pPr lvl="0"/>
            <a:r>
              <a:rPr lang="de-DE"/>
              <a:t>QR Code</a:t>
            </a:r>
          </a:p>
        </p:txBody>
      </p:sp>
      <p:sp>
        <p:nvSpPr>
          <p:cNvPr id="4" name="QR Code of employee 2">
            <a:extLst>
              <a:ext uri="{FF2B5EF4-FFF2-40B4-BE49-F238E27FC236}">
                <a16:creationId xmlns:a16="http://schemas.microsoft.com/office/drawing/2014/main" id="{1E4103E5-C05F-6EC6-E19D-AC67B40489C4}"/>
              </a:ext>
            </a:extLst>
          </p:cNvPr>
          <p:cNvSpPr>
            <a:spLocks noGrp="1" noChangeAspect="1"/>
          </p:cNvSpPr>
          <p:nvPr>
            <p:ph type="pic" sz="quarter" idx="24" hasCustomPrompt="1"/>
          </p:nvPr>
        </p:nvSpPr>
        <p:spPr>
          <a:xfrm>
            <a:off x="6951760" y="5002234"/>
            <a:ext cx="701203" cy="701203"/>
          </a:xfrm>
          <a:noFill/>
        </p:spPr>
        <p:txBody>
          <a:bodyPr vert="horz" lIns="0" tIns="0" rIns="0" bIns="0" rtlCol="0" anchor="t">
            <a:noAutofit/>
          </a:bodyPr>
          <a:lstStyle>
            <a:lvl1pPr algn="ctr">
              <a:defRPr lang="de-DE"/>
            </a:lvl1pPr>
          </a:lstStyle>
          <a:p>
            <a:pPr lvl="0"/>
            <a:r>
              <a:rPr lang="de-DE"/>
              <a:t>QR Code</a:t>
            </a:r>
          </a:p>
        </p:txBody>
      </p:sp>
      <p:sp>
        <p:nvSpPr>
          <p:cNvPr id="7" name="QR Code of employee 3">
            <a:extLst>
              <a:ext uri="{FF2B5EF4-FFF2-40B4-BE49-F238E27FC236}">
                <a16:creationId xmlns:a16="http://schemas.microsoft.com/office/drawing/2014/main" id="{48E78CB7-3C8F-D614-C0E4-35C014CCCE3F}"/>
              </a:ext>
            </a:extLst>
          </p:cNvPr>
          <p:cNvSpPr>
            <a:spLocks noGrp="1" noChangeAspect="1"/>
          </p:cNvSpPr>
          <p:nvPr>
            <p:ph type="pic" sz="quarter" idx="25" hasCustomPrompt="1"/>
          </p:nvPr>
        </p:nvSpPr>
        <p:spPr>
          <a:xfrm>
            <a:off x="10713760" y="5002234"/>
            <a:ext cx="701203" cy="701203"/>
          </a:xfrm>
          <a:noFill/>
        </p:spPr>
        <p:txBody>
          <a:bodyPr vert="horz" lIns="0" tIns="0" rIns="0" bIns="0" rtlCol="0" anchor="t">
            <a:noAutofit/>
          </a:bodyPr>
          <a:lstStyle>
            <a:lvl1pPr algn="ctr">
              <a:defRPr lang="de-DE"/>
            </a:lvl1pPr>
          </a:lstStyle>
          <a:p>
            <a:pPr lvl="0"/>
            <a:r>
              <a:rPr lang="de-DE"/>
              <a:t>QR Code</a:t>
            </a:r>
          </a:p>
        </p:txBody>
      </p:sp>
      <p:sp>
        <p:nvSpPr>
          <p:cNvPr id="12" name="slide number">
            <a:extLst>
              <a:ext uri="{FF2B5EF4-FFF2-40B4-BE49-F238E27FC236}">
                <a16:creationId xmlns:a16="http://schemas.microsoft.com/office/drawing/2014/main" id="{3BF40BA6-1443-F63F-42ED-42BEB3B43700}"/>
              </a:ext>
            </a:extLst>
          </p:cNvPr>
          <p:cNvSpPr>
            <a:spLocks noGrp="1"/>
          </p:cNvSpPr>
          <p:nvPr>
            <p:ph type="sldNum" sz="quarter" idx="27"/>
          </p:nvPr>
        </p:nvSpPr>
        <p:spPr/>
        <p:txBody>
          <a:bodyPr/>
          <a:lstStyle/>
          <a:p>
            <a:fld id="{9829449A-3FF3-45CE-9F4F-09BADC0910C6}" type="slidenum">
              <a:rPr lang="de-DE"/>
              <a:pPr/>
              <a:t>‹Nr.›</a:t>
            </a:fld>
            <a:endParaRPr lang="de-DE"/>
          </a:p>
        </p:txBody>
      </p:sp>
      <p:sp>
        <p:nvSpPr>
          <p:cNvPr id="11" name="footer">
            <a:extLst>
              <a:ext uri="{FF2B5EF4-FFF2-40B4-BE49-F238E27FC236}">
                <a16:creationId xmlns:a16="http://schemas.microsoft.com/office/drawing/2014/main" id="{CA523F25-A016-AE08-5C61-DBFA0E63C05A}"/>
              </a:ext>
            </a:extLst>
          </p:cNvPr>
          <p:cNvSpPr>
            <a:spLocks noGrp="1"/>
          </p:cNvSpPr>
          <p:nvPr>
            <p:ph type="ftr" sz="quarter" idx="26"/>
          </p:nvPr>
        </p:nvSpPr>
        <p:spPr/>
        <p:txBody>
          <a:bodyPr/>
          <a:lstStyle/>
          <a:p>
            <a:r>
              <a:rPr lang="de-DE"/>
              <a:t>SNB - TGA - 28.08.2026</a:t>
            </a:r>
          </a:p>
        </p:txBody>
      </p:sp>
      <p:grpSp>
        <p:nvGrpSpPr>
          <p:cNvPr id="20" name="info">
            <a:extLst>
              <a:ext uri="{FF2B5EF4-FFF2-40B4-BE49-F238E27FC236}">
                <a16:creationId xmlns:a16="http://schemas.microsoft.com/office/drawing/2014/main" id="{3C927A1D-B2AF-C9EB-E889-6A664DF3FA1B}"/>
              </a:ext>
              <a:ext uri="{C183D7F6-B498-43B3-948B-1728B52AA6E4}">
                <adec:decorative xmlns:adec="http://schemas.microsoft.com/office/drawing/2017/decorative" val="1"/>
              </a:ext>
            </a:extLst>
          </p:cNvPr>
          <p:cNvGrpSpPr/>
          <p:nvPr userDrawn="1"/>
        </p:nvGrpSpPr>
        <p:grpSpPr>
          <a:xfrm flipH="1">
            <a:off x="12330000" y="3169920"/>
            <a:ext cx="2884362" cy="2634954"/>
            <a:chOff x="12236776" y="2786360"/>
            <a:chExt cx="1925720" cy="2634954"/>
          </a:xfrm>
          <a:solidFill>
            <a:srgbClr val="000000"/>
          </a:solidFill>
          <a:effectLst>
            <a:outerShdw blurRad="50800" dist="38100" dir="8100000" algn="tr" rotWithShape="0">
              <a:prstClr val="black">
                <a:alpha val="40000"/>
              </a:prstClr>
            </a:outerShdw>
          </a:effectLst>
        </p:grpSpPr>
        <p:sp>
          <p:nvSpPr>
            <p:cNvPr id="21" name="info">
              <a:extLst>
                <a:ext uri="{FF2B5EF4-FFF2-40B4-BE49-F238E27FC236}">
                  <a16:creationId xmlns:a16="http://schemas.microsoft.com/office/drawing/2014/main" id="{059ECD99-4CDC-4BA7-8B48-1EAE6BDABDBB}"/>
                </a:ext>
              </a:extLst>
            </p:cNvPr>
            <p:cNvSpPr/>
            <p:nvPr userDrawn="1"/>
          </p:nvSpPr>
          <p:spPr bwMode="gray">
            <a:xfrm>
              <a:off x="12582880" y="4947929"/>
              <a:ext cx="1579616" cy="473385"/>
            </a:xfrm>
            <a:prstGeom prst="homePlate">
              <a:avLst>
                <a:gd name="adj" fmla="val 5905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spAutoFit/>
            </a:bodyPr>
            <a:lstStyle/>
            <a:p>
              <a:pPr algn="ctr">
                <a:lnSpc>
                  <a:spcPct val="80000"/>
                </a:lnSpc>
                <a:spcBef>
                  <a:spcPts val="400"/>
                </a:spcBef>
                <a:spcAft>
                  <a:spcPts val="400"/>
                </a:spcAft>
              </a:pPr>
              <a:endParaRPr lang="en-US" sz="1050">
                <a:solidFill>
                  <a:schemeClr val="tx2"/>
                </a:solidFill>
              </a:endParaRPr>
            </a:p>
            <a:p>
              <a:pPr algn="ctr">
                <a:lnSpc>
                  <a:spcPct val="80000"/>
                </a:lnSpc>
                <a:spcBef>
                  <a:spcPts val="400"/>
                </a:spcBef>
                <a:spcAft>
                  <a:spcPts val="400"/>
                </a:spcAft>
              </a:pPr>
              <a:endParaRPr lang="en-US" sz="1050">
                <a:solidFill>
                  <a:schemeClr val="tx2"/>
                </a:solidFill>
              </a:endParaRPr>
            </a:p>
          </p:txBody>
        </p:sp>
        <p:sp>
          <p:nvSpPr>
            <p:cNvPr id="22" name="info">
              <a:extLst>
                <a:ext uri="{FF2B5EF4-FFF2-40B4-BE49-F238E27FC236}">
                  <a16:creationId xmlns:a16="http://schemas.microsoft.com/office/drawing/2014/main" id="{78D9AD96-1F5E-8730-427B-3663FA240A16}"/>
                </a:ext>
              </a:extLst>
            </p:cNvPr>
            <p:cNvSpPr/>
            <p:nvPr userDrawn="1"/>
          </p:nvSpPr>
          <p:spPr bwMode="gray">
            <a:xfrm flipH="1">
              <a:off x="12236776" y="2786360"/>
              <a:ext cx="1742546" cy="263495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oAutofit/>
            </a:bodyPr>
            <a:lstStyle/>
            <a:p>
              <a:r>
                <a:rPr lang="en-US" sz="1050" b="1"/>
                <a:t>CREATE LINKEDIN QR CODE </a:t>
              </a:r>
              <a:br>
                <a:rPr lang="en-US" sz="1050" b="1"/>
              </a:br>
              <a:r>
                <a:rPr lang="en-US" sz="1050" b="1"/>
                <a:t>FOR BUSINESS CARD:</a:t>
              </a:r>
            </a:p>
            <a:p>
              <a:pPr marL="144000" indent="-144000">
                <a:buFont typeface="+mj-lt"/>
                <a:buAutoNum type="arabicPeriod"/>
              </a:pPr>
              <a:r>
                <a:rPr lang="en-US" sz="1050"/>
                <a:t>Open the LinkedIn app and log in.</a:t>
              </a:r>
            </a:p>
            <a:p>
              <a:pPr marL="144000" indent="-144000">
                <a:buFont typeface="+mj-lt"/>
                <a:buAutoNum type="arabicPeriod"/>
              </a:pPr>
              <a:r>
                <a:rPr lang="en-US" sz="1050"/>
                <a:t>Tap the search bar at the top.</a:t>
              </a:r>
            </a:p>
            <a:p>
              <a:pPr marL="144000" indent="-144000">
                <a:buFont typeface="+mj-lt"/>
                <a:buAutoNum type="arabicPeriod"/>
              </a:pPr>
              <a:r>
                <a:rPr lang="en-US" sz="1050"/>
                <a:t>Save the QR code displayed on the right for later use.</a:t>
              </a:r>
            </a:p>
            <a:p>
              <a:pPr>
                <a:spcBef>
                  <a:spcPts val="400"/>
                </a:spcBef>
              </a:pPr>
              <a:r>
                <a:rPr lang="en-US" sz="1050" b="1"/>
                <a:t>FOR CONTACT QR CODE </a:t>
              </a:r>
              <a:br>
                <a:rPr lang="en-US" sz="1050" b="1"/>
              </a:br>
              <a:r>
                <a:rPr lang="en-US" sz="1050" b="1"/>
                <a:t>(DRESONET PROFILE):</a:t>
              </a:r>
            </a:p>
            <a:p>
              <a:pPr marL="144000" indent="-144000" algn="l" defTabSz="914400" rtl="0" eaLnBrk="1" latinLnBrk="0" hangingPunct="1">
                <a:buFont typeface="+mj-lt"/>
                <a:buAutoNum type="arabicPeriod"/>
              </a:pPr>
              <a:r>
                <a:rPr lang="en-US" sz="1050" kern="1200">
                  <a:solidFill>
                    <a:schemeClr val="lt1"/>
                  </a:solidFill>
                  <a:latin typeface="+mn-lt"/>
                  <a:ea typeface="+mn-ea"/>
                  <a:cs typeface="+mn-cs"/>
                </a:rPr>
                <a:t>Search for your name using </a:t>
              </a:r>
              <a:r>
                <a:rPr lang="en-US" sz="1050" kern="1200" err="1">
                  <a:solidFill>
                    <a:schemeClr val="lt1"/>
                  </a:solidFill>
                  <a:latin typeface="+mn-lt"/>
                  <a:ea typeface="+mn-ea"/>
                  <a:cs typeface="+mn-cs"/>
                </a:rPr>
                <a:t>Dresonet's</a:t>
              </a:r>
              <a:r>
                <a:rPr lang="en-US" sz="1050" kern="1200">
                  <a:solidFill>
                    <a:schemeClr val="lt1"/>
                  </a:solidFill>
                  <a:latin typeface="+mn-lt"/>
                  <a:ea typeface="+mn-ea"/>
                  <a:cs typeface="+mn-cs"/>
                </a:rPr>
                <a:t> Enterprise Search.</a:t>
              </a:r>
            </a:p>
            <a:p>
              <a:pPr marL="144000" indent="-144000" algn="l" defTabSz="914400" rtl="0" eaLnBrk="1" latinLnBrk="0" hangingPunct="1">
                <a:buFont typeface="+mj-lt"/>
                <a:buAutoNum type="arabicPeriod"/>
              </a:pPr>
              <a:r>
                <a:rPr lang="en-US" sz="1050" kern="1200">
                  <a:solidFill>
                    <a:schemeClr val="lt1"/>
                  </a:solidFill>
                  <a:latin typeface="+mn-lt"/>
                  <a:ea typeface="+mn-ea"/>
                  <a:cs typeface="+mn-cs"/>
                </a:rPr>
                <a:t>Click on your displayed image.</a:t>
              </a:r>
            </a:p>
            <a:p>
              <a:pPr marL="144000" indent="-144000" algn="l" defTabSz="914400" rtl="0" eaLnBrk="1" latinLnBrk="0" hangingPunct="1">
                <a:buFont typeface="+mj-lt"/>
                <a:buAutoNum type="arabicPeriod"/>
              </a:pPr>
              <a:r>
                <a:rPr lang="en-US" sz="1050" kern="1200">
                  <a:solidFill>
                    <a:schemeClr val="lt1"/>
                  </a:solidFill>
                  <a:latin typeface="+mn-lt"/>
                  <a:ea typeface="+mn-ea"/>
                  <a:cs typeface="+mn-cs"/>
                </a:rPr>
                <a:t>Save the QR code at the bottom of </a:t>
              </a:r>
              <a:br>
                <a:rPr lang="en-US" sz="1050" kern="1200">
                  <a:solidFill>
                    <a:schemeClr val="lt1"/>
                  </a:solidFill>
                  <a:latin typeface="+mn-lt"/>
                  <a:ea typeface="+mn-ea"/>
                  <a:cs typeface="+mn-cs"/>
                </a:rPr>
              </a:br>
              <a:r>
                <a:rPr lang="en-US" sz="1050" kern="1200">
                  <a:solidFill>
                    <a:schemeClr val="lt1"/>
                  </a:solidFill>
                  <a:latin typeface="+mn-lt"/>
                  <a:ea typeface="+mn-ea"/>
                  <a:cs typeface="+mn-cs"/>
                </a:rPr>
                <a:t>the list by right-clicking and selecting </a:t>
              </a:r>
              <a:br>
                <a:rPr lang="en-US" sz="1050" kern="1200">
                  <a:solidFill>
                    <a:schemeClr val="lt1"/>
                  </a:solidFill>
                  <a:latin typeface="+mn-lt"/>
                  <a:ea typeface="+mn-ea"/>
                  <a:cs typeface="+mn-cs"/>
                </a:rPr>
              </a:br>
              <a:r>
                <a:rPr lang="en-US" sz="1050" kern="1200">
                  <a:solidFill>
                    <a:schemeClr val="lt1"/>
                  </a:solidFill>
                  <a:latin typeface="+mn-lt"/>
                  <a:ea typeface="+mn-ea"/>
                  <a:cs typeface="+mn-cs"/>
                </a:rPr>
                <a:t>"Save image as" on your computer </a:t>
              </a:r>
              <a:br>
                <a:rPr lang="en-US" sz="1050" kern="1200">
                  <a:solidFill>
                    <a:schemeClr val="lt1"/>
                  </a:solidFill>
                  <a:latin typeface="+mn-lt"/>
                  <a:ea typeface="+mn-ea"/>
                  <a:cs typeface="+mn-cs"/>
                </a:rPr>
              </a:br>
              <a:r>
                <a:rPr lang="en-US" sz="1050" kern="1200">
                  <a:solidFill>
                    <a:schemeClr val="lt1"/>
                  </a:solidFill>
                  <a:latin typeface="+mn-lt"/>
                  <a:ea typeface="+mn-ea"/>
                  <a:cs typeface="+mn-cs"/>
                </a:rPr>
                <a:t>or smartphone for future use.</a:t>
              </a:r>
            </a:p>
          </p:txBody>
        </p:sp>
      </p:grpSp>
      <p:grpSp>
        <p:nvGrpSpPr>
          <p:cNvPr id="23" name="info">
            <a:extLst>
              <a:ext uri="{FF2B5EF4-FFF2-40B4-BE49-F238E27FC236}">
                <a16:creationId xmlns:a16="http://schemas.microsoft.com/office/drawing/2014/main" id="{56F2EFA0-8747-E76E-0A5F-8D9E2B782F2A}"/>
              </a:ext>
              <a:ext uri="{C183D7F6-B498-43B3-948B-1728B52AA6E4}">
                <adec:decorative xmlns:adec="http://schemas.microsoft.com/office/drawing/2017/decorative" val="1"/>
              </a:ext>
            </a:extLst>
          </p:cNvPr>
          <p:cNvGrpSpPr/>
          <p:nvPr userDrawn="1"/>
        </p:nvGrpSpPr>
        <p:grpSpPr>
          <a:xfrm>
            <a:off x="-2613664" y="4103123"/>
            <a:ext cx="2500810" cy="1699714"/>
            <a:chOff x="12161151" y="2764646"/>
            <a:chExt cx="2500810" cy="1699714"/>
          </a:xfrm>
          <a:effectLst>
            <a:outerShdw blurRad="50800" dist="38100" dir="2700000" algn="tl" rotWithShape="0">
              <a:prstClr val="black">
                <a:alpha val="40000"/>
              </a:prstClr>
            </a:outerShdw>
          </a:effectLst>
        </p:grpSpPr>
        <p:grpSp>
          <p:nvGrpSpPr>
            <p:cNvPr id="24" name="info">
              <a:extLst>
                <a:ext uri="{FF2B5EF4-FFF2-40B4-BE49-F238E27FC236}">
                  <a16:creationId xmlns:a16="http://schemas.microsoft.com/office/drawing/2014/main" id="{A31A750B-E57C-CF4A-2F33-B977D1737780}"/>
                </a:ext>
              </a:extLst>
            </p:cNvPr>
            <p:cNvGrpSpPr/>
            <p:nvPr userDrawn="1"/>
          </p:nvGrpSpPr>
          <p:grpSpPr>
            <a:xfrm>
              <a:off x="12161151" y="2764646"/>
              <a:ext cx="2500810" cy="1699714"/>
              <a:chOff x="12313551" y="2219499"/>
              <a:chExt cx="2500810" cy="1699714"/>
            </a:xfrm>
            <a:solidFill>
              <a:srgbClr val="002965"/>
            </a:solidFill>
          </p:grpSpPr>
          <p:sp>
            <p:nvSpPr>
              <p:cNvPr id="26" name="info">
                <a:extLst>
                  <a:ext uri="{FF2B5EF4-FFF2-40B4-BE49-F238E27FC236}">
                    <a16:creationId xmlns:a16="http://schemas.microsoft.com/office/drawing/2014/main" id="{527F8E9C-78F5-D61A-DB48-B03A661F0E82}"/>
                  </a:ext>
                </a:extLst>
              </p:cNvPr>
              <p:cNvSpPr/>
              <p:nvPr userDrawn="1"/>
            </p:nvSpPr>
            <p:spPr bwMode="gray">
              <a:xfrm>
                <a:off x="13234745" y="3379213"/>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algn="ctr">
                  <a:lnSpc>
                    <a:spcPct val="80000"/>
                  </a:lnSpc>
                  <a:spcBef>
                    <a:spcPts val="400"/>
                  </a:spcBef>
                  <a:spcAft>
                    <a:spcPts val="400"/>
                  </a:spcAft>
                </a:pPr>
                <a:endParaRPr lang="en-US" sz="1050">
                  <a:solidFill>
                    <a:schemeClr val="bg1"/>
                  </a:solidFill>
                </a:endParaRPr>
              </a:p>
              <a:p>
                <a:pPr algn="ctr">
                  <a:lnSpc>
                    <a:spcPct val="80000"/>
                  </a:lnSpc>
                  <a:spcBef>
                    <a:spcPts val="400"/>
                  </a:spcBef>
                  <a:spcAft>
                    <a:spcPts val="400"/>
                  </a:spcAft>
                </a:pPr>
                <a:endParaRPr lang="en-US" sz="1050">
                  <a:solidFill>
                    <a:schemeClr val="bg1"/>
                  </a:solidFill>
                </a:endParaRPr>
              </a:p>
            </p:txBody>
          </p:sp>
          <p:sp>
            <p:nvSpPr>
              <p:cNvPr id="27" name="info">
                <a:extLst>
                  <a:ext uri="{FF2B5EF4-FFF2-40B4-BE49-F238E27FC236}">
                    <a16:creationId xmlns:a16="http://schemas.microsoft.com/office/drawing/2014/main" id="{6BBF7998-E2F1-A4B0-86A1-E502A2B056E8}"/>
                  </a:ext>
                </a:extLst>
              </p:cNvPr>
              <p:cNvSpPr/>
              <p:nvPr userDrawn="1"/>
            </p:nvSpPr>
            <p:spPr bwMode="gray">
              <a:xfrm flipH="1">
                <a:off x="12313551" y="2219499"/>
                <a:ext cx="2232001" cy="169971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36000" rtlCol="0" anchor="t">
                <a:noAutofit/>
              </a:bodyPr>
              <a:lstStyle/>
              <a:p>
                <a:pPr>
                  <a:lnSpc>
                    <a:spcPct val="80000"/>
                  </a:lnSpc>
                  <a:spcBef>
                    <a:spcPts val="400"/>
                  </a:spcBef>
                  <a:spcAft>
                    <a:spcPts val="400"/>
                  </a:spcAft>
                </a:pPr>
                <a:r>
                  <a:rPr lang="en-US" sz="1050" b="1" cap="all">
                    <a:solidFill>
                      <a:schemeClr val="bg1"/>
                    </a:solidFill>
                  </a:rPr>
                  <a:t>TEXT FORMATTING</a:t>
                </a:r>
              </a:p>
              <a:p>
                <a:pPr>
                  <a:lnSpc>
                    <a:spcPct val="80000"/>
                  </a:lnSpc>
                  <a:spcBef>
                    <a:spcPts val="400"/>
                  </a:spcBef>
                  <a:spcAft>
                    <a:spcPts val="400"/>
                  </a:spcAft>
                </a:pPr>
                <a:r>
                  <a:rPr lang="en-US" sz="1050" b="0">
                    <a:solidFill>
                      <a:schemeClr val="bg1"/>
                    </a:solidFill>
                  </a:rPr>
                  <a:t>Be sure to use the indent tool to format the text correctly!</a:t>
                </a:r>
              </a:p>
              <a:p>
                <a:pPr>
                  <a:lnSpc>
                    <a:spcPct val="80000"/>
                  </a:lnSpc>
                  <a:spcBef>
                    <a:spcPts val="400"/>
                  </a:spcBef>
                  <a:spcAft>
                    <a:spcPts val="400"/>
                  </a:spcAft>
                </a:pPr>
                <a:br>
                  <a:rPr lang="en-US" sz="1050" b="0">
                    <a:solidFill>
                      <a:schemeClr val="bg1"/>
                    </a:solidFill>
                  </a:rPr>
                </a:br>
                <a:r>
                  <a:rPr lang="en-US" sz="1050" b="1">
                    <a:solidFill>
                      <a:schemeClr val="bg1"/>
                    </a:solidFill>
                  </a:rPr>
                  <a:t>&gt; right click on text</a:t>
                </a:r>
                <a:br>
                  <a:rPr lang="en-US" sz="1050" b="1">
                    <a:solidFill>
                      <a:schemeClr val="bg1"/>
                    </a:solidFill>
                  </a:rPr>
                </a:br>
                <a:r>
                  <a:rPr lang="en-US" sz="1050" b="1">
                    <a:solidFill>
                      <a:schemeClr val="bg1"/>
                    </a:solidFill>
                  </a:rPr>
                  <a:t>&gt; In-/ Decrease list level</a:t>
                </a:r>
              </a:p>
              <a:p>
                <a:pPr>
                  <a:lnSpc>
                    <a:spcPct val="80000"/>
                  </a:lnSpc>
                  <a:spcBef>
                    <a:spcPts val="400"/>
                  </a:spcBef>
                  <a:spcAft>
                    <a:spcPts val="400"/>
                  </a:spcAft>
                </a:pPr>
                <a:endParaRPr lang="en-US" sz="1050" b="1">
                  <a:solidFill>
                    <a:schemeClr val="bg1"/>
                  </a:solidFill>
                </a:endParaRPr>
              </a:p>
              <a:p>
                <a:pPr>
                  <a:lnSpc>
                    <a:spcPct val="80000"/>
                  </a:lnSpc>
                  <a:spcBef>
                    <a:spcPts val="400"/>
                  </a:spcBef>
                  <a:spcAft>
                    <a:spcPts val="400"/>
                  </a:spcAft>
                </a:pPr>
                <a:endParaRPr lang="en-US" sz="1050" b="1" cap="all" baseline="0">
                  <a:solidFill>
                    <a:schemeClr val="bg1"/>
                  </a:solidFill>
                </a:endParaRPr>
              </a:p>
            </p:txBody>
          </p:sp>
        </p:grpSp>
        <p:pic>
          <p:nvPicPr>
            <p:cNvPr id="25" name="info">
              <a:extLst>
                <a:ext uri="{FF2B5EF4-FFF2-40B4-BE49-F238E27FC236}">
                  <a16:creationId xmlns:a16="http://schemas.microsoft.com/office/drawing/2014/main" id="{020370ED-E681-8D37-A511-1739BCE81E2F}"/>
                </a:ext>
              </a:extLst>
            </p:cNvPr>
            <p:cNvPicPr>
              <a:picLocks noChangeAspect="1"/>
            </p:cNvPicPr>
            <p:nvPr userDrawn="1"/>
          </p:nvPicPr>
          <p:blipFill>
            <a:blip r:embed="rId3"/>
            <a:stretch>
              <a:fillRect/>
            </a:stretch>
          </p:blipFill>
          <p:spPr>
            <a:xfrm>
              <a:off x="12421945" y="4021488"/>
              <a:ext cx="485775" cy="238125"/>
            </a:xfrm>
            <a:prstGeom prst="rect">
              <a:avLst/>
            </a:prstGeom>
          </p:spPr>
        </p:pic>
      </p:grpSp>
      <p:sp>
        <p:nvSpPr>
          <p:cNvPr id="14" name="MIO_Placeholder_Mapping" hidden="1">
            <a:extLst>
              <a:ext uri="{FF2B5EF4-FFF2-40B4-BE49-F238E27FC236}">
                <a16:creationId xmlns:a16="http://schemas.microsoft.com/office/drawing/2014/main" id="{207A93C9-4C2B-DE61-5FCD-B47AE78B103E}"/>
              </a:ext>
            </a:extLst>
          </p:cNvPr>
          <p:cNvSpPr/>
          <p:nvPr userDrawn="1">
            <p:custDataLst>
              <p:tags r:id="rId1"/>
            </p:custDataLst>
          </p:nvPr>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3108219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15">
          <p15:clr>
            <a:srgbClr val="FBAE40"/>
          </p15:clr>
        </p15:guide>
        <p15:guide id="2" pos="1028" userDrawn="1">
          <p15:clr>
            <a:srgbClr val="FBAE40"/>
          </p15:clr>
        </p15:guide>
        <p15:guide id="3" orient="horz" pos="1412">
          <p15:clr>
            <a:srgbClr val="FBAE40"/>
          </p15:clr>
        </p15:guide>
        <p15:guide id="4" orient="horz" pos="1502">
          <p15:clr>
            <a:srgbClr val="FBAE40"/>
          </p15:clr>
        </p15:guide>
        <p15:guide id="5" orient="horz" pos="3659">
          <p15:clr>
            <a:srgbClr val="FBAE40"/>
          </p15:clr>
        </p15:guide>
        <p15:guide id="6" orient="horz" pos="2379">
          <p15:clr>
            <a:srgbClr val="FBAE40"/>
          </p15:clr>
        </p15:guide>
        <p15:guide id="7" pos="2519">
          <p15:clr>
            <a:srgbClr val="FBAE40"/>
          </p15:clr>
        </p15:guide>
        <p15:guide id="8" pos="2700">
          <p15:clr>
            <a:srgbClr val="FBAE40"/>
          </p15:clr>
        </p15:guide>
        <p15:guide id="9" pos="2882">
          <p15:clr>
            <a:srgbClr val="FBAE40"/>
          </p15:clr>
        </p15:guide>
        <p15:guide id="10" pos="3390">
          <p15:clr>
            <a:srgbClr val="FBAE40"/>
          </p15:clr>
        </p15:guide>
        <p15:guide id="11" pos="4886">
          <p15:clr>
            <a:srgbClr val="FBAE40"/>
          </p15:clr>
        </p15:guide>
        <p15:guide id="12" pos="5069">
          <p15:clr>
            <a:srgbClr val="FBAE40"/>
          </p15:clr>
        </p15:guide>
        <p15:guide id="13" pos="5252">
          <p15:clr>
            <a:srgbClr val="FBAE40"/>
          </p15:clr>
        </p15:guide>
        <p15:guide id="14" pos="7256">
          <p15:clr>
            <a:srgbClr val="FBAE40"/>
          </p15:clr>
        </p15:guide>
        <p15:guide id="15" pos="261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ARK Contact 3">
    <p:bg>
      <p:bgRef idx="1001">
        <a:schemeClr val="bg1"/>
      </p:bgRef>
    </p:bg>
    <p:spTree>
      <p:nvGrpSpPr>
        <p:cNvPr id="1" name=""/>
        <p:cNvGrpSpPr/>
        <p:nvPr/>
      </p:nvGrpSpPr>
      <p:grpSpPr>
        <a:xfrm>
          <a:off x="0" y="0"/>
          <a:ext cx="0" cy="0"/>
          <a:chOff x="0" y="0"/>
          <a:chExt cx="0" cy="0"/>
        </a:xfrm>
      </p:grpSpPr>
      <p:pic>
        <p:nvPicPr>
          <p:cNvPr id="35" name="background dreso">
            <a:extLst>
              <a:ext uri="{FF2B5EF4-FFF2-40B4-BE49-F238E27FC236}">
                <a16:creationId xmlns:a16="http://schemas.microsoft.com/office/drawing/2014/main" id="{313B507B-A456-CC66-32BC-AEE6FC29BED6}"/>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white">
          <a:xfrm>
            <a:off x="0" y="0"/>
            <a:ext cx="12191999" cy="6858000"/>
          </a:xfrm>
          <a:prstGeom prst="rect">
            <a:avLst/>
          </a:prstGeom>
        </p:spPr>
      </p:pic>
      <p:sp>
        <p:nvSpPr>
          <p:cNvPr id="38" name="title">
            <a:extLst>
              <a:ext uri="{FF2B5EF4-FFF2-40B4-BE49-F238E27FC236}">
                <a16:creationId xmlns:a16="http://schemas.microsoft.com/office/drawing/2014/main" id="{B6351048-85D6-1C12-6C6E-E16676698A2A}"/>
              </a:ext>
            </a:extLst>
          </p:cNvPr>
          <p:cNvSpPr>
            <a:spLocks noGrp="1"/>
          </p:cNvSpPr>
          <p:nvPr>
            <p:ph type="title"/>
          </p:nvPr>
        </p:nvSpPr>
        <p:spPr bwMode="black"/>
        <p:txBody>
          <a:bodyPr/>
          <a:lstStyle>
            <a:lvl1pPr>
              <a:defRPr>
                <a:solidFill>
                  <a:schemeClr val="tx1"/>
                </a:solidFill>
              </a:defRPr>
            </a:lvl1pPr>
          </a:lstStyle>
          <a:p>
            <a:r>
              <a:rPr lang="de-DE"/>
              <a:t>Mastertitelformat bearbeiten</a:t>
            </a:r>
            <a:endParaRPr lang="en-GB"/>
          </a:p>
        </p:txBody>
      </p:sp>
      <p:sp>
        <p:nvSpPr>
          <p:cNvPr id="5" name="text 1">
            <a:extLst>
              <a:ext uri="{FF2B5EF4-FFF2-40B4-BE49-F238E27FC236}">
                <a16:creationId xmlns:a16="http://schemas.microsoft.com/office/drawing/2014/main" id="{D80954E6-C862-C90B-07B6-73CC7B5E21EC}"/>
              </a:ext>
            </a:extLst>
          </p:cNvPr>
          <p:cNvSpPr>
            <a:spLocks noGrp="1"/>
          </p:cNvSpPr>
          <p:nvPr>
            <p:ph type="body" sz="quarter" idx="28"/>
          </p:nvPr>
        </p:nvSpPr>
        <p:spPr bwMode="invGray">
          <a:xfrm>
            <a:off x="818945" y="2384874"/>
            <a:ext cx="3178798" cy="3420000"/>
          </a:xfrm>
          <a:noFill/>
        </p:spPr>
        <p:txBody>
          <a:bodyPr lIns="1008000" tIns="216000" rIns="216000" bIns="216000"/>
          <a:lstStyle>
            <a:lvl1pPr>
              <a:spcBef>
                <a:spcPts val="0"/>
              </a:spcBef>
              <a:defRPr sz="1200">
                <a:solidFill>
                  <a:schemeClr val="tx1"/>
                </a:solidFill>
              </a:defRPr>
            </a:lvl1pPr>
            <a:lvl2pPr marL="0" indent="0">
              <a:spcBef>
                <a:spcPts val="0"/>
              </a:spcBef>
              <a:buNone/>
              <a:defRPr sz="1400" b="1" cap="all" baseline="0">
                <a:solidFill>
                  <a:schemeClr val="accent3"/>
                </a:solidFill>
              </a:defRPr>
            </a:lvl2pPr>
            <a:lvl3pPr marL="0" indent="0">
              <a:spcBef>
                <a:spcPts val="0"/>
              </a:spcBef>
              <a:buNone/>
              <a:defRPr sz="1200" b="1">
                <a:solidFill>
                  <a:schemeClr val="tx1"/>
                </a:solidFill>
              </a:defRPr>
            </a:lvl3pPr>
            <a:lvl4pPr marL="0" indent="0">
              <a:spcBef>
                <a:spcPts val="0"/>
              </a:spcBef>
              <a:buNone/>
              <a:defRPr sz="1200">
                <a:solidFill>
                  <a:schemeClr val="accent3"/>
                </a:solidFill>
              </a:defRPr>
            </a:lvl4pPr>
            <a:lvl5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sz="1400" b="1" cap="all" baseline="0">
                <a:solidFill>
                  <a:schemeClr val="tx1"/>
                </a:solidFill>
              </a:defRPr>
            </a:lvl5pPr>
            <a:lvl6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sz="1400" b="0"/>
            </a:lvl6pPr>
            <a:lvl7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sz="1400" b="0">
                <a:solidFill>
                  <a:schemeClr val="tx1"/>
                </a:solidFill>
              </a:defRPr>
            </a:lvl7pPr>
            <a:lvl8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a:lvl8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1" name="picture of employee 1">
            <a:extLst>
              <a:ext uri="{FF2B5EF4-FFF2-40B4-BE49-F238E27FC236}">
                <a16:creationId xmlns:a16="http://schemas.microsoft.com/office/drawing/2014/main" id="{9F42FF48-CA95-4892-8051-0BA83451993B}"/>
              </a:ext>
            </a:extLst>
          </p:cNvPr>
          <p:cNvSpPr>
            <a:spLocks noGrp="1" noChangeAspect="1"/>
          </p:cNvSpPr>
          <p:nvPr>
            <p:ph type="pic" sz="quarter" idx="16"/>
          </p:nvPr>
        </p:nvSpPr>
        <p:spPr bwMode="gray">
          <a:xfrm>
            <a:off x="525600" y="2242801"/>
            <a:ext cx="1093503" cy="1533745"/>
          </a:xfrm>
          <a:pattFill prst="ltUpDiag">
            <a:fgClr>
              <a:srgbClr val="F2F2F2"/>
            </a:fgClr>
            <a:bgClr>
              <a:schemeClr val="tx1"/>
            </a:bgClr>
          </a:pattFill>
        </p:spPr>
        <p:txBody>
          <a:bodyPr/>
          <a:lstStyle>
            <a:lvl1pPr>
              <a:defRPr>
                <a:solidFill>
                  <a:schemeClr val="bg1"/>
                </a:solidFill>
              </a:defRPr>
            </a:lvl1pPr>
          </a:lstStyle>
          <a:p>
            <a:r>
              <a:rPr lang="de-DE"/>
              <a:t>Bild durch Klicken auf Symbol hinzufügen</a:t>
            </a:r>
          </a:p>
        </p:txBody>
      </p:sp>
      <p:sp>
        <p:nvSpPr>
          <p:cNvPr id="6" name="text 2">
            <a:extLst>
              <a:ext uri="{FF2B5EF4-FFF2-40B4-BE49-F238E27FC236}">
                <a16:creationId xmlns:a16="http://schemas.microsoft.com/office/drawing/2014/main" id="{1F33F5D1-DAB5-96BB-400A-1AFAC2758D5B}"/>
              </a:ext>
            </a:extLst>
          </p:cNvPr>
          <p:cNvSpPr>
            <a:spLocks noGrp="1"/>
          </p:cNvSpPr>
          <p:nvPr>
            <p:ph type="body" sz="quarter" idx="29"/>
          </p:nvPr>
        </p:nvSpPr>
        <p:spPr bwMode="invGray">
          <a:xfrm>
            <a:off x="4575602" y="2384874"/>
            <a:ext cx="3178798" cy="3420000"/>
          </a:xfrm>
          <a:noFill/>
        </p:spPr>
        <p:txBody>
          <a:bodyPr lIns="1008000" tIns="216000" rIns="216000" bIns="216000"/>
          <a:lstStyle>
            <a:lvl1pPr>
              <a:spcBef>
                <a:spcPts val="0"/>
              </a:spcBef>
              <a:defRPr sz="1200">
                <a:solidFill>
                  <a:schemeClr val="tx1"/>
                </a:solidFill>
              </a:defRPr>
            </a:lvl1pPr>
            <a:lvl2pPr marL="0" indent="0">
              <a:spcBef>
                <a:spcPts val="0"/>
              </a:spcBef>
              <a:buNone/>
              <a:defRPr sz="1400" b="1" cap="all" baseline="0">
                <a:solidFill>
                  <a:schemeClr val="accent3"/>
                </a:solidFill>
              </a:defRPr>
            </a:lvl2pPr>
            <a:lvl3pPr marL="0" indent="0">
              <a:spcBef>
                <a:spcPts val="0"/>
              </a:spcBef>
              <a:buNone/>
              <a:defRPr sz="1200" b="1">
                <a:solidFill>
                  <a:schemeClr val="tx1"/>
                </a:solidFill>
              </a:defRPr>
            </a:lvl3pPr>
            <a:lvl4pPr marL="0" indent="0">
              <a:spcBef>
                <a:spcPts val="0"/>
              </a:spcBef>
              <a:buNone/>
              <a:defRPr sz="1200">
                <a:solidFill>
                  <a:schemeClr val="accent3"/>
                </a:solidFill>
              </a:defRPr>
            </a:lvl4pPr>
            <a:lvl5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lang="de-DE" sz="1400" b="1" kern="1200" cap="all" baseline="0" dirty="0">
                <a:solidFill>
                  <a:schemeClr val="tx1"/>
                </a:solidFill>
                <a:latin typeface="+mn-lt"/>
                <a:ea typeface="+mn-ea"/>
                <a:cs typeface="+mn-cs"/>
              </a:defRPr>
            </a:lvl5pPr>
            <a:lvl6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lang="de-DE" sz="1400" b="0" kern="1200" cap="all" baseline="0" dirty="0">
                <a:solidFill>
                  <a:schemeClr val="accent3"/>
                </a:solidFill>
                <a:latin typeface="+mn-lt"/>
                <a:ea typeface="+mn-ea"/>
                <a:cs typeface="+mn-cs"/>
              </a:defRPr>
            </a:lvl6pPr>
            <a:lvl7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lang="de-DE" sz="1400" b="0" kern="1200" cap="all" baseline="0" dirty="0">
                <a:solidFill>
                  <a:schemeClr val="tx1"/>
                </a:solidFill>
                <a:latin typeface="+mn-lt"/>
                <a:ea typeface="+mn-ea"/>
                <a:cs typeface="+mn-cs"/>
              </a:defRPr>
            </a:lvl7pPr>
            <a:lvl8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a:lvl8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5" name="picture of employee 2">
            <a:extLst>
              <a:ext uri="{FF2B5EF4-FFF2-40B4-BE49-F238E27FC236}">
                <a16:creationId xmlns:a16="http://schemas.microsoft.com/office/drawing/2014/main" id="{81B581A6-07C1-4823-8751-B2B2E751AE75}"/>
              </a:ext>
            </a:extLst>
          </p:cNvPr>
          <p:cNvSpPr>
            <a:spLocks noGrp="1" noChangeAspect="1"/>
          </p:cNvSpPr>
          <p:nvPr>
            <p:ph type="pic" sz="quarter" idx="21"/>
          </p:nvPr>
        </p:nvSpPr>
        <p:spPr bwMode="gray">
          <a:xfrm>
            <a:off x="4287683" y="2242801"/>
            <a:ext cx="1093503" cy="1533745"/>
          </a:xfrm>
          <a:pattFill prst="ltUpDiag">
            <a:fgClr>
              <a:srgbClr val="F2F2F2"/>
            </a:fgClr>
            <a:bgClr>
              <a:schemeClr val="tx1"/>
            </a:bgClr>
          </a:pattFill>
        </p:spPr>
        <p:txBody>
          <a:bodyPr/>
          <a:lstStyle>
            <a:lvl1pPr>
              <a:defRPr>
                <a:solidFill>
                  <a:schemeClr val="bg1"/>
                </a:solidFill>
              </a:defRPr>
            </a:lvl1pPr>
          </a:lstStyle>
          <a:p>
            <a:r>
              <a:rPr lang="de-DE"/>
              <a:t>Bild durch Klicken auf Symbol hinzufügen</a:t>
            </a:r>
          </a:p>
        </p:txBody>
      </p:sp>
      <p:sp>
        <p:nvSpPr>
          <p:cNvPr id="13" name="text 3">
            <a:extLst>
              <a:ext uri="{FF2B5EF4-FFF2-40B4-BE49-F238E27FC236}">
                <a16:creationId xmlns:a16="http://schemas.microsoft.com/office/drawing/2014/main" id="{83413603-6961-8049-9B60-1009D34D5B4B}"/>
              </a:ext>
            </a:extLst>
          </p:cNvPr>
          <p:cNvSpPr>
            <a:spLocks noGrp="1"/>
          </p:cNvSpPr>
          <p:nvPr>
            <p:ph type="body" sz="quarter" idx="30"/>
          </p:nvPr>
        </p:nvSpPr>
        <p:spPr bwMode="invGray">
          <a:xfrm>
            <a:off x="8337602" y="2384874"/>
            <a:ext cx="3178798" cy="3420000"/>
          </a:xfrm>
          <a:noFill/>
        </p:spPr>
        <p:txBody>
          <a:bodyPr lIns="1008000" tIns="216000" rIns="216000" bIns="216000"/>
          <a:lstStyle>
            <a:lvl1pPr>
              <a:spcBef>
                <a:spcPts val="0"/>
              </a:spcBef>
              <a:defRPr sz="1200">
                <a:solidFill>
                  <a:schemeClr val="tx1"/>
                </a:solidFill>
              </a:defRPr>
            </a:lvl1pPr>
            <a:lvl2pPr marL="0" indent="0">
              <a:spcBef>
                <a:spcPts val="0"/>
              </a:spcBef>
              <a:buNone/>
              <a:defRPr sz="1400" b="1" cap="all" baseline="0">
                <a:solidFill>
                  <a:schemeClr val="accent3"/>
                </a:solidFill>
              </a:defRPr>
            </a:lvl2pPr>
            <a:lvl3pPr marL="0" indent="0">
              <a:spcBef>
                <a:spcPts val="0"/>
              </a:spcBef>
              <a:buNone/>
              <a:defRPr sz="1200" b="1">
                <a:solidFill>
                  <a:schemeClr val="tx1"/>
                </a:solidFill>
              </a:defRPr>
            </a:lvl3pPr>
            <a:lvl4pPr marL="0" indent="0">
              <a:spcBef>
                <a:spcPts val="0"/>
              </a:spcBef>
              <a:buNone/>
              <a:defRPr sz="1200">
                <a:solidFill>
                  <a:schemeClr val="accent3"/>
                </a:solidFill>
              </a:defRPr>
            </a:lvl4pPr>
            <a:lvl5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lang="de-DE" sz="1400" b="1" kern="1200" cap="all" baseline="0" dirty="0">
                <a:solidFill>
                  <a:schemeClr val="tx1"/>
                </a:solidFill>
                <a:latin typeface="+mn-lt"/>
                <a:ea typeface="+mn-ea"/>
                <a:cs typeface="+mn-cs"/>
              </a:defRPr>
            </a:lvl5pPr>
            <a:lvl6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lang="de-DE" sz="1400" b="0" kern="1200" cap="all" baseline="0" dirty="0">
                <a:solidFill>
                  <a:schemeClr val="accent3"/>
                </a:solidFill>
                <a:latin typeface="+mn-lt"/>
                <a:ea typeface="+mn-ea"/>
                <a:cs typeface="+mn-cs"/>
              </a:defRPr>
            </a:lvl6pPr>
            <a:lvl7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lang="de-DE" sz="1400" b="0" kern="1200" cap="all" baseline="0" dirty="0">
                <a:solidFill>
                  <a:schemeClr val="tx1"/>
                </a:solidFill>
                <a:latin typeface="+mn-lt"/>
                <a:ea typeface="+mn-ea"/>
                <a:cs typeface="+mn-cs"/>
              </a:defRPr>
            </a:lvl7pPr>
            <a:lvl8pPr marL="0" marR="0" indent="0" algn="l" defTabSz="914400" rtl="0" eaLnBrk="1" fontAlgn="auto" latinLnBrk="0" hangingPunct="1">
              <a:lnSpc>
                <a:spcPct val="100000"/>
              </a:lnSpc>
              <a:spcBef>
                <a:spcPts val="0"/>
              </a:spcBef>
              <a:spcAft>
                <a:spcPts val="400"/>
              </a:spcAft>
              <a:buClr>
                <a:schemeClr val="tx1"/>
              </a:buClr>
              <a:buSzTx/>
              <a:buFont typeface="Arial" panose="020B0604020202020204" pitchFamily="34" charset="0"/>
              <a:buNone/>
              <a:tabLst/>
              <a:defRPr/>
            </a:lvl8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5" name="picture of employee 3">
            <a:extLst>
              <a:ext uri="{FF2B5EF4-FFF2-40B4-BE49-F238E27FC236}">
                <a16:creationId xmlns:a16="http://schemas.microsoft.com/office/drawing/2014/main" id="{83A92F53-EC26-49B1-A7EF-E774F2867611}"/>
              </a:ext>
            </a:extLst>
          </p:cNvPr>
          <p:cNvSpPr>
            <a:spLocks noGrp="1" noChangeAspect="1"/>
          </p:cNvSpPr>
          <p:nvPr>
            <p:ph type="pic" sz="quarter" idx="23"/>
          </p:nvPr>
        </p:nvSpPr>
        <p:spPr bwMode="gray">
          <a:xfrm>
            <a:off x="8048316" y="2242801"/>
            <a:ext cx="1093503" cy="1533745"/>
          </a:xfrm>
          <a:pattFill prst="ltUpDiag">
            <a:fgClr>
              <a:srgbClr val="F2F2F2"/>
            </a:fgClr>
            <a:bgClr>
              <a:schemeClr val="tx1"/>
            </a:bgClr>
          </a:pattFill>
        </p:spPr>
        <p:txBody>
          <a:bodyPr/>
          <a:lstStyle>
            <a:lvl1pPr>
              <a:defRPr>
                <a:solidFill>
                  <a:schemeClr val="bg1"/>
                </a:solidFill>
              </a:defRPr>
            </a:lvl1pPr>
          </a:lstStyle>
          <a:p>
            <a:r>
              <a:rPr lang="de-DE"/>
              <a:t>Bild durch Klicken auf Symbol hinzufügen</a:t>
            </a:r>
          </a:p>
        </p:txBody>
      </p:sp>
      <p:sp>
        <p:nvSpPr>
          <p:cNvPr id="3" name="QR Code of employee 1">
            <a:extLst>
              <a:ext uri="{FF2B5EF4-FFF2-40B4-BE49-F238E27FC236}">
                <a16:creationId xmlns:a16="http://schemas.microsoft.com/office/drawing/2014/main" id="{DD6FC876-FEAF-B348-94BE-B7CAB30AC92D}"/>
              </a:ext>
            </a:extLst>
          </p:cNvPr>
          <p:cNvSpPr>
            <a:spLocks noGrp="1" noChangeAspect="1"/>
          </p:cNvSpPr>
          <p:nvPr>
            <p:ph type="pic" sz="quarter" idx="17" hasCustomPrompt="1"/>
          </p:nvPr>
        </p:nvSpPr>
        <p:spPr>
          <a:xfrm>
            <a:off x="3195104" y="5004272"/>
            <a:ext cx="701203" cy="701203"/>
          </a:xfrm>
          <a:noFill/>
        </p:spPr>
        <p:txBody>
          <a:bodyPr vert="horz" lIns="0" tIns="0" rIns="0" bIns="0" rtlCol="0" anchor="t">
            <a:noAutofit/>
          </a:bodyPr>
          <a:lstStyle>
            <a:lvl1pPr algn="ctr">
              <a:defRPr lang="de-DE">
                <a:solidFill>
                  <a:schemeClr val="tx1"/>
                </a:solidFill>
              </a:defRPr>
            </a:lvl1pPr>
          </a:lstStyle>
          <a:p>
            <a:pPr lvl="0"/>
            <a:r>
              <a:rPr lang="de-DE"/>
              <a:t>QR Code</a:t>
            </a:r>
          </a:p>
        </p:txBody>
      </p:sp>
      <p:sp>
        <p:nvSpPr>
          <p:cNvPr id="4" name="QR Code of employee 2">
            <a:extLst>
              <a:ext uri="{FF2B5EF4-FFF2-40B4-BE49-F238E27FC236}">
                <a16:creationId xmlns:a16="http://schemas.microsoft.com/office/drawing/2014/main" id="{1E4103E5-C05F-6EC6-E19D-AC67B40489C4}"/>
              </a:ext>
            </a:extLst>
          </p:cNvPr>
          <p:cNvSpPr>
            <a:spLocks noGrp="1" noChangeAspect="1"/>
          </p:cNvSpPr>
          <p:nvPr>
            <p:ph type="pic" sz="quarter" idx="24" hasCustomPrompt="1"/>
          </p:nvPr>
        </p:nvSpPr>
        <p:spPr>
          <a:xfrm>
            <a:off x="6951760" y="5002234"/>
            <a:ext cx="701203" cy="701203"/>
          </a:xfrm>
          <a:noFill/>
        </p:spPr>
        <p:txBody>
          <a:bodyPr vert="horz" lIns="0" tIns="0" rIns="0" bIns="0" rtlCol="0" anchor="t">
            <a:noAutofit/>
          </a:bodyPr>
          <a:lstStyle>
            <a:lvl1pPr algn="ctr">
              <a:defRPr lang="de-DE">
                <a:solidFill>
                  <a:schemeClr val="tx1"/>
                </a:solidFill>
              </a:defRPr>
            </a:lvl1pPr>
          </a:lstStyle>
          <a:p>
            <a:pPr lvl="0"/>
            <a:r>
              <a:rPr lang="de-DE"/>
              <a:t>QR Code</a:t>
            </a:r>
          </a:p>
        </p:txBody>
      </p:sp>
      <p:sp>
        <p:nvSpPr>
          <p:cNvPr id="7" name="QR Code of employee 3">
            <a:extLst>
              <a:ext uri="{FF2B5EF4-FFF2-40B4-BE49-F238E27FC236}">
                <a16:creationId xmlns:a16="http://schemas.microsoft.com/office/drawing/2014/main" id="{48E78CB7-3C8F-D614-C0E4-35C014CCCE3F}"/>
              </a:ext>
            </a:extLst>
          </p:cNvPr>
          <p:cNvSpPr>
            <a:spLocks noGrp="1" noChangeAspect="1"/>
          </p:cNvSpPr>
          <p:nvPr>
            <p:ph type="pic" sz="quarter" idx="25" hasCustomPrompt="1"/>
          </p:nvPr>
        </p:nvSpPr>
        <p:spPr>
          <a:xfrm>
            <a:off x="10713760" y="5002234"/>
            <a:ext cx="701203" cy="701203"/>
          </a:xfrm>
          <a:noFill/>
        </p:spPr>
        <p:txBody>
          <a:bodyPr vert="horz" lIns="0" tIns="0" rIns="0" bIns="0" rtlCol="0" anchor="t">
            <a:noAutofit/>
          </a:bodyPr>
          <a:lstStyle>
            <a:lvl1pPr algn="ctr">
              <a:defRPr lang="de-DE">
                <a:solidFill>
                  <a:schemeClr val="tx1"/>
                </a:solidFill>
              </a:defRPr>
            </a:lvl1pPr>
          </a:lstStyle>
          <a:p>
            <a:pPr lvl="0"/>
            <a:r>
              <a:rPr lang="de-DE"/>
              <a:t>QR Code</a:t>
            </a:r>
          </a:p>
        </p:txBody>
      </p:sp>
      <p:sp>
        <p:nvSpPr>
          <p:cNvPr id="12" name="slide number">
            <a:extLst>
              <a:ext uri="{FF2B5EF4-FFF2-40B4-BE49-F238E27FC236}">
                <a16:creationId xmlns:a16="http://schemas.microsoft.com/office/drawing/2014/main" id="{3BF40BA6-1443-F63F-42ED-42BEB3B43700}"/>
              </a:ext>
            </a:extLst>
          </p:cNvPr>
          <p:cNvSpPr>
            <a:spLocks noGrp="1"/>
          </p:cNvSpPr>
          <p:nvPr>
            <p:ph type="sldNum" sz="quarter" idx="27"/>
          </p:nvPr>
        </p:nvSpPr>
        <p:spPr bwMode="black"/>
        <p:txBody>
          <a:bodyPr/>
          <a:lstStyle>
            <a:lvl1pPr>
              <a:defRPr>
                <a:solidFill>
                  <a:schemeClr val="tx1"/>
                </a:solidFill>
              </a:defRPr>
            </a:lvl1pPr>
          </a:lstStyle>
          <a:p>
            <a:fld id="{9829449A-3FF3-45CE-9F4F-09BADC0910C6}" type="slidenum">
              <a:rPr lang="de-DE"/>
              <a:pPr/>
              <a:t>‹Nr.›</a:t>
            </a:fld>
            <a:endParaRPr lang="de-DE"/>
          </a:p>
        </p:txBody>
      </p:sp>
      <p:sp>
        <p:nvSpPr>
          <p:cNvPr id="11" name="footer">
            <a:extLst>
              <a:ext uri="{FF2B5EF4-FFF2-40B4-BE49-F238E27FC236}">
                <a16:creationId xmlns:a16="http://schemas.microsoft.com/office/drawing/2014/main" id="{CA523F25-A016-AE08-5C61-DBFA0E63C05A}"/>
              </a:ext>
            </a:extLst>
          </p:cNvPr>
          <p:cNvSpPr>
            <a:spLocks noGrp="1"/>
          </p:cNvSpPr>
          <p:nvPr>
            <p:ph type="ftr" sz="quarter" idx="26"/>
          </p:nvPr>
        </p:nvSpPr>
        <p:spPr bwMode="black"/>
        <p:txBody>
          <a:bodyPr/>
          <a:lstStyle>
            <a:lvl1pPr>
              <a:defRPr>
                <a:solidFill>
                  <a:schemeClr val="tx1"/>
                </a:solidFill>
              </a:defRPr>
            </a:lvl1pPr>
          </a:lstStyle>
          <a:p>
            <a:r>
              <a:rPr lang="de-DE"/>
              <a:t>SNB - TGA - 28.08.2026</a:t>
            </a:r>
          </a:p>
        </p:txBody>
      </p:sp>
      <p:grpSp>
        <p:nvGrpSpPr>
          <p:cNvPr id="9" name="logo drees&amp;sommer white">
            <a:extLst>
              <a:ext uri="{FF2B5EF4-FFF2-40B4-BE49-F238E27FC236}">
                <a16:creationId xmlns:a16="http://schemas.microsoft.com/office/drawing/2014/main" id="{39D448FD-653D-E0EF-5C20-C2CF5997C211}"/>
              </a:ext>
              <a:ext uri="{C183D7F6-B498-43B3-948B-1728B52AA6E4}">
                <adec:decorative xmlns:adec="http://schemas.microsoft.com/office/drawing/2017/decorative" val="1"/>
              </a:ext>
            </a:extLst>
          </p:cNvPr>
          <p:cNvGrpSpPr>
            <a:grpSpLocks noChangeAspect="1"/>
          </p:cNvGrpSpPr>
          <p:nvPr userDrawn="1"/>
        </p:nvGrpSpPr>
        <p:grpSpPr bwMode="black">
          <a:xfrm>
            <a:off x="10716797" y="6331911"/>
            <a:ext cx="948154" cy="286131"/>
            <a:chOff x="95247" y="1619247"/>
            <a:chExt cx="12004075" cy="3622552"/>
          </a:xfrm>
          <a:solidFill>
            <a:schemeClr val="tx1"/>
          </a:solidFill>
        </p:grpSpPr>
        <p:sp>
          <p:nvSpPr>
            <p:cNvPr id="10" name="d">
              <a:extLst>
                <a:ext uri="{FF2B5EF4-FFF2-40B4-BE49-F238E27FC236}">
                  <a16:creationId xmlns:a16="http://schemas.microsoft.com/office/drawing/2014/main" id="{5CE30B95-8149-904D-4D5D-31B1AFA09812}"/>
                </a:ext>
              </a:extLst>
            </p:cNvPr>
            <p:cNvSpPr/>
            <p:nvPr/>
          </p:nvSpPr>
          <p:spPr bwMode="black">
            <a:xfrm>
              <a:off x="146585" y="1619247"/>
              <a:ext cx="1890145" cy="1555528"/>
            </a:xfrm>
            <a:custGeom>
              <a:avLst/>
              <a:gdLst>
                <a:gd name="connsiteX0" fmla="*/ 361760 w 1890141"/>
                <a:gd name="connsiteY0" fmla="*/ 1263206 h 1555527"/>
                <a:gd name="connsiteX1" fmla="*/ 361760 w 1890141"/>
                <a:gd name="connsiteY1" fmla="*/ 277368 h 1555527"/>
                <a:gd name="connsiteX2" fmla="*/ 1003840 w 1890141"/>
                <a:gd name="connsiteY2" fmla="*/ 277368 h 1555527"/>
                <a:gd name="connsiteX3" fmla="*/ 1516380 w 1890141"/>
                <a:gd name="connsiteY3" fmla="*/ 762762 h 1555527"/>
                <a:gd name="connsiteX4" fmla="*/ 828961 w 1890141"/>
                <a:gd name="connsiteY4" fmla="*/ 1263206 h 1555527"/>
                <a:gd name="connsiteX5" fmla="*/ 361760 w 1890141"/>
                <a:gd name="connsiteY5" fmla="*/ 1263206 h 1555527"/>
                <a:gd name="connsiteX6" fmla="*/ 0 w 1890141"/>
                <a:gd name="connsiteY6" fmla="*/ 1555528 h 1555527"/>
                <a:gd name="connsiteX7" fmla="*/ 907447 w 1890141"/>
                <a:gd name="connsiteY7" fmla="*/ 1555528 h 1555527"/>
                <a:gd name="connsiteX8" fmla="*/ 1546574 w 1890141"/>
                <a:gd name="connsiteY8" fmla="*/ 1435037 h 1555527"/>
                <a:gd name="connsiteX9" fmla="*/ 1890141 w 1890141"/>
                <a:gd name="connsiteY9" fmla="*/ 768763 h 1555527"/>
                <a:gd name="connsiteX10" fmla="*/ 1000792 w 1890141"/>
                <a:gd name="connsiteY10" fmla="*/ 0 h 1555527"/>
                <a:gd name="connsiteX11" fmla="*/ 0 w 1890141"/>
                <a:gd name="connsiteY11" fmla="*/ 0 h 1555527"/>
                <a:gd name="connsiteX12" fmla="*/ 0 w 1890141"/>
                <a:gd name="connsiteY12" fmla="*/ 1555528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0141" h="1555527">
                  <a:moveTo>
                    <a:pt x="361760" y="1263206"/>
                  </a:moveTo>
                  <a:lnTo>
                    <a:pt x="361760" y="277368"/>
                  </a:lnTo>
                  <a:lnTo>
                    <a:pt x="1003840" y="277368"/>
                  </a:lnTo>
                  <a:cubicBezTo>
                    <a:pt x="1344549" y="277368"/>
                    <a:pt x="1516380" y="446246"/>
                    <a:pt x="1516380" y="762762"/>
                  </a:cubicBezTo>
                  <a:cubicBezTo>
                    <a:pt x="1516380" y="1148620"/>
                    <a:pt x="1287209" y="1263206"/>
                    <a:pt x="828961" y="1263206"/>
                  </a:cubicBezTo>
                  <a:lnTo>
                    <a:pt x="361760" y="1263206"/>
                  </a:lnTo>
                  <a:close/>
                  <a:moveTo>
                    <a:pt x="0" y="1555528"/>
                  </a:moveTo>
                  <a:lnTo>
                    <a:pt x="907447" y="1555528"/>
                  </a:lnTo>
                  <a:cubicBezTo>
                    <a:pt x="1184624" y="1555528"/>
                    <a:pt x="1395698" y="1528382"/>
                    <a:pt x="1546574" y="1435037"/>
                  </a:cubicBezTo>
                  <a:cubicBezTo>
                    <a:pt x="1763649" y="1302353"/>
                    <a:pt x="1890141" y="1061180"/>
                    <a:pt x="1890141" y="768763"/>
                  </a:cubicBezTo>
                  <a:cubicBezTo>
                    <a:pt x="1890141" y="286417"/>
                    <a:pt x="1582769" y="0"/>
                    <a:pt x="1000792" y="0"/>
                  </a:cubicBezTo>
                  <a:lnTo>
                    <a:pt x="0" y="0"/>
                  </a:lnTo>
                  <a:lnTo>
                    <a:pt x="0" y="1555528"/>
                  </a:lnTo>
                  <a:close/>
                </a:path>
              </a:pathLst>
            </a:custGeom>
            <a:grpFill/>
            <a:ln w="9525" cap="flat">
              <a:noFill/>
              <a:prstDash val="solid"/>
              <a:miter/>
            </a:ln>
          </p:spPr>
          <p:txBody>
            <a:bodyPr lIns="0" tIns="0" rIns="0" bIns="0" rtlCol="0" anchor="ctr"/>
            <a:lstStyle/>
            <a:p>
              <a:endParaRPr lang="de-DE" sz="100"/>
            </a:p>
          </p:txBody>
        </p:sp>
        <p:sp>
          <p:nvSpPr>
            <p:cNvPr id="19" name="r">
              <a:extLst>
                <a:ext uri="{FF2B5EF4-FFF2-40B4-BE49-F238E27FC236}">
                  <a16:creationId xmlns:a16="http://schemas.microsoft.com/office/drawing/2014/main" id="{11798F03-5AE8-975E-941B-FA6839D51A5A}"/>
                </a:ext>
              </a:extLst>
            </p:cNvPr>
            <p:cNvSpPr/>
            <p:nvPr/>
          </p:nvSpPr>
          <p:spPr bwMode="black">
            <a:xfrm>
              <a:off x="2405150" y="1899664"/>
              <a:ext cx="1579811" cy="1275112"/>
            </a:xfrm>
            <a:custGeom>
              <a:avLst/>
              <a:gdLst>
                <a:gd name="connsiteX0" fmla="*/ 1015937 w 1579816"/>
                <a:gd name="connsiteY0" fmla="*/ 220028 h 1275111"/>
                <a:gd name="connsiteX1" fmla="*/ 1157668 w 1579816"/>
                <a:gd name="connsiteY1" fmla="*/ 322517 h 1275111"/>
                <a:gd name="connsiteX2" fmla="*/ 1157668 w 1579816"/>
                <a:gd name="connsiteY2" fmla="*/ 470249 h 1275111"/>
                <a:gd name="connsiteX3" fmla="*/ 1015937 w 1579816"/>
                <a:gd name="connsiteY3" fmla="*/ 572738 h 1275111"/>
                <a:gd name="connsiteX4" fmla="*/ 307467 w 1579816"/>
                <a:gd name="connsiteY4" fmla="*/ 572738 h 1275111"/>
                <a:gd name="connsiteX5" fmla="*/ 307467 w 1579816"/>
                <a:gd name="connsiteY5" fmla="*/ 220028 h 1275111"/>
                <a:gd name="connsiteX6" fmla="*/ 1015937 w 1579816"/>
                <a:gd name="connsiteY6" fmla="*/ 220028 h 1275111"/>
                <a:gd name="connsiteX7" fmla="*/ 0 w 1579816"/>
                <a:gd name="connsiteY7" fmla="*/ 1275112 h 1275111"/>
                <a:gd name="connsiteX8" fmla="*/ 307562 w 1579816"/>
                <a:gd name="connsiteY8" fmla="*/ 1275112 h 1275111"/>
                <a:gd name="connsiteX9" fmla="*/ 307562 w 1579816"/>
                <a:gd name="connsiteY9" fmla="*/ 792671 h 1275111"/>
                <a:gd name="connsiteX10" fmla="*/ 599980 w 1579816"/>
                <a:gd name="connsiteY10" fmla="*/ 792671 h 1275111"/>
                <a:gd name="connsiteX11" fmla="*/ 1133570 w 1579816"/>
                <a:gd name="connsiteY11" fmla="*/ 1275112 h 1275111"/>
                <a:gd name="connsiteX12" fmla="*/ 1579817 w 1579816"/>
                <a:gd name="connsiteY12" fmla="*/ 1275112 h 1275111"/>
                <a:gd name="connsiteX13" fmla="*/ 973741 w 1579816"/>
                <a:gd name="connsiteY13" fmla="*/ 792671 h 1275111"/>
                <a:gd name="connsiteX14" fmla="*/ 1148620 w 1579816"/>
                <a:gd name="connsiteY14" fmla="*/ 792671 h 1275111"/>
                <a:gd name="connsiteX15" fmla="*/ 1447133 w 1579816"/>
                <a:gd name="connsiteY15" fmla="*/ 548640 h 1275111"/>
                <a:gd name="connsiteX16" fmla="*/ 1447133 w 1579816"/>
                <a:gd name="connsiteY16" fmla="*/ 247174 h 1275111"/>
                <a:gd name="connsiteX17" fmla="*/ 1148620 w 1579816"/>
                <a:gd name="connsiteY17" fmla="*/ 0 h 1275111"/>
                <a:gd name="connsiteX18" fmla="*/ 0 w 1579816"/>
                <a:gd name="connsiteY18" fmla="*/ 0 h 1275111"/>
                <a:gd name="connsiteX19" fmla="*/ 0 w 1579816"/>
                <a:gd name="connsiteY19" fmla="*/ 1275112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79816" h="1275111">
                  <a:moveTo>
                    <a:pt x="1015937" y="220028"/>
                  </a:moveTo>
                  <a:cubicBezTo>
                    <a:pt x="1109282" y="220028"/>
                    <a:pt x="1157668" y="238220"/>
                    <a:pt x="1157668" y="322517"/>
                  </a:cubicBezTo>
                  <a:lnTo>
                    <a:pt x="1157668" y="470249"/>
                  </a:lnTo>
                  <a:cubicBezTo>
                    <a:pt x="1157668" y="554736"/>
                    <a:pt x="1109282" y="572738"/>
                    <a:pt x="1015937" y="572738"/>
                  </a:cubicBezTo>
                  <a:lnTo>
                    <a:pt x="307467" y="572738"/>
                  </a:lnTo>
                  <a:lnTo>
                    <a:pt x="307467" y="220028"/>
                  </a:lnTo>
                  <a:lnTo>
                    <a:pt x="1015937" y="220028"/>
                  </a:lnTo>
                  <a:close/>
                  <a:moveTo>
                    <a:pt x="0" y="1275112"/>
                  </a:moveTo>
                  <a:lnTo>
                    <a:pt x="307562" y="1275112"/>
                  </a:lnTo>
                  <a:lnTo>
                    <a:pt x="307562" y="792671"/>
                  </a:lnTo>
                  <a:lnTo>
                    <a:pt x="599980" y="792671"/>
                  </a:lnTo>
                  <a:lnTo>
                    <a:pt x="1133570" y="1275112"/>
                  </a:lnTo>
                  <a:lnTo>
                    <a:pt x="1579817" y="1275112"/>
                  </a:lnTo>
                  <a:lnTo>
                    <a:pt x="973741" y="792671"/>
                  </a:lnTo>
                  <a:lnTo>
                    <a:pt x="1148620" y="792671"/>
                  </a:lnTo>
                  <a:cubicBezTo>
                    <a:pt x="1353693" y="792671"/>
                    <a:pt x="1447133" y="723329"/>
                    <a:pt x="1447133" y="548640"/>
                  </a:cubicBezTo>
                  <a:lnTo>
                    <a:pt x="1447133" y="247174"/>
                  </a:lnTo>
                  <a:cubicBezTo>
                    <a:pt x="1447133" y="69342"/>
                    <a:pt x="1353598" y="0"/>
                    <a:pt x="1148620" y="0"/>
                  </a:cubicBezTo>
                  <a:lnTo>
                    <a:pt x="0" y="0"/>
                  </a:lnTo>
                  <a:lnTo>
                    <a:pt x="0" y="1275112"/>
                  </a:lnTo>
                  <a:close/>
                </a:path>
              </a:pathLst>
            </a:custGeom>
            <a:grpFill/>
            <a:ln w="9525" cap="flat">
              <a:noFill/>
              <a:prstDash val="solid"/>
              <a:miter/>
            </a:ln>
          </p:spPr>
          <p:txBody>
            <a:bodyPr lIns="0" tIns="0" rIns="0" bIns="0" rtlCol="0" anchor="ctr"/>
            <a:lstStyle/>
            <a:p>
              <a:endParaRPr lang="de-DE" sz="100"/>
            </a:p>
          </p:txBody>
        </p:sp>
        <p:sp>
          <p:nvSpPr>
            <p:cNvPr id="20" name="e">
              <a:extLst>
                <a:ext uri="{FF2B5EF4-FFF2-40B4-BE49-F238E27FC236}">
                  <a16:creationId xmlns:a16="http://schemas.microsoft.com/office/drawing/2014/main" id="{060B7145-D705-594D-EFB3-500F8EB49A62}"/>
                </a:ext>
              </a:extLst>
            </p:cNvPr>
            <p:cNvSpPr/>
            <p:nvPr/>
          </p:nvSpPr>
          <p:spPr bwMode="black">
            <a:xfrm>
              <a:off x="4279102" y="1899664"/>
              <a:ext cx="1383701" cy="1275112"/>
            </a:xfrm>
            <a:custGeom>
              <a:avLst/>
              <a:gdLst>
                <a:gd name="connsiteX0" fmla="*/ 0 w 1383696"/>
                <a:gd name="connsiteY0" fmla="*/ 1275112 h 1275111"/>
                <a:gd name="connsiteX1" fmla="*/ 1383697 w 1383696"/>
                <a:gd name="connsiteY1" fmla="*/ 1275112 h 1275111"/>
                <a:gd name="connsiteX2" fmla="*/ 1383697 w 1383696"/>
                <a:gd name="connsiteY2" fmla="*/ 1036987 h 1275111"/>
                <a:gd name="connsiteX3" fmla="*/ 313563 w 1383696"/>
                <a:gd name="connsiteY3" fmla="*/ 1036987 h 1275111"/>
                <a:gd name="connsiteX4" fmla="*/ 313563 w 1383696"/>
                <a:gd name="connsiteY4" fmla="*/ 723424 h 1275111"/>
                <a:gd name="connsiteX5" fmla="*/ 928497 w 1383696"/>
                <a:gd name="connsiteY5" fmla="*/ 723424 h 1275111"/>
                <a:gd name="connsiteX6" fmla="*/ 928497 w 1383696"/>
                <a:gd name="connsiteY6" fmla="*/ 503396 h 1275111"/>
                <a:gd name="connsiteX7" fmla="*/ 313563 w 1383696"/>
                <a:gd name="connsiteY7" fmla="*/ 503396 h 1275111"/>
                <a:gd name="connsiteX8" fmla="*/ 313563 w 1383696"/>
                <a:gd name="connsiteY8" fmla="*/ 226028 h 1275111"/>
                <a:gd name="connsiteX9" fmla="*/ 1368743 w 1383696"/>
                <a:gd name="connsiteY9" fmla="*/ 226028 h 1275111"/>
                <a:gd name="connsiteX10" fmla="*/ 1368743 w 1383696"/>
                <a:gd name="connsiteY10" fmla="*/ 0 h 1275111"/>
                <a:gd name="connsiteX11" fmla="*/ 0 w 1383696"/>
                <a:gd name="connsiteY11" fmla="*/ 0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3696" h="1275111">
                  <a:moveTo>
                    <a:pt x="0" y="1275112"/>
                  </a:moveTo>
                  <a:lnTo>
                    <a:pt x="1383697" y="1275112"/>
                  </a:lnTo>
                  <a:lnTo>
                    <a:pt x="1383697" y="1036987"/>
                  </a:lnTo>
                  <a:lnTo>
                    <a:pt x="313563" y="1036987"/>
                  </a:lnTo>
                  <a:lnTo>
                    <a:pt x="313563" y="723424"/>
                  </a:lnTo>
                  <a:lnTo>
                    <a:pt x="928497" y="723424"/>
                  </a:lnTo>
                  <a:lnTo>
                    <a:pt x="928497" y="503396"/>
                  </a:lnTo>
                  <a:lnTo>
                    <a:pt x="313563" y="503396"/>
                  </a:lnTo>
                  <a:lnTo>
                    <a:pt x="313563" y="226028"/>
                  </a:lnTo>
                  <a:lnTo>
                    <a:pt x="1368743" y="226028"/>
                  </a:lnTo>
                  <a:lnTo>
                    <a:pt x="1368743" y="0"/>
                  </a:lnTo>
                  <a:lnTo>
                    <a:pt x="0" y="0"/>
                  </a:lnTo>
                  <a:close/>
                </a:path>
              </a:pathLst>
            </a:custGeom>
            <a:grpFill/>
            <a:ln w="9525" cap="flat">
              <a:noFill/>
              <a:prstDash val="solid"/>
              <a:miter/>
            </a:ln>
          </p:spPr>
          <p:txBody>
            <a:bodyPr lIns="0" tIns="0" rIns="0" bIns="0" rtlCol="0" anchor="ctr"/>
            <a:lstStyle/>
            <a:p>
              <a:endParaRPr lang="de-DE" sz="100"/>
            </a:p>
          </p:txBody>
        </p:sp>
        <p:sp>
          <p:nvSpPr>
            <p:cNvPr id="21" name="e">
              <a:extLst>
                <a:ext uri="{FF2B5EF4-FFF2-40B4-BE49-F238E27FC236}">
                  <a16:creationId xmlns:a16="http://schemas.microsoft.com/office/drawing/2014/main" id="{E7F3D3AD-B702-A650-D2CF-2C70BDA456D0}"/>
                </a:ext>
              </a:extLst>
            </p:cNvPr>
            <p:cNvSpPr/>
            <p:nvPr/>
          </p:nvSpPr>
          <p:spPr bwMode="black">
            <a:xfrm>
              <a:off x="6022562" y="1899664"/>
              <a:ext cx="1383701" cy="1275112"/>
            </a:xfrm>
            <a:custGeom>
              <a:avLst/>
              <a:gdLst>
                <a:gd name="connsiteX0" fmla="*/ 0 w 1383696"/>
                <a:gd name="connsiteY0" fmla="*/ 1275112 h 1275111"/>
                <a:gd name="connsiteX1" fmla="*/ 1383697 w 1383696"/>
                <a:gd name="connsiteY1" fmla="*/ 1275112 h 1275111"/>
                <a:gd name="connsiteX2" fmla="*/ 1383697 w 1383696"/>
                <a:gd name="connsiteY2" fmla="*/ 1036987 h 1275111"/>
                <a:gd name="connsiteX3" fmla="*/ 313563 w 1383696"/>
                <a:gd name="connsiteY3" fmla="*/ 1036987 h 1275111"/>
                <a:gd name="connsiteX4" fmla="*/ 313563 w 1383696"/>
                <a:gd name="connsiteY4" fmla="*/ 723424 h 1275111"/>
                <a:gd name="connsiteX5" fmla="*/ 928497 w 1383696"/>
                <a:gd name="connsiteY5" fmla="*/ 723424 h 1275111"/>
                <a:gd name="connsiteX6" fmla="*/ 928497 w 1383696"/>
                <a:gd name="connsiteY6" fmla="*/ 503396 h 1275111"/>
                <a:gd name="connsiteX7" fmla="*/ 313563 w 1383696"/>
                <a:gd name="connsiteY7" fmla="*/ 503396 h 1275111"/>
                <a:gd name="connsiteX8" fmla="*/ 313563 w 1383696"/>
                <a:gd name="connsiteY8" fmla="*/ 226028 h 1275111"/>
                <a:gd name="connsiteX9" fmla="*/ 1368743 w 1383696"/>
                <a:gd name="connsiteY9" fmla="*/ 226028 h 1275111"/>
                <a:gd name="connsiteX10" fmla="*/ 1368743 w 1383696"/>
                <a:gd name="connsiteY10" fmla="*/ 0 h 1275111"/>
                <a:gd name="connsiteX11" fmla="*/ 0 w 1383696"/>
                <a:gd name="connsiteY11" fmla="*/ 0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3696" h="1275111">
                  <a:moveTo>
                    <a:pt x="0" y="1275112"/>
                  </a:moveTo>
                  <a:lnTo>
                    <a:pt x="1383697" y="1275112"/>
                  </a:lnTo>
                  <a:lnTo>
                    <a:pt x="1383697" y="1036987"/>
                  </a:lnTo>
                  <a:lnTo>
                    <a:pt x="313563" y="1036987"/>
                  </a:lnTo>
                  <a:lnTo>
                    <a:pt x="313563" y="723424"/>
                  </a:lnTo>
                  <a:lnTo>
                    <a:pt x="928497" y="723424"/>
                  </a:lnTo>
                  <a:lnTo>
                    <a:pt x="928497" y="503396"/>
                  </a:lnTo>
                  <a:lnTo>
                    <a:pt x="313563" y="503396"/>
                  </a:lnTo>
                  <a:lnTo>
                    <a:pt x="313563" y="226028"/>
                  </a:lnTo>
                  <a:lnTo>
                    <a:pt x="1368743" y="226028"/>
                  </a:lnTo>
                  <a:lnTo>
                    <a:pt x="1368743" y="0"/>
                  </a:lnTo>
                  <a:lnTo>
                    <a:pt x="0" y="0"/>
                  </a:lnTo>
                  <a:close/>
                </a:path>
              </a:pathLst>
            </a:custGeom>
            <a:grpFill/>
            <a:ln w="9525" cap="flat">
              <a:noFill/>
              <a:prstDash val="solid"/>
              <a:miter/>
            </a:ln>
          </p:spPr>
          <p:txBody>
            <a:bodyPr lIns="0" tIns="0" rIns="0" bIns="0" rtlCol="0" anchor="ctr"/>
            <a:lstStyle/>
            <a:p>
              <a:endParaRPr lang="de-DE" sz="100"/>
            </a:p>
          </p:txBody>
        </p:sp>
        <p:sp>
          <p:nvSpPr>
            <p:cNvPr id="22" name="s">
              <a:extLst>
                <a:ext uri="{FF2B5EF4-FFF2-40B4-BE49-F238E27FC236}">
                  <a16:creationId xmlns:a16="http://schemas.microsoft.com/office/drawing/2014/main" id="{506002DB-25A4-47A6-A6E8-53DB4A977DA0}"/>
                </a:ext>
              </a:extLst>
            </p:cNvPr>
            <p:cNvSpPr/>
            <p:nvPr/>
          </p:nvSpPr>
          <p:spPr bwMode="black">
            <a:xfrm>
              <a:off x="7714204" y="1899664"/>
              <a:ext cx="1495239" cy="1275213"/>
            </a:xfrm>
            <a:custGeom>
              <a:avLst/>
              <a:gdLst>
                <a:gd name="connsiteX0" fmla="*/ 1211770 w 1495234"/>
                <a:gd name="connsiteY0" fmla="*/ 229076 h 1275207"/>
                <a:gd name="connsiteX1" fmla="*/ 1211770 w 1495234"/>
                <a:gd name="connsiteY1" fmla="*/ 348234 h 1275207"/>
                <a:gd name="connsiteX2" fmla="*/ 1479995 w 1495234"/>
                <a:gd name="connsiteY2" fmla="*/ 291084 h 1275207"/>
                <a:gd name="connsiteX3" fmla="*/ 1479995 w 1495234"/>
                <a:gd name="connsiteY3" fmla="*/ 277368 h 1275207"/>
                <a:gd name="connsiteX4" fmla="*/ 1145477 w 1495234"/>
                <a:gd name="connsiteY4" fmla="*/ 0 h 1275207"/>
                <a:gd name="connsiteX5" fmla="*/ 388905 w 1495234"/>
                <a:gd name="connsiteY5" fmla="*/ 0 h 1275207"/>
                <a:gd name="connsiteX6" fmla="*/ 54197 w 1495234"/>
                <a:gd name="connsiteY6" fmla="*/ 301561 h 1275207"/>
                <a:gd name="connsiteX7" fmla="*/ 54197 w 1495234"/>
                <a:gd name="connsiteY7" fmla="*/ 443294 h 1275207"/>
                <a:gd name="connsiteX8" fmla="*/ 388905 w 1495234"/>
                <a:gd name="connsiteY8" fmla="*/ 744665 h 1275207"/>
                <a:gd name="connsiteX9" fmla="*/ 1214818 w 1495234"/>
                <a:gd name="connsiteY9" fmla="*/ 744665 h 1275207"/>
                <a:gd name="connsiteX10" fmla="*/ 1214818 w 1495234"/>
                <a:gd name="connsiteY10" fmla="*/ 1037177 h 1275207"/>
                <a:gd name="connsiteX11" fmla="*/ 277177 w 1495234"/>
                <a:gd name="connsiteY11" fmla="*/ 1037177 h 1275207"/>
                <a:gd name="connsiteX12" fmla="*/ 277177 w 1495234"/>
                <a:gd name="connsiteY12" fmla="*/ 902875 h 1275207"/>
                <a:gd name="connsiteX13" fmla="*/ 0 w 1495234"/>
                <a:gd name="connsiteY13" fmla="*/ 954214 h 1275207"/>
                <a:gd name="connsiteX14" fmla="*/ 0 w 1495234"/>
                <a:gd name="connsiteY14" fmla="*/ 973836 h 1275207"/>
                <a:gd name="connsiteX15" fmla="*/ 334518 w 1495234"/>
                <a:gd name="connsiteY15" fmla="*/ 1275207 h 1275207"/>
                <a:gd name="connsiteX16" fmla="*/ 1163669 w 1495234"/>
                <a:gd name="connsiteY16" fmla="*/ 1275207 h 1275207"/>
                <a:gd name="connsiteX17" fmla="*/ 1495234 w 1495234"/>
                <a:gd name="connsiteY17" fmla="*/ 973836 h 1275207"/>
                <a:gd name="connsiteX18" fmla="*/ 1495234 w 1495234"/>
                <a:gd name="connsiteY18" fmla="*/ 798957 h 1275207"/>
                <a:gd name="connsiteX19" fmla="*/ 1163669 w 1495234"/>
                <a:gd name="connsiteY19" fmla="*/ 497586 h 1275207"/>
                <a:gd name="connsiteX20" fmla="*/ 334518 w 1495234"/>
                <a:gd name="connsiteY20" fmla="*/ 497586 h 1275207"/>
                <a:gd name="connsiteX21" fmla="*/ 334518 w 1495234"/>
                <a:gd name="connsiteY21" fmla="*/ 229076 h 1275207"/>
                <a:gd name="connsiteX22" fmla="*/ 1211770 w 1495234"/>
                <a:gd name="connsiteY22" fmla="*/ 229076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95234" h="1275207">
                  <a:moveTo>
                    <a:pt x="1211770" y="229076"/>
                  </a:moveTo>
                  <a:lnTo>
                    <a:pt x="1211770" y="348234"/>
                  </a:lnTo>
                  <a:lnTo>
                    <a:pt x="1479995" y="291084"/>
                  </a:lnTo>
                  <a:lnTo>
                    <a:pt x="1479995" y="277368"/>
                  </a:lnTo>
                  <a:cubicBezTo>
                    <a:pt x="1479995" y="54388"/>
                    <a:pt x="1380649" y="0"/>
                    <a:pt x="1145477" y="0"/>
                  </a:cubicBezTo>
                  <a:lnTo>
                    <a:pt x="388905" y="0"/>
                  </a:lnTo>
                  <a:cubicBezTo>
                    <a:pt x="138684" y="0"/>
                    <a:pt x="54197" y="60388"/>
                    <a:pt x="54197" y="301561"/>
                  </a:cubicBezTo>
                  <a:lnTo>
                    <a:pt x="54197" y="443294"/>
                  </a:lnTo>
                  <a:cubicBezTo>
                    <a:pt x="54197" y="684467"/>
                    <a:pt x="138684" y="744665"/>
                    <a:pt x="388905" y="744665"/>
                  </a:cubicBezTo>
                  <a:lnTo>
                    <a:pt x="1214818" y="744665"/>
                  </a:lnTo>
                  <a:lnTo>
                    <a:pt x="1214818" y="1037177"/>
                  </a:lnTo>
                  <a:lnTo>
                    <a:pt x="277177" y="1037177"/>
                  </a:lnTo>
                  <a:lnTo>
                    <a:pt x="277177" y="902875"/>
                  </a:lnTo>
                  <a:lnTo>
                    <a:pt x="0" y="954214"/>
                  </a:lnTo>
                  <a:lnTo>
                    <a:pt x="0" y="973836"/>
                  </a:lnTo>
                  <a:cubicBezTo>
                    <a:pt x="0" y="1212056"/>
                    <a:pt x="81343" y="1275207"/>
                    <a:pt x="334518" y="1275207"/>
                  </a:cubicBezTo>
                  <a:lnTo>
                    <a:pt x="1163669" y="1275207"/>
                  </a:lnTo>
                  <a:cubicBezTo>
                    <a:pt x="1416844" y="1275207"/>
                    <a:pt x="1495234" y="1212056"/>
                    <a:pt x="1495234" y="973836"/>
                  </a:cubicBezTo>
                  <a:lnTo>
                    <a:pt x="1495234" y="798957"/>
                  </a:lnTo>
                  <a:cubicBezTo>
                    <a:pt x="1495234" y="557784"/>
                    <a:pt x="1416939" y="497586"/>
                    <a:pt x="1163669" y="497586"/>
                  </a:cubicBezTo>
                  <a:lnTo>
                    <a:pt x="334518" y="497586"/>
                  </a:lnTo>
                  <a:lnTo>
                    <a:pt x="334518" y="229076"/>
                  </a:lnTo>
                  <a:lnTo>
                    <a:pt x="1211770" y="229076"/>
                  </a:lnTo>
                  <a:close/>
                </a:path>
              </a:pathLst>
            </a:custGeom>
            <a:grpFill/>
            <a:ln w="9525" cap="flat">
              <a:noFill/>
              <a:prstDash val="solid"/>
              <a:miter/>
            </a:ln>
          </p:spPr>
          <p:txBody>
            <a:bodyPr lIns="0" tIns="0" rIns="0" bIns="0" rtlCol="0" anchor="ctr"/>
            <a:lstStyle/>
            <a:p>
              <a:endParaRPr lang="de-DE" sz="100"/>
            </a:p>
          </p:txBody>
        </p:sp>
        <p:sp>
          <p:nvSpPr>
            <p:cNvPr id="28" name="&amp;">
              <a:extLst>
                <a:ext uri="{FF2B5EF4-FFF2-40B4-BE49-F238E27FC236}">
                  <a16:creationId xmlns:a16="http://schemas.microsoft.com/office/drawing/2014/main" id="{3BAF8266-7C0B-F941-E7FB-955B261EDE60}"/>
                </a:ext>
              </a:extLst>
            </p:cNvPr>
            <p:cNvSpPr/>
            <p:nvPr/>
          </p:nvSpPr>
          <p:spPr bwMode="black">
            <a:xfrm>
              <a:off x="9995063" y="1619247"/>
              <a:ext cx="2104259" cy="1555528"/>
            </a:xfrm>
            <a:custGeom>
              <a:avLst/>
              <a:gdLst>
                <a:gd name="connsiteX0" fmla="*/ 304514 w 2104263"/>
                <a:gd name="connsiteY0" fmla="*/ 1284161 h 1555527"/>
                <a:gd name="connsiteX1" fmla="*/ 304514 w 2104263"/>
                <a:gd name="connsiteY1" fmla="*/ 1018985 h 1555527"/>
                <a:gd name="connsiteX2" fmla="*/ 702373 w 2104263"/>
                <a:gd name="connsiteY2" fmla="*/ 771811 h 1555527"/>
                <a:gd name="connsiteX3" fmla="*/ 1169575 w 2104263"/>
                <a:gd name="connsiteY3" fmla="*/ 1160717 h 1555527"/>
                <a:gd name="connsiteX4" fmla="*/ 1024890 w 2104263"/>
                <a:gd name="connsiteY4" fmla="*/ 1284256 h 1555527"/>
                <a:gd name="connsiteX5" fmla="*/ 304514 w 2104263"/>
                <a:gd name="connsiteY5" fmla="*/ 1284256 h 1555527"/>
                <a:gd name="connsiteX6" fmla="*/ 388811 w 2104263"/>
                <a:gd name="connsiteY6" fmla="*/ 1555528 h 1555527"/>
                <a:gd name="connsiteX7" fmla="*/ 943547 w 2104263"/>
                <a:gd name="connsiteY7" fmla="*/ 1555528 h 1555527"/>
                <a:gd name="connsiteX8" fmla="*/ 1235964 w 2104263"/>
                <a:gd name="connsiteY8" fmla="*/ 1461992 h 1555527"/>
                <a:gd name="connsiteX9" fmla="*/ 1374649 w 2104263"/>
                <a:gd name="connsiteY9" fmla="*/ 1338453 h 1555527"/>
                <a:gd name="connsiteX10" fmla="*/ 1630870 w 2104263"/>
                <a:gd name="connsiteY10" fmla="*/ 1555528 h 1555527"/>
                <a:gd name="connsiteX11" fmla="*/ 2104264 w 2104263"/>
                <a:gd name="connsiteY11" fmla="*/ 1555528 h 1555527"/>
                <a:gd name="connsiteX12" fmla="*/ 1612869 w 2104263"/>
                <a:gd name="connsiteY12" fmla="*/ 1142429 h 1555527"/>
                <a:gd name="connsiteX13" fmla="*/ 1971580 w 2104263"/>
                <a:gd name="connsiteY13" fmla="*/ 844106 h 1555527"/>
                <a:gd name="connsiteX14" fmla="*/ 1766507 w 2104263"/>
                <a:gd name="connsiteY14" fmla="*/ 666274 h 1555527"/>
                <a:gd name="connsiteX15" fmla="*/ 1404747 w 2104263"/>
                <a:gd name="connsiteY15" fmla="*/ 967645 h 1555527"/>
                <a:gd name="connsiteX16" fmla="*/ 672180 w 2104263"/>
                <a:gd name="connsiteY16" fmla="*/ 358712 h 1555527"/>
                <a:gd name="connsiteX17" fmla="*/ 672180 w 2104263"/>
                <a:gd name="connsiteY17" fmla="*/ 247174 h 1555527"/>
                <a:gd name="connsiteX18" fmla="*/ 1181767 w 2104263"/>
                <a:gd name="connsiteY18" fmla="*/ 247174 h 1555527"/>
                <a:gd name="connsiteX19" fmla="*/ 1181767 w 2104263"/>
                <a:gd name="connsiteY19" fmla="*/ 455295 h 1555527"/>
                <a:gd name="connsiteX20" fmla="*/ 1461992 w 2104263"/>
                <a:gd name="connsiteY20" fmla="*/ 407099 h 1555527"/>
                <a:gd name="connsiteX21" fmla="*/ 1461992 w 2104263"/>
                <a:gd name="connsiteY21" fmla="*/ 313563 h 1555527"/>
                <a:gd name="connsiteX22" fmla="*/ 1076134 w 2104263"/>
                <a:gd name="connsiteY22" fmla="*/ 0 h 1555527"/>
                <a:gd name="connsiteX23" fmla="*/ 762763 w 2104263"/>
                <a:gd name="connsiteY23" fmla="*/ 0 h 1555527"/>
                <a:gd name="connsiteX24" fmla="*/ 376905 w 2104263"/>
                <a:gd name="connsiteY24" fmla="*/ 283369 h 1555527"/>
                <a:gd name="connsiteX25" fmla="*/ 376905 w 2104263"/>
                <a:gd name="connsiteY25" fmla="*/ 370713 h 1555527"/>
                <a:gd name="connsiteX26" fmla="*/ 509588 w 2104263"/>
                <a:gd name="connsiteY26" fmla="*/ 605885 h 1555527"/>
                <a:gd name="connsiteX27" fmla="*/ 192881 w 2104263"/>
                <a:gd name="connsiteY27" fmla="*/ 795909 h 1555527"/>
                <a:gd name="connsiteX28" fmla="*/ 0 w 2104263"/>
                <a:gd name="connsiteY28" fmla="*/ 1085279 h 1555527"/>
                <a:gd name="connsiteX29" fmla="*/ 0 w 2104263"/>
                <a:gd name="connsiteY29" fmla="*/ 1187768 h 1555527"/>
                <a:gd name="connsiteX30" fmla="*/ 388811 w 2104263"/>
                <a:gd name="connsiteY30" fmla="*/ 1555528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04263" h="1555527">
                  <a:moveTo>
                    <a:pt x="304514" y="1284161"/>
                  </a:moveTo>
                  <a:lnTo>
                    <a:pt x="304514" y="1018985"/>
                  </a:lnTo>
                  <a:lnTo>
                    <a:pt x="702373" y="771811"/>
                  </a:lnTo>
                  <a:lnTo>
                    <a:pt x="1169575" y="1160717"/>
                  </a:lnTo>
                  <a:lnTo>
                    <a:pt x="1024890" y="1284256"/>
                  </a:lnTo>
                  <a:lnTo>
                    <a:pt x="304514" y="1284256"/>
                  </a:lnTo>
                  <a:close/>
                  <a:moveTo>
                    <a:pt x="388811" y="1555528"/>
                  </a:moveTo>
                  <a:lnTo>
                    <a:pt x="943547" y="1555528"/>
                  </a:lnTo>
                  <a:cubicBezTo>
                    <a:pt x="1073087" y="1555528"/>
                    <a:pt x="1136428" y="1549527"/>
                    <a:pt x="1235964" y="1461992"/>
                  </a:cubicBezTo>
                  <a:lnTo>
                    <a:pt x="1374649" y="1338453"/>
                  </a:lnTo>
                  <a:lnTo>
                    <a:pt x="1630870" y="1555528"/>
                  </a:lnTo>
                  <a:lnTo>
                    <a:pt x="2104264" y="1555528"/>
                  </a:lnTo>
                  <a:lnTo>
                    <a:pt x="1612869" y="1142429"/>
                  </a:lnTo>
                  <a:lnTo>
                    <a:pt x="1971580" y="844106"/>
                  </a:lnTo>
                  <a:lnTo>
                    <a:pt x="1766507" y="666274"/>
                  </a:lnTo>
                  <a:lnTo>
                    <a:pt x="1404747" y="967645"/>
                  </a:lnTo>
                  <a:lnTo>
                    <a:pt x="672180" y="358712"/>
                  </a:lnTo>
                  <a:lnTo>
                    <a:pt x="672180" y="247174"/>
                  </a:lnTo>
                  <a:lnTo>
                    <a:pt x="1181767" y="247174"/>
                  </a:lnTo>
                  <a:lnTo>
                    <a:pt x="1181767" y="455295"/>
                  </a:lnTo>
                  <a:lnTo>
                    <a:pt x="1461992" y="407099"/>
                  </a:lnTo>
                  <a:lnTo>
                    <a:pt x="1461992" y="313563"/>
                  </a:lnTo>
                  <a:cubicBezTo>
                    <a:pt x="1461992" y="60389"/>
                    <a:pt x="1356456" y="0"/>
                    <a:pt x="1076134" y="0"/>
                  </a:cubicBezTo>
                  <a:lnTo>
                    <a:pt x="762763" y="0"/>
                  </a:lnTo>
                  <a:cubicBezTo>
                    <a:pt x="497395" y="0"/>
                    <a:pt x="376905" y="60389"/>
                    <a:pt x="376905" y="283369"/>
                  </a:cubicBezTo>
                  <a:lnTo>
                    <a:pt x="376905" y="370713"/>
                  </a:lnTo>
                  <a:cubicBezTo>
                    <a:pt x="376905" y="461200"/>
                    <a:pt x="419100" y="530543"/>
                    <a:pt x="509588" y="605885"/>
                  </a:cubicBezTo>
                  <a:lnTo>
                    <a:pt x="192881" y="795909"/>
                  </a:lnTo>
                  <a:cubicBezTo>
                    <a:pt x="57341" y="877253"/>
                    <a:pt x="0" y="925449"/>
                    <a:pt x="0" y="1085279"/>
                  </a:cubicBezTo>
                  <a:lnTo>
                    <a:pt x="0" y="1187768"/>
                  </a:lnTo>
                  <a:cubicBezTo>
                    <a:pt x="0" y="1480185"/>
                    <a:pt x="96488" y="1555528"/>
                    <a:pt x="388811" y="1555528"/>
                  </a:cubicBezTo>
                </a:path>
              </a:pathLst>
            </a:custGeom>
            <a:grpFill/>
            <a:ln w="9525" cap="flat">
              <a:noFill/>
              <a:prstDash val="solid"/>
              <a:miter/>
            </a:ln>
          </p:spPr>
          <p:txBody>
            <a:bodyPr lIns="0" tIns="0" rIns="0" bIns="0" rtlCol="0" anchor="ctr"/>
            <a:lstStyle/>
            <a:p>
              <a:endParaRPr lang="de-DE" sz="100"/>
            </a:p>
          </p:txBody>
        </p:sp>
        <p:sp>
          <p:nvSpPr>
            <p:cNvPr id="29" name="s">
              <a:extLst>
                <a:ext uri="{FF2B5EF4-FFF2-40B4-BE49-F238E27FC236}">
                  <a16:creationId xmlns:a16="http://schemas.microsoft.com/office/drawing/2014/main" id="{F01CDAF5-A219-5F30-7908-0F66EBF6DD67}"/>
                </a:ext>
              </a:extLst>
            </p:cNvPr>
            <p:cNvSpPr/>
            <p:nvPr/>
          </p:nvSpPr>
          <p:spPr bwMode="black">
            <a:xfrm>
              <a:off x="95247" y="3686081"/>
              <a:ext cx="1739650" cy="1555528"/>
            </a:xfrm>
            <a:custGeom>
              <a:avLst/>
              <a:gdLst>
                <a:gd name="connsiteX0" fmla="*/ 1398842 w 1739645"/>
                <a:gd name="connsiteY0" fmla="*/ 271367 h 1555527"/>
                <a:gd name="connsiteX1" fmla="*/ 1398842 w 1739645"/>
                <a:gd name="connsiteY1" fmla="*/ 439865 h 1555527"/>
                <a:gd name="connsiteX2" fmla="*/ 1718405 w 1739645"/>
                <a:gd name="connsiteY2" fmla="*/ 364522 h 1555527"/>
                <a:gd name="connsiteX3" fmla="*/ 1718405 w 1739645"/>
                <a:gd name="connsiteY3" fmla="*/ 340709 h 1555527"/>
                <a:gd name="connsiteX4" fmla="*/ 1332548 w 1739645"/>
                <a:gd name="connsiteY4" fmla="*/ 0 h 1555527"/>
                <a:gd name="connsiteX5" fmla="*/ 449199 w 1739645"/>
                <a:gd name="connsiteY5" fmla="*/ 0 h 1555527"/>
                <a:gd name="connsiteX6" fmla="*/ 63341 w 1739645"/>
                <a:gd name="connsiteY6" fmla="*/ 367855 h 1555527"/>
                <a:gd name="connsiteX7" fmla="*/ 63341 w 1739645"/>
                <a:gd name="connsiteY7" fmla="*/ 539496 h 1555527"/>
                <a:gd name="connsiteX8" fmla="*/ 449199 w 1739645"/>
                <a:gd name="connsiteY8" fmla="*/ 907351 h 1555527"/>
                <a:gd name="connsiteX9" fmla="*/ 1419987 w 1739645"/>
                <a:gd name="connsiteY9" fmla="*/ 907351 h 1555527"/>
                <a:gd name="connsiteX10" fmla="*/ 1419987 w 1739645"/>
                <a:gd name="connsiteY10" fmla="*/ 1263110 h 1555527"/>
                <a:gd name="connsiteX11" fmla="*/ 319754 w 1739645"/>
                <a:gd name="connsiteY11" fmla="*/ 1263110 h 1555527"/>
                <a:gd name="connsiteX12" fmla="*/ 319754 w 1739645"/>
                <a:gd name="connsiteY12" fmla="*/ 1095661 h 1555527"/>
                <a:gd name="connsiteX13" fmla="*/ 0 w 1739645"/>
                <a:gd name="connsiteY13" fmla="*/ 1162050 h 1555527"/>
                <a:gd name="connsiteX14" fmla="*/ 0 w 1739645"/>
                <a:gd name="connsiteY14" fmla="*/ 1187768 h 1555527"/>
                <a:gd name="connsiteX15" fmla="*/ 388906 w 1739645"/>
                <a:gd name="connsiteY15" fmla="*/ 1555528 h 1555527"/>
                <a:gd name="connsiteX16" fmla="*/ 1350740 w 1739645"/>
                <a:gd name="connsiteY16" fmla="*/ 1555528 h 1555527"/>
                <a:gd name="connsiteX17" fmla="*/ 1739646 w 1739645"/>
                <a:gd name="connsiteY17" fmla="*/ 1187768 h 1555527"/>
                <a:gd name="connsiteX18" fmla="*/ 1739646 w 1739645"/>
                <a:gd name="connsiteY18" fmla="*/ 973741 h 1555527"/>
                <a:gd name="connsiteX19" fmla="*/ 1350740 w 1739645"/>
                <a:gd name="connsiteY19" fmla="*/ 605885 h 1555527"/>
                <a:gd name="connsiteX20" fmla="*/ 379857 w 1739645"/>
                <a:gd name="connsiteY20" fmla="*/ 605885 h 1555527"/>
                <a:gd name="connsiteX21" fmla="*/ 379857 w 1739645"/>
                <a:gd name="connsiteY21" fmla="*/ 271367 h 1555527"/>
                <a:gd name="connsiteX22" fmla="*/ 1398842 w 1739645"/>
                <a:gd name="connsiteY22" fmla="*/ 271367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39645" h="1555527">
                  <a:moveTo>
                    <a:pt x="1398842" y="271367"/>
                  </a:moveTo>
                  <a:lnTo>
                    <a:pt x="1398842" y="439865"/>
                  </a:lnTo>
                  <a:lnTo>
                    <a:pt x="1718405" y="364522"/>
                  </a:lnTo>
                  <a:lnTo>
                    <a:pt x="1718405" y="340709"/>
                  </a:lnTo>
                  <a:cubicBezTo>
                    <a:pt x="1718405" y="72295"/>
                    <a:pt x="1609916" y="0"/>
                    <a:pt x="1332548" y="0"/>
                  </a:cubicBezTo>
                  <a:lnTo>
                    <a:pt x="449199" y="0"/>
                  </a:lnTo>
                  <a:cubicBezTo>
                    <a:pt x="156781" y="0"/>
                    <a:pt x="63341" y="75343"/>
                    <a:pt x="63341" y="367855"/>
                  </a:cubicBezTo>
                  <a:lnTo>
                    <a:pt x="63341" y="539496"/>
                  </a:lnTo>
                  <a:cubicBezTo>
                    <a:pt x="63341" y="832009"/>
                    <a:pt x="156877" y="907351"/>
                    <a:pt x="449199" y="907351"/>
                  </a:cubicBezTo>
                  <a:lnTo>
                    <a:pt x="1419987" y="907351"/>
                  </a:lnTo>
                  <a:lnTo>
                    <a:pt x="1419987" y="1263110"/>
                  </a:lnTo>
                  <a:lnTo>
                    <a:pt x="319754" y="1263110"/>
                  </a:lnTo>
                  <a:lnTo>
                    <a:pt x="319754" y="1095661"/>
                  </a:lnTo>
                  <a:lnTo>
                    <a:pt x="0" y="1162050"/>
                  </a:lnTo>
                  <a:lnTo>
                    <a:pt x="0" y="1187768"/>
                  </a:lnTo>
                  <a:cubicBezTo>
                    <a:pt x="0" y="1480185"/>
                    <a:pt x="96488" y="1555528"/>
                    <a:pt x="388906" y="1555528"/>
                  </a:cubicBezTo>
                  <a:lnTo>
                    <a:pt x="1350740" y="1555528"/>
                  </a:lnTo>
                  <a:cubicBezTo>
                    <a:pt x="1643158" y="1555528"/>
                    <a:pt x="1739646" y="1480185"/>
                    <a:pt x="1739646" y="1187768"/>
                  </a:cubicBezTo>
                  <a:lnTo>
                    <a:pt x="1739646" y="973741"/>
                  </a:lnTo>
                  <a:cubicBezTo>
                    <a:pt x="1739646" y="681228"/>
                    <a:pt x="1643158" y="605885"/>
                    <a:pt x="1350740" y="605885"/>
                  </a:cubicBezTo>
                  <a:lnTo>
                    <a:pt x="379857" y="605885"/>
                  </a:lnTo>
                  <a:lnTo>
                    <a:pt x="379857" y="271367"/>
                  </a:lnTo>
                  <a:lnTo>
                    <a:pt x="1398842" y="271367"/>
                  </a:lnTo>
                  <a:close/>
                </a:path>
              </a:pathLst>
            </a:custGeom>
            <a:grpFill/>
            <a:ln w="9525" cap="flat">
              <a:noFill/>
              <a:prstDash val="solid"/>
              <a:miter/>
            </a:ln>
          </p:spPr>
          <p:txBody>
            <a:bodyPr lIns="0" tIns="0" rIns="0" bIns="0" rtlCol="0" anchor="ctr"/>
            <a:lstStyle/>
            <a:p>
              <a:endParaRPr lang="de-DE" sz="100"/>
            </a:p>
          </p:txBody>
        </p:sp>
        <p:sp>
          <p:nvSpPr>
            <p:cNvPr id="30" name="o">
              <a:extLst>
                <a:ext uri="{FF2B5EF4-FFF2-40B4-BE49-F238E27FC236}">
                  <a16:creationId xmlns:a16="http://schemas.microsoft.com/office/drawing/2014/main" id="{A1ADD4B8-46ED-A478-9D99-89CE6959DEA6}"/>
                </a:ext>
              </a:extLst>
            </p:cNvPr>
            <p:cNvSpPr/>
            <p:nvPr/>
          </p:nvSpPr>
          <p:spPr bwMode="black">
            <a:xfrm>
              <a:off x="2206937" y="3966587"/>
              <a:ext cx="1682019" cy="1275212"/>
            </a:xfrm>
            <a:custGeom>
              <a:avLst/>
              <a:gdLst>
                <a:gd name="connsiteX0" fmla="*/ 326041 w 1682019"/>
                <a:gd name="connsiteY0" fmla="*/ 234982 h 1275207"/>
                <a:gd name="connsiteX1" fmla="*/ 1374648 w 1682019"/>
                <a:gd name="connsiteY1" fmla="*/ 234982 h 1275207"/>
                <a:gd name="connsiteX2" fmla="*/ 1374648 w 1682019"/>
                <a:gd name="connsiteY2" fmla="*/ 1030891 h 1275207"/>
                <a:gd name="connsiteX3" fmla="*/ 326041 w 1682019"/>
                <a:gd name="connsiteY3" fmla="*/ 1030891 h 1275207"/>
                <a:gd name="connsiteX4" fmla="*/ 326041 w 1682019"/>
                <a:gd name="connsiteY4" fmla="*/ 234982 h 1275207"/>
                <a:gd name="connsiteX5" fmla="*/ 0 w 1682019"/>
                <a:gd name="connsiteY5" fmla="*/ 301371 h 1275207"/>
                <a:gd name="connsiteX6" fmla="*/ 0 w 1682019"/>
                <a:gd name="connsiteY6" fmla="*/ 973646 h 1275207"/>
                <a:gd name="connsiteX7" fmla="*/ 338233 w 1682019"/>
                <a:gd name="connsiteY7" fmla="*/ 1275207 h 1275207"/>
                <a:gd name="connsiteX8" fmla="*/ 1343787 w 1682019"/>
                <a:gd name="connsiteY8" fmla="*/ 1275207 h 1275207"/>
                <a:gd name="connsiteX9" fmla="*/ 1682020 w 1682019"/>
                <a:gd name="connsiteY9" fmla="*/ 973646 h 1275207"/>
                <a:gd name="connsiteX10" fmla="*/ 1682020 w 1682019"/>
                <a:gd name="connsiteY10" fmla="*/ 301371 h 1275207"/>
                <a:gd name="connsiteX11" fmla="*/ 1343787 w 1682019"/>
                <a:gd name="connsiteY11" fmla="*/ 0 h 1275207"/>
                <a:gd name="connsiteX12" fmla="*/ 338233 w 1682019"/>
                <a:gd name="connsiteY12" fmla="*/ 0 h 1275207"/>
                <a:gd name="connsiteX13" fmla="*/ 0 w 1682019"/>
                <a:gd name="connsiteY13" fmla="*/ 301371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2019" h="1275207">
                  <a:moveTo>
                    <a:pt x="326041" y="234982"/>
                  </a:moveTo>
                  <a:lnTo>
                    <a:pt x="1374648" y="234982"/>
                  </a:lnTo>
                  <a:lnTo>
                    <a:pt x="1374648" y="1030891"/>
                  </a:lnTo>
                  <a:lnTo>
                    <a:pt x="326041" y="1030891"/>
                  </a:lnTo>
                  <a:lnTo>
                    <a:pt x="326041" y="234982"/>
                  </a:lnTo>
                  <a:close/>
                  <a:moveTo>
                    <a:pt x="0" y="301371"/>
                  </a:moveTo>
                  <a:lnTo>
                    <a:pt x="0" y="973646"/>
                  </a:lnTo>
                  <a:cubicBezTo>
                    <a:pt x="0" y="1214819"/>
                    <a:pt x="79915" y="1275207"/>
                    <a:pt x="338233" y="1275207"/>
                  </a:cubicBezTo>
                  <a:lnTo>
                    <a:pt x="1343787" y="1275207"/>
                  </a:lnTo>
                  <a:cubicBezTo>
                    <a:pt x="1598962" y="1275207"/>
                    <a:pt x="1682020" y="1214819"/>
                    <a:pt x="1682020" y="973646"/>
                  </a:cubicBezTo>
                  <a:lnTo>
                    <a:pt x="1682020" y="301371"/>
                  </a:lnTo>
                  <a:cubicBezTo>
                    <a:pt x="1682020" y="57150"/>
                    <a:pt x="1598867" y="0"/>
                    <a:pt x="1343787" y="0"/>
                  </a:cubicBezTo>
                  <a:lnTo>
                    <a:pt x="338233" y="0"/>
                  </a:lnTo>
                  <a:cubicBezTo>
                    <a:pt x="83153" y="0"/>
                    <a:pt x="0" y="57150"/>
                    <a:pt x="0" y="301371"/>
                  </a:cubicBezTo>
                </a:path>
              </a:pathLst>
            </a:custGeom>
            <a:grpFill/>
            <a:ln w="9525" cap="flat">
              <a:noFill/>
              <a:prstDash val="solid"/>
              <a:miter/>
            </a:ln>
          </p:spPr>
          <p:txBody>
            <a:bodyPr lIns="0" tIns="0" rIns="0" bIns="0" rtlCol="0" anchor="ctr"/>
            <a:lstStyle/>
            <a:p>
              <a:endParaRPr lang="de-DE" sz="100"/>
            </a:p>
          </p:txBody>
        </p:sp>
        <p:sp>
          <p:nvSpPr>
            <p:cNvPr id="31" name="m">
              <a:extLst>
                <a:ext uri="{FF2B5EF4-FFF2-40B4-BE49-F238E27FC236}">
                  <a16:creationId xmlns:a16="http://schemas.microsoft.com/office/drawing/2014/main" id="{4FC3DB51-7E9A-58DC-D722-A9FAE00D637A}"/>
                </a:ext>
              </a:extLst>
            </p:cNvPr>
            <p:cNvSpPr/>
            <p:nvPr/>
          </p:nvSpPr>
          <p:spPr bwMode="black">
            <a:xfrm>
              <a:off x="4290154" y="3966498"/>
              <a:ext cx="1815752" cy="1275212"/>
            </a:xfrm>
            <a:custGeom>
              <a:avLst/>
              <a:gdLst>
                <a:gd name="connsiteX0" fmla="*/ 1560576 w 1815750"/>
                <a:gd name="connsiteY0" fmla="*/ 0 h 1275207"/>
                <a:gd name="connsiteX1" fmla="*/ 927163 w 1815750"/>
                <a:gd name="connsiteY1" fmla="*/ 756571 h 1275207"/>
                <a:gd name="connsiteX2" fmla="*/ 290703 w 1815750"/>
                <a:gd name="connsiteY2" fmla="*/ 0 h 1275207"/>
                <a:gd name="connsiteX3" fmla="*/ 0 w 1815750"/>
                <a:gd name="connsiteY3" fmla="*/ 0 h 1275207"/>
                <a:gd name="connsiteX4" fmla="*/ 0 w 1815750"/>
                <a:gd name="connsiteY4" fmla="*/ 1275207 h 1275207"/>
                <a:gd name="connsiteX5" fmla="*/ 290703 w 1815750"/>
                <a:gd name="connsiteY5" fmla="*/ 1275207 h 1275207"/>
                <a:gd name="connsiteX6" fmla="*/ 290703 w 1815750"/>
                <a:gd name="connsiteY6" fmla="*/ 419100 h 1275207"/>
                <a:gd name="connsiteX7" fmla="*/ 877919 w 1815750"/>
                <a:gd name="connsiteY7" fmla="*/ 1121474 h 1275207"/>
                <a:gd name="connsiteX8" fmla="*/ 939356 w 1815750"/>
                <a:gd name="connsiteY8" fmla="*/ 1121474 h 1275207"/>
                <a:gd name="connsiteX9" fmla="*/ 1520571 w 1815750"/>
                <a:gd name="connsiteY9" fmla="*/ 397859 h 1275207"/>
                <a:gd name="connsiteX10" fmla="*/ 1520571 w 1815750"/>
                <a:gd name="connsiteY10" fmla="*/ 1275207 h 1275207"/>
                <a:gd name="connsiteX11" fmla="*/ 1815751 w 1815750"/>
                <a:gd name="connsiteY11" fmla="*/ 1275207 h 1275207"/>
                <a:gd name="connsiteX12" fmla="*/ 1815751 w 1815750"/>
                <a:gd name="connsiteY12"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5750" h="1275207">
                  <a:moveTo>
                    <a:pt x="1560576" y="0"/>
                  </a:moveTo>
                  <a:lnTo>
                    <a:pt x="927163" y="756571"/>
                  </a:lnTo>
                  <a:lnTo>
                    <a:pt x="290703" y="0"/>
                  </a:lnTo>
                  <a:lnTo>
                    <a:pt x="0" y="0"/>
                  </a:lnTo>
                  <a:lnTo>
                    <a:pt x="0" y="1275207"/>
                  </a:lnTo>
                  <a:lnTo>
                    <a:pt x="290703" y="1275207"/>
                  </a:lnTo>
                  <a:lnTo>
                    <a:pt x="290703" y="419100"/>
                  </a:lnTo>
                  <a:lnTo>
                    <a:pt x="877919" y="1121474"/>
                  </a:lnTo>
                  <a:lnTo>
                    <a:pt x="939356" y="1121474"/>
                  </a:lnTo>
                  <a:lnTo>
                    <a:pt x="1520571" y="397859"/>
                  </a:lnTo>
                  <a:lnTo>
                    <a:pt x="1520571" y="1275207"/>
                  </a:lnTo>
                  <a:lnTo>
                    <a:pt x="1815751" y="1275207"/>
                  </a:lnTo>
                  <a:lnTo>
                    <a:pt x="1815751" y="0"/>
                  </a:lnTo>
                  <a:close/>
                </a:path>
              </a:pathLst>
            </a:custGeom>
            <a:grpFill/>
            <a:ln w="9525" cap="flat">
              <a:noFill/>
              <a:prstDash val="solid"/>
              <a:miter/>
            </a:ln>
          </p:spPr>
          <p:txBody>
            <a:bodyPr lIns="0" tIns="0" rIns="0" bIns="0" rtlCol="0" anchor="ctr"/>
            <a:lstStyle/>
            <a:p>
              <a:endParaRPr lang="de-DE" sz="100"/>
            </a:p>
          </p:txBody>
        </p:sp>
        <p:sp>
          <p:nvSpPr>
            <p:cNvPr id="32" name="m">
              <a:extLst>
                <a:ext uri="{FF2B5EF4-FFF2-40B4-BE49-F238E27FC236}">
                  <a16:creationId xmlns:a16="http://schemas.microsoft.com/office/drawing/2014/main" id="{5E11D7B8-830D-17C1-D7C3-59E21549D947}"/>
                </a:ext>
              </a:extLst>
            </p:cNvPr>
            <p:cNvSpPr/>
            <p:nvPr/>
          </p:nvSpPr>
          <p:spPr bwMode="black">
            <a:xfrm>
              <a:off x="6535096" y="3966498"/>
              <a:ext cx="1815752" cy="1275212"/>
            </a:xfrm>
            <a:custGeom>
              <a:avLst/>
              <a:gdLst>
                <a:gd name="connsiteX0" fmla="*/ 1560672 w 1815750"/>
                <a:gd name="connsiteY0" fmla="*/ 0 h 1275207"/>
                <a:gd name="connsiteX1" fmla="*/ 927164 w 1815750"/>
                <a:gd name="connsiteY1" fmla="*/ 756571 h 1275207"/>
                <a:gd name="connsiteX2" fmla="*/ 290799 w 1815750"/>
                <a:gd name="connsiteY2" fmla="*/ 0 h 1275207"/>
                <a:gd name="connsiteX3" fmla="*/ 0 w 1815750"/>
                <a:gd name="connsiteY3" fmla="*/ 0 h 1275207"/>
                <a:gd name="connsiteX4" fmla="*/ 0 w 1815750"/>
                <a:gd name="connsiteY4" fmla="*/ 1275207 h 1275207"/>
                <a:gd name="connsiteX5" fmla="*/ 290799 w 1815750"/>
                <a:gd name="connsiteY5" fmla="*/ 1275207 h 1275207"/>
                <a:gd name="connsiteX6" fmla="*/ 290799 w 1815750"/>
                <a:gd name="connsiteY6" fmla="*/ 419100 h 1275207"/>
                <a:gd name="connsiteX7" fmla="*/ 878015 w 1815750"/>
                <a:gd name="connsiteY7" fmla="*/ 1121474 h 1275207"/>
                <a:gd name="connsiteX8" fmla="*/ 939546 w 1815750"/>
                <a:gd name="connsiteY8" fmla="*/ 1121474 h 1275207"/>
                <a:gd name="connsiteX9" fmla="*/ 1520571 w 1815750"/>
                <a:gd name="connsiteY9" fmla="*/ 397859 h 1275207"/>
                <a:gd name="connsiteX10" fmla="*/ 1520571 w 1815750"/>
                <a:gd name="connsiteY10" fmla="*/ 1275207 h 1275207"/>
                <a:gd name="connsiteX11" fmla="*/ 1815751 w 1815750"/>
                <a:gd name="connsiteY11" fmla="*/ 1275207 h 1275207"/>
                <a:gd name="connsiteX12" fmla="*/ 1815751 w 1815750"/>
                <a:gd name="connsiteY12"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5750" h="1275207">
                  <a:moveTo>
                    <a:pt x="1560672" y="0"/>
                  </a:moveTo>
                  <a:lnTo>
                    <a:pt x="927164" y="756571"/>
                  </a:lnTo>
                  <a:lnTo>
                    <a:pt x="290799" y="0"/>
                  </a:lnTo>
                  <a:lnTo>
                    <a:pt x="0" y="0"/>
                  </a:lnTo>
                  <a:lnTo>
                    <a:pt x="0" y="1275207"/>
                  </a:lnTo>
                  <a:lnTo>
                    <a:pt x="290799" y="1275207"/>
                  </a:lnTo>
                  <a:lnTo>
                    <a:pt x="290799" y="419100"/>
                  </a:lnTo>
                  <a:lnTo>
                    <a:pt x="878015" y="1121474"/>
                  </a:lnTo>
                  <a:lnTo>
                    <a:pt x="939546" y="1121474"/>
                  </a:lnTo>
                  <a:lnTo>
                    <a:pt x="1520571" y="397859"/>
                  </a:lnTo>
                  <a:lnTo>
                    <a:pt x="1520571" y="1275207"/>
                  </a:lnTo>
                  <a:lnTo>
                    <a:pt x="1815751" y="1275207"/>
                  </a:lnTo>
                  <a:lnTo>
                    <a:pt x="1815751" y="0"/>
                  </a:lnTo>
                  <a:close/>
                </a:path>
              </a:pathLst>
            </a:custGeom>
            <a:grpFill/>
            <a:ln w="9525" cap="flat">
              <a:noFill/>
              <a:prstDash val="solid"/>
              <a:miter/>
            </a:ln>
          </p:spPr>
          <p:txBody>
            <a:bodyPr lIns="0" tIns="0" rIns="0" bIns="0" rtlCol="0" anchor="ctr"/>
            <a:lstStyle/>
            <a:p>
              <a:endParaRPr lang="de-DE" sz="100"/>
            </a:p>
          </p:txBody>
        </p:sp>
        <p:sp>
          <p:nvSpPr>
            <p:cNvPr id="33" name="e">
              <a:extLst>
                <a:ext uri="{FF2B5EF4-FFF2-40B4-BE49-F238E27FC236}">
                  <a16:creationId xmlns:a16="http://schemas.microsoft.com/office/drawing/2014/main" id="{3817230B-7B72-C4E7-809E-8A44A7B11A78}"/>
                </a:ext>
              </a:extLst>
            </p:cNvPr>
            <p:cNvSpPr/>
            <p:nvPr/>
          </p:nvSpPr>
          <p:spPr bwMode="black">
            <a:xfrm>
              <a:off x="8765757" y="3966498"/>
              <a:ext cx="1411313" cy="1275212"/>
            </a:xfrm>
            <a:custGeom>
              <a:avLst/>
              <a:gdLst>
                <a:gd name="connsiteX0" fmla="*/ 0 w 1411319"/>
                <a:gd name="connsiteY0" fmla="*/ 0 h 1275207"/>
                <a:gd name="connsiteX1" fmla="*/ 0 w 1411319"/>
                <a:gd name="connsiteY1" fmla="*/ 1275207 h 1275207"/>
                <a:gd name="connsiteX2" fmla="*/ 1411319 w 1411319"/>
                <a:gd name="connsiteY2" fmla="*/ 1275207 h 1275207"/>
                <a:gd name="connsiteX3" fmla="*/ 1411319 w 1411319"/>
                <a:gd name="connsiteY3" fmla="*/ 1036987 h 1275207"/>
                <a:gd name="connsiteX4" fmla="*/ 319850 w 1411319"/>
                <a:gd name="connsiteY4" fmla="*/ 1036987 h 1275207"/>
                <a:gd name="connsiteX5" fmla="*/ 319850 w 1411319"/>
                <a:gd name="connsiteY5" fmla="*/ 723424 h 1275207"/>
                <a:gd name="connsiteX6" fmla="*/ 947166 w 1411319"/>
                <a:gd name="connsiteY6" fmla="*/ 723424 h 1275207"/>
                <a:gd name="connsiteX7" fmla="*/ 947166 w 1411319"/>
                <a:gd name="connsiteY7" fmla="*/ 503396 h 1275207"/>
                <a:gd name="connsiteX8" fmla="*/ 319850 w 1411319"/>
                <a:gd name="connsiteY8" fmla="*/ 503396 h 1275207"/>
                <a:gd name="connsiteX9" fmla="*/ 319850 w 1411319"/>
                <a:gd name="connsiteY9" fmla="*/ 226219 h 1275207"/>
                <a:gd name="connsiteX10" fmla="*/ 1395984 w 1411319"/>
                <a:gd name="connsiteY10" fmla="*/ 226219 h 1275207"/>
                <a:gd name="connsiteX11" fmla="*/ 1395984 w 1411319"/>
                <a:gd name="connsiteY11"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1319" h="1275207">
                  <a:moveTo>
                    <a:pt x="0" y="0"/>
                  </a:moveTo>
                  <a:lnTo>
                    <a:pt x="0" y="1275207"/>
                  </a:lnTo>
                  <a:lnTo>
                    <a:pt x="1411319" y="1275207"/>
                  </a:lnTo>
                  <a:lnTo>
                    <a:pt x="1411319" y="1036987"/>
                  </a:lnTo>
                  <a:lnTo>
                    <a:pt x="319850" y="1036987"/>
                  </a:lnTo>
                  <a:lnTo>
                    <a:pt x="319850" y="723424"/>
                  </a:lnTo>
                  <a:lnTo>
                    <a:pt x="947166" y="723424"/>
                  </a:lnTo>
                  <a:lnTo>
                    <a:pt x="947166" y="503396"/>
                  </a:lnTo>
                  <a:lnTo>
                    <a:pt x="319850" y="503396"/>
                  </a:lnTo>
                  <a:lnTo>
                    <a:pt x="319850" y="226219"/>
                  </a:lnTo>
                  <a:lnTo>
                    <a:pt x="1395984" y="226219"/>
                  </a:lnTo>
                  <a:lnTo>
                    <a:pt x="1395984" y="0"/>
                  </a:lnTo>
                  <a:close/>
                </a:path>
              </a:pathLst>
            </a:custGeom>
            <a:grpFill/>
            <a:ln w="9525" cap="flat">
              <a:noFill/>
              <a:prstDash val="solid"/>
              <a:miter/>
            </a:ln>
          </p:spPr>
          <p:txBody>
            <a:bodyPr lIns="0" tIns="0" rIns="0" bIns="0" rtlCol="0" anchor="ctr"/>
            <a:lstStyle/>
            <a:p>
              <a:endParaRPr lang="de-DE" sz="100"/>
            </a:p>
          </p:txBody>
        </p:sp>
        <p:sp>
          <p:nvSpPr>
            <p:cNvPr id="34" name="r">
              <a:extLst>
                <a:ext uri="{FF2B5EF4-FFF2-40B4-BE49-F238E27FC236}">
                  <a16:creationId xmlns:a16="http://schemas.microsoft.com/office/drawing/2014/main" id="{993B299B-5B78-5BC6-3F3D-DF23E97132B3}"/>
                </a:ext>
              </a:extLst>
            </p:cNvPr>
            <p:cNvSpPr/>
            <p:nvPr/>
          </p:nvSpPr>
          <p:spPr bwMode="black">
            <a:xfrm>
              <a:off x="10504356" y="3966498"/>
              <a:ext cx="1579811" cy="1275212"/>
            </a:xfrm>
            <a:custGeom>
              <a:avLst/>
              <a:gdLst>
                <a:gd name="connsiteX0" fmla="*/ 1015937 w 1579817"/>
                <a:gd name="connsiteY0" fmla="*/ 220028 h 1275207"/>
                <a:gd name="connsiteX1" fmla="*/ 1157669 w 1579817"/>
                <a:gd name="connsiteY1" fmla="*/ 322517 h 1275207"/>
                <a:gd name="connsiteX2" fmla="*/ 1157669 w 1579817"/>
                <a:gd name="connsiteY2" fmla="*/ 470249 h 1275207"/>
                <a:gd name="connsiteX3" fmla="*/ 1015937 w 1579817"/>
                <a:gd name="connsiteY3" fmla="*/ 572738 h 1275207"/>
                <a:gd name="connsiteX4" fmla="*/ 307467 w 1579817"/>
                <a:gd name="connsiteY4" fmla="*/ 572738 h 1275207"/>
                <a:gd name="connsiteX5" fmla="*/ 307467 w 1579817"/>
                <a:gd name="connsiteY5" fmla="*/ 220028 h 1275207"/>
                <a:gd name="connsiteX6" fmla="*/ 1015937 w 1579817"/>
                <a:gd name="connsiteY6" fmla="*/ 220028 h 1275207"/>
                <a:gd name="connsiteX7" fmla="*/ 0 w 1579817"/>
                <a:gd name="connsiteY7" fmla="*/ 1275207 h 1275207"/>
                <a:gd name="connsiteX8" fmla="*/ 307563 w 1579817"/>
                <a:gd name="connsiteY8" fmla="*/ 1275207 h 1275207"/>
                <a:gd name="connsiteX9" fmla="*/ 307563 w 1579817"/>
                <a:gd name="connsiteY9" fmla="*/ 792766 h 1275207"/>
                <a:gd name="connsiteX10" fmla="*/ 599981 w 1579817"/>
                <a:gd name="connsiteY10" fmla="*/ 792766 h 1275207"/>
                <a:gd name="connsiteX11" fmla="*/ 1133570 w 1579817"/>
                <a:gd name="connsiteY11" fmla="*/ 1275207 h 1275207"/>
                <a:gd name="connsiteX12" fmla="*/ 1579818 w 1579817"/>
                <a:gd name="connsiteY12" fmla="*/ 1275207 h 1275207"/>
                <a:gd name="connsiteX13" fmla="*/ 973931 w 1579817"/>
                <a:gd name="connsiteY13" fmla="*/ 792766 h 1275207"/>
                <a:gd name="connsiteX14" fmla="*/ 1148811 w 1579817"/>
                <a:gd name="connsiteY14" fmla="*/ 792766 h 1275207"/>
                <a:gd name="connsiteX15" fmla="*/ 1447229 w 1579817"/>
                <a:gd name="connsiteY15" fmla="*/ 548545 h 1275207"/>
                <a:gd name="connsiteX16" fmla="*/ 1447229 w 1579817"/>
                <a:gd name="connsiteY16" fmla="*/ 247174 h 1275207"/>
                <a:gd name="connsiteX17" fmla="*/ 1148811 w 1579817"/>
                <a:gd name="connsiteY17" fmla="*/ 0 h 1275207"/>
                <a:gd name="connsiteX18" fmla="*/ 191 w 1579817"/>
                <a:gd name="connsiteY18" fmla="*/ 0 h 1275207"/>
                <a:gd name="connsiteX19" fmla="*/ 191 w 1579817"/>
                <a:gd name="connsiteY19" fmla="*/ 1275207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79817" h="1275207">
                  <a:moveTo>
                    <a:pt x="1015937" y="220028"/>
                  </a:moveTo>
                  <a:cubicBezTo>
                    <a:pt x="1109282" y="220028"/>
                    <a:pt x="1157669" y="238220"/>
                    <a:pt x="1157669" y="322517"/>
                  </a:cubicBezTo>
                  <a:lnTo>
                    <a:pt x="1157669" y="470249"/>
                  </a:lnTo>
                  <a:cubicBezTo>
                    <a:pt x="1157669" y="554736"/>
                    <a:pt x="1109282" y="572738"/>
                    <a:pt x="1015937" y="572738"/>
                  </a:cubicBezTo>
                  <a:lnTo>
                    <a:pt x="307467" y="572738"/>
                  </a:lnTo>
                  <a:lnTo>
                    <a:pt x="307467" y="220028"/>
                  </a:lnTo>
                  <a:lnTo>
                    <a:pt x="1015937" y="220028"/>
                  </a:lnTo>
                  <a:close/>
                  <a:moveTo>
                    <a:pt x="0" y="1275207"/>
                  </a:moveTo>
                  <a:lnTo>
                    <a:pt x="307563" y="1275207"/>
                  </a:lnTo>
                  <a:lnTo>
                    <a:pt x="307563" y="792766"/>
                  </a:lnTo>
                  <a:lnTo>
                    <a:pt x="599981" y="792766"/>
                  </a:lnTo>
                  <a:lnTo>
                    <a:pt x="1133570" y="1275207"/>
                  </a:lnTo>
                  <a:lnTo>
                    <a:pt x="1579818" y="1275207"/>
                  </a:lnTo>
                  <a:lnTo>
                    <a:pt x="973931" y="792766"/>
                  </a:lnTo>
                  <a:lnTo>
                    <a:pt x="1148811" y="792766"/>
                  </a:lnTo>
                  <a:cubicBezTo>
                    <a:pt x="1353693" y="792766"/>
                    <a:pt x="1447229" y="723424"/>
                    <a:pt x="1447229" y="548545"/>
                  </a:cubicBezTo>
                  <a:lnTo>
                    <a:pt x="1447229" y="247174"/>
                  </a:lnTo>
                  <a:cubicBezTo>
                    <a:pt x="1447229" y="69342"/>
                    <a:pt x="1353693" y="0"/>
                    <a:pt x="1148811" y="0"/>
                  </a:cubicBezTo>
                  <a:lnTo>
                    <a:pt x="191" y="0"/>
                  </a:lnTo>
                  <a:lnTo>
                    <a:pt x="191" y="1275207"/>
                  </a:lnTo>
                  <a:close/>
                </a:path>
              </a:pathLst>
            </a:custGeom>
            <a:grpFill/>
            <a:ln w="9525" cap="flat">
              <a:noFill/>
              <a:prstDash val="solid"/>
              <a:miter/>
            </a:ln>
          </p:spPr>
          <p:txBody>
            <a:bodyPr lIns="0" tIns="0" rIns="0" bIns="0" rtlCol="0" anchor="ctr"/>
            <a:lstStyle/>
            <a:p>
              <a:endParaRPr lang="de-DE" sz="100"/>
            </a:p>
          </p:txBody>
        </p:sp>
      </p:grpSp>
      <p:grpSp>
        <p:nvGrpSpPr>
          <p:cNvPr id="18" name="info">
            <a:extLst>
              <a:ext uri="{FF2B5EF4-FFF2-40B4-BE49-F238E27FC236}">
                <a16:creationId xmlns:a16="http://schemas.microsoft.com/office/drawing/2014/main" id="{2995FF93-7DEE-E8DA-AB69-C0C361623902}"/>
              </a:ext>
              <a:ext uri="{C183D7F6-B498-43B3-948B-1728B52AA6E4}">
                <adec:decorative xmlns:adec="http://schemas.microsoft.com/office/drawing/2017/decorative" val="1"/>
              </a:ext>
            </a:extLst>
          </p:cNvPr>
          <p:cNvGrpSpPr/>
          <p:nvPr userDrawn="1"/>
        </p:nvGrpSpPr>
        <p:grpSpPr>
          <a:xfrm flipH="1">
            <a:off x="12330000" y="3169920"/>
            <a:ext cx="2884362" cy="2634954"/>
            <a:chOff x="12236776" y="2786360"/>
            <a:chExt cx="1925720" cy="2634954"/>
          </a:xfrm>
          <a:solidFill>
            <a:srgbClr val="000000"/>
          </a:solidFill>
          <a:effectLst>
            <a:outerShdw blurRad="50800" dist="38100" dir="8100000" algn="tr" rotWithShape="0">
              <a:prstClr val="black">
                <a:alpha val="40000"/>
              </a:prstClr>
            </a:outerShdw>
          </a:effectLst>
        </p:grpSpPr>
        <p:sp>
          <p:nvSpPr>
            <p:cNvPr id="23" name="info">
              <a:extLst>
                <a:ext uri="{FF2B5EF4-FFF2-40B4-BE49-F238E27FC236}">
                  <a16:creationId xmlns:a16="http://schemas.microsoft.com/office/drawing/2014/main" id="{5E66A7D6-66AB-BEEA-E017-10DD2F67BF6B}"/>
                </a:ext>
              </a:extLst>
            </p:cNvPr>
            <p:cNvSpPr/>
            <p:nvPr userDrawn="1"/>
          </p:nvSpPr>
          <p:spPr bwMode="gray">
            <a:xfrm>
              <a:off x="12582880" y="4947929"/>
              <a:ext cx="1579616" cy="473385"/>
            </a:xfrm>
            <a:prstGeom prst="homePlate">
              <a:avLst>
                <a:gd name="adj" fmla="val 5905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spAutoFit/>
            </a:bodyPr>
            <a:lstStyle/>
            <a:p>
              <a:pPr algn="ctr">
                <a:lnSpc>
                  <a:spcPct val="80000"/>
                </a:lnSpc>
                <a:spcBef>
                  <a:spcPts val="400"/>
                </a:spcBef>
                <a:spcAft>
                  <a:spcPts val="400"/>
                </a:spcAft>
              </a:pPr>
              <a:endParaRPr lang="en-US" sz="1050">
                <a:solidFill>
                  <a:schemeClr val="tx2"/>
                </a:solidFill>
              </a:endParaRPr>
            </a:p>
            <a:p>
              <a:pPr algn="ctr">
                <a:lnSpc>
                  <a:spcPct val="80000"/>
                </a:lnSpc>
                <a:spcBef>
                  <a:spcPts val="400"/>
                </a:spcBef>
                <a:spcAft>
                  <a:spcPts val="400"/>
                </a:spcAft>
              </a:pPr>
              <a:endParaRPr lang="en-US" sz="1050">
                <a:solidFill>
                  <a:schemeClr val="tx2"/>
                </a:solidFill>
              </a:endParaRPr>
            </a:p>
          </p:txBody>
        </p:sp>
        <p:sp>
          <p:nvSpPr>
            <p:cNvPr id="24" name="info">
              <a:extLst>
                <a:ext uri="{FF2B5EF4-FFF2-40B4-BE49-F238E27FC236}">
                  <a16:creationId xmlns:a16="http://schemas.microsoft.com/office/drawing/2014/main" id="{5F45D6CE-F72C-3EFD-2EEC-A6A0BD32FEED}"/>
                </a:ext>
              </a:extLst>
            </p:cNvPr>
            <p:cNvSpPr/>
            <p:nvPr userDrawn="1"/>
          </p:nvSpPr>
          <p:spPr bwMode="gray">
            <a:xfrm flipH="1">
              <a:off x="12236776" y="2786360"/>
              <a:ext cx="1742546" cy="263495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oAutofit/>
            </a:bodyPr>
            <a:lstStyle/>
            <a:p>
              <a:r>
                <a:rPr lang="en-US" sz="1050" b="1"/>
                <a:t>CREATE LINKEDIN QR CODE </a:t>
              </a:r>
              <a:br>
                <a:rPr lang="en-US" sz="1050" b="1"/>
              </a:br>
              <a:r>
                <a:rPr lang="en-US" sz="1050" b="1"/>
                <a:t>FOR BUSINESS CARD:</a:t>
              </a:r>
            </a:p>
            <a:p>
              <a:pPr marL="144000" indent="-144000">
                <a:buFont typeface="+mj-lt"/>
                <a:buAutoNum type="arabicPeriod"/>
              </a:pPr>
              <a:r>
                <a:rPr lang="en-US" sz="1050"/>
                <a:t>Open the LinkedIn app and log in.</a:t>
              </a:r>
            </a:p>
            <a:p>
              <a:pPr marL="144000" indent="-144000">
                <a:buFont typeface="+mj-lt"/>
                <a:buAutoNum type="arabicPeriod"/>
              </a:pPr>
              <a:r>
                <a:rPr lang="en-US" sz="1050"/>
                <a:t>Tap the search bar at the top.</a:t>
              </a:r>
            </a:p>
            <a:p>
              <a:pPr marL="144000" indent="-144000">
                <a:buFont typeface="+mj-lt"/>
                <a:buAutoNum type="arabicPeriod"/>
              </a:pPr>
              <a:r>
                <a:rPr lang="en-US" sz="1050"/>
                <a:t>Save the QR code displayed on the right for later use.</a:t>
              </a:r>
            </a:p>
            <a:p>
              <a:pPr>
                <a:spcBef>
                  <a:spcPts val="400"/>
                </a:spcBef>
              </a:pPr>
              <a:r>
                <a:rPr lang="en-US" sz="1050" b="1"/>
                <a:t>FOR CONTACT QR CODE </a:t>
              </a:r>
              <a:br>
                <a:rPr lang="en-US" sz="1050" b="1"/>
              </a:br>
              <a:r>
                <a:rPr lang="en-US" sz="1050" b="1"/>
                <a:t>(DRESONET PROFILE):</a:t>
              </a:r>
            </a:p>
            <a:p>
              <a:pPr marL="144000" indent="-144000" algn="l" defTabSz="914400" rtl="0" eaLnBrk="1" latinLnBrk="0" hangingPunct="1">
                <a:buFont typeface="+mj-lt"/>
                <a:buAutoNum type="arabicPeriod"/>
              </a:pPr>
              <a:r>
                <a:rPr lang="en-US" sz="1050" kern="1200">
                  <a:solidFill>
                    <a:schemeClr val="lt1"/>
                  </a:solidFill>
                  <a:latin typeface="+mn-lt"/>
                  <a:ea typeface="+mn-ea"/>
                  <a:cs typeface="+mn-cs"/>
                </a:rPr>
                <a:t>Search for your name using </a:t>
              </a:r>
              <a:r>
                <a:rPr lang="en-US" sz="1050" kern="1200" err="1">
                  <a:solidFill>
                    <a:schemeClr val="lt1"/>
                  </a:solidFill>
                  <a:latin typeface="+mn-lt"/>
                  <a:ea typeface="+mn-ea"/>
                  <a:cs typeface="+mn-cs"/>
                </a:rPr>
                <a:t>Dresonet's</a:t>
              </a:r>
              <a:r>
                <a:rPr lang="en-US" sz="1050" kern="1200">
                  <a:solidFill>
                    <a:schemeClr val="lt1"/>
                  </a:solidFill>
                  <a:latin typeface="+mn-lt"/>
                  <a:ea typeface="+mn-ea"/>
                  <a:cs typeface="+mn-cs"/>
                </a:rPr>
                <a:t> Enterprise Search.</a:t>
              </a:r>
            </a:p>
            <a:p>
              <a:pPr marL="144000" indent="-144000" algn="l" defTabSz="914400" rtl="0" eaLnBrk="1" latinLnBrk="0" hangingPunct="1">
                <a:buFont typeface="+mj-lt"/>
                <a:buAutoNum type="arabicPeriod"/>
              </a:pPr>
              <a:r>
                <a:rPr lang="en-US" sz="1050" kern="1200">
                  <a:solidFill>
                    <a:schemeClr val="lt1"/>
                  </a:solidFill>
                  <a:latin typeface="+mn-lt"/>
                  <a:ea typeface="+mn-ea"/>
                  <a:cs typeface="+mn-cs"/>
                </a:rPr>
                <a:t>Click on your displayed image.</a:t>
              </a:r>
            </a:p>
            <a:p>
              <a:pPr marL="144000" indent="-144000" algn="l" defTabSz="914400" rtl="0" eaLnBrk="1" latinLnBrk="0" hangingPunct="1">
                <a:buFont typeface="+mj-lt"/>
                <a:buAutoNum type="arabicPeriod"/>
              </a:pPr>
              <a:r>
                <a:rPr lang="en-US" sz="1050" kern="1200">
                  <a:solidFill>
                    <a:schemeClr val="lt1"/>
                  </a:solidFill>
                  <a:latin typeface="+mn-lt"/>
                  <a:ea typeface="+mn-ea"/>
                  <a:cs typeface="+mn-cs"/>
                </a:rPr>
                <a:t>Save the QR code at the bottom of </a:t>
              </a:r>
              <a:br>
                <a:rPr lang="en-US" sz="1050" kern="1200">
                  <a:solidFill>
                    <a:schemeClr val="lt1"/>
                  </a:solidFill>
                  <a:latin typeface="+mn-lt"/>
                  <a:ea typeface="+mn-ea"/>
                  <a:cs typeface="+mn-cs"/>
                </a:rPr>
              </a:br>
              <a:r>
                <a:rPr lang="en-US" sz="1050" kern="1200">
                  <a:solidFill>
                    <a:schemeClr val="lt1"/>
                  </a:solidFill>
                  <a:latin typeface="+mn-lt"/>
                  <a:ea typeface="+mn-ea"/>
                  <a:cs typeface="+mn-cs"/>
                </a:rPr>
                <a:t>the list by right-clicking and selecting </a:t>
              </a:r>
              <a:br>
                <a:rPr lang="en-US" sz="1050" kern="1200">
                  <a:solidFill>
                    <a:schemeClr val="lt1"/>
                  </a:solidFill>
                  <a:latin typeface="+mn-lt"/>
                  <a:ea typeface="+mn-ea"/>
                  <a:cs typeface="+mn-cs"/>
                </a:rPr>
              </a:br>
              <a:r>
                <a:rPr lang="en-US" sz="1050" kern="1200">
                  <a:solidFill>
                    <a:schemeClr val="lt1"/>
                  </a:solidFill>
                  <a:latin typeface="+mn-lt"/>
                  <a:ea typeface="+mn-ea"/>
                  <a:cs typeface="+mn-cs"/>
                </a:rPr>
                <a:t>"Save image as" on your computer </a:t>
              </a:r>
              <a:br>
                <a:rPr lang="en-US" sz="1050" kern="1200">
                  <a:solidFill>
                    <a:schemeClr val="lt1"/>
                  </a:solidFill>
                  <a:latin typeface="+mn-lt"/>
                  <a:ea typeface="+mn-ea"/>
                  <a:cs typeface="+mn-cs"/>
                </a:rPr>
              </a:br>
              <a:r>
                <a:rPr lang="en-US" sz="1050" kern="1200">
                  <a:solidFill>
                    <a:schemeClr val="lt1"/>
                  </a:solidFill>
                  <a:latin typeface="+mn-lt"/>
                  <a:ea typeface="+mn-ea"/>
                  <a:cs typeface="+mn-cs"/>
                </a:rPr>
                <a:t>or smartphone for future use.</a:t>
              </a:r>
            </a:p>
          </p:txBody>
        </p:sp>
      </p:grpSp>
      <p:grpSp>
        <p:nvGrpSpPr>
          <p:cNvPr id="25" name="info">
            <a:extLst>
              <a:ext uri="{FF2B5EF4-FFF2-40B4-BE49-F238E27FC236}">
                <a16:creationId xmlns:a16="http://schemas.microsoft.com/office/drawing/2014/main" id="{C5E090E9-27ED-9A09-BB40-4EDDC4ADBAEF}"/>
              </a:ext>
              <a:ext uri="{C183D7F6-B498-43B3-948B-1728B52AA6E4}">
                <adec:decorative xmlns:adec="http://schemas.microsoft.com/office/drawing/2017/decorative" val="1"/>
              </a:ext>
            </a:extLst>
          </p:cNvPr>
          <p:cNvGrpSpPr/>
          <p:nvPr userDrawn="1"/>
        </p:nvGrpSpPr>
        <p:grpSpPr>
          <a:xfrm>
            <a:off x="-2613664" y="4103123"/>
            <a:ext cx="2500810" cy="1699714"/>
            <a:chOff x="12161151" y="2764646"/>
            <a:chExt cx="2500810" cy="1699714"/>
          </a:xfrm>
          <a:effectLst>
            <a:outerShdw blurRad="50800" dist="38100" dir="2700000" algn="tl" rotWithShape="0">
              <a:prstClr val="black">
                <a:alpha val="40000"/>
              </a:prstClr>
            </a:outerShdw>
          </a:effectLst>
        </p:grpSpPr>
        <p:grpSp>
          <p:nvGrpSpPr>
            <p:cNvPr id="26" name="info">
              <a:extLst>
                <a:ext uri="{FF2B5EF4-FFF2-40B4-BE49-F238E27FC236}">
                  <a16:creationId xmlns:a16="http://schemas.microsoft.com/office/drawing/2014/main" id="{D816386C-F5CE-CD35-A800-773DE3E4563E}"/>
                </a:ext>
              </a:extLst>
            </p:cNvPr>
            <p:cNvGrpSpPr/>
            <p:nvPr userDrawn="1"/>
          </p:nvGrpSpPr>
          <p:grpSpPr>
            <a:xfrm>
              <a:off x="12161151" y="2764646"/>
              <a:ext cx="2500810" cy="1699714"/>
              <a:chOff x="12313551" y="2219499"/>
              <a:chExt cx="2500810" cy="1699714"/>
            </a:xfrm>
            <a:solidFill>
              <a:srgbClr val="002965"/>
            </a:solidFill>
          </p:grpSpPr>
          <p:sp>
            <p:nvSpPr>
              <p:cNvPr id="39" name="info">
                <a:extLst>
                  <a:ext uri="{FF2B5EF4-FFF2-40B4-BE49-F238E27FC236}">
                    <a16:creationId xmlns:a16="http://schemas.microsoft.com/office/drawing/2014/main" id="{FAB46026-309C-DA50-BEF1-EF45B6358C54}"/>
                  </a:ext>
                </a:extLst>
              </p:cNvPr>
              <p:cNvSpPr/>
              <p:nvPr userDrawn="1"/>
            </p:nvSpPr>
            <p:spPr bwMode="gray">
              <a:xfrm>
                <a:off x="13234745" y="3379213"/>
                <a:ext cx="1579616"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36000" rtlCol="0" anchor="ctr">
                <a:noAutofit/>
              </a:bodyPr>
              <a:lstStyle/>
              <a:p>
                <a:pPr algn="ctr">
                  <a:lnSpc>
                    <a:spcPct val="80000"/>
                  </a:lnSpc>
                  <a:spcBef>
                    <a:spcPts val="400"/>
                  </a:spcBef>
                  <a:spcAft>
                    <a:spcPts val="400"/>
                  </a:spcAft>
                </a:pPr>
                <a:endParaRPr lang="en-US" sz="1050">
                  <a:solidFill>
                    <a:schemeClr val="tx1"/>
                  </a:solidFill>
                </a:endParaRPr>
              </a:p>
              <a:p>
                <a:pPr algn="ctr">
                  <a:lnSpc>
                    <a:spcPct val="80000"/>
                  </a:lnSpc>
                  <a:spcBef>
                    <a:spcPts val="400"/>
                  </a:spcBef>
                  <a:spcAft>
                    <a:spcPts val="400"/>
                  </a:spcAft>
                </a:pPr>
                <a:endParaRPr lang="en-US" sz="1050">
                  <a:solidFill>
                    <a:schemeClr val="tx1"/>
                  </a:solidFill>
                </a:endParaRPr>
              </a:p>
            </p:txBody>
          </p:sp>
          <p:sp>
            <p:nvSpPr>
              <p:cNvPr id="40" name="info">
                <a:extLst>
                  <a:ext uri="{FF2B5EF4-FFF2-40B4-BE49-F238E27FC236}">
                    <a16:creationId xmlns:a16="http://schemas.microsoft.com/office/drawing/2014/main" id="{E20E32B0-B536-8A88-0BE9-1812F89FE01C}"/>
                  </a:ext>
                </a:extLst>
              </p:cNvPr>
              <p:cNvSpPr/>
              <p:nvPr userDrawn="1"/>
            </p:nvSpPr>
            <p:spPr bwMode="gray">
              <a:xfrm flipH="1">
                <a:off x="12313551" y="2219499"/>
                <a:ext cx="2232001" cy="1699714"/>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36000" rtlCol="0" anchor="t">
                <a:noAutofit/>
              </a:bodyPr>
              <a:lstStyle/>
              <a:p>
                <a:pPr>
                  <a:lnSpc>
                    <a:spcPct val="80000"/>
                  </a:lnSpc>
                  <a:spcBef>
                    <a:spcPts val="400"/>
                  </a:spcBef>
                  <a:spcAft>
                    <a:spcPts val="400"/>
                  </a:spcAft>
                </a:pPr>
                <a:r>
                  <a:rPr lang="en-US" sz="1050" b="1" cap="all">
                    <a:solidFill>
                      <a:schemeClr val="tx1"/>
                    </a:solidFill>
                  </a:rPr>
                  <a:t>TEXT FORMATTING</a:t>
                </a:r>
              </a:p>
              <a:p>
                <a:pPr>
                  <a:lnSpc>
                    <a:spcPct val="80000"/>
                  </a:lnSpc>
                  <a:spcBef>
                    <a:spcPts val="400"/>
                  </a:spcBef>
                  <a:spcAft>
                    <a:spcPts val="400"/>
                  </a:spcAft>
                </a:pPr>
                <a:r>
                  <a:rPr lang="en-US" sz="1050" b="0">
                    <a:solidFill>
                      <a:schemeClr val="tx1"/>
                    </a:solidFill>
                  </a:rPr>
                  <a:t>Be sure to use the indent tool to format the text correctly!</a:t>
                </a:r>
              </a:p>
              <a:p>
                <a:pPr>
                  <a:lnSpc>
                    <a:spcPct val="80000"/>
                  </a:lnSpc>
                  <a:spcBef>
                    <a:spcPts val="400"/>
                  </a:spcBef>
                  <a:spcAft>
                    <a:spcPts val="400"/>
                  </a:spcAft>
                </a:pPr>
                <a:br>
                  <a:rPr lang="en-US" sz="1050" b="0">
                    <a:solidFill>
                      <a:schemeClr val="tx1"/>
                    </a:solidFill>
                  </a:rPr>
                </a:br>
                <a:r>
                  <a:rPr lang="en-US" sz="1050" b="1">
                    <a:solidFill>
                      <a:schemeClr val="tx1"/>
                    </a:solidFill>
                  </a:rPr>
                  <a:t>&gt; right click on text</a:t>
                </a:r>
                <a:br>
                  <a:rPr lang="en-US" sz="1050" b="1">
                    <a:solidFill>
                      <a:schemeClr val="tx1"/>
                    </a:solidFill>
                  </a:rPr>
                </a:br>
                <a:r>
                  <a:rPr lang="en-US" sz="1050" b="1">
                    <a:solidFill>
                      <a:schemeClr val="tx1"/>
                    </a:solidFill>
                  </a:rPr>
                  <a:t>&gt; In-/ Decrease list level</a:t>
                </a:r>
              </a:p>
              <a:p>
                <a:pPr>
                  <a:lnSpc>
                    <a:spcPct val="80000"/>
                  </a:lnSpc>
                  <a:spcBef>
                    <a:spcPts val="400"/>
                  </a:spcBef>
                  <a:spcAft>
                    <a:spcPts val="400"/>
                  </a:spcAft>
                </a:pPr>
                <a:endParaRPr lang="en-US" sz="1050" b="1">
                  <a:solidFill>
                    <a:schemeClr val="tx1"/>
                  </a:solidFill>
                </a:endParaRPr>
              </a:p>
              <a:p>
                <a:pPr>
                  <a:lnSpc>
                    <a:spcPct val="80000"/>
                  </a:lnSpc>
                  <a:spcBef>
                    <a:spcPts val="400"/>
                  </a:spcBef>
                  <a:spcAft>
                    <a:spcPts val="400"/>
                  </a:spcAft>
                </a:pPr>
                <a:endParaRPr lang="en-US" sz="1050" b="1" cap="all" baseline="0">
                  <a:solidFill>
                    <a:schemeClr val="tx1"/>
                  </a:solidFill>
                </a:endParaRPr>
              </a:p>
            </p:txBody>
          </p:sp>
        </p:grpSp>
        <p:pic>
          <p:nvPicPr>
            <p:cNvPr id="27" name="info">
              <a:extLst>
                <a:ext uri="{FF2B5EF4-FFF2-40B4-BE49-F238E27FC236}">
                  <a16:creationId xmlns:a16="http://schemas.microsoft.com/office/drawing/2014/main" id="{FF6B8DF7-1BFE-B7EF-80C2-52F7AE9120D1}"/>
                </a:ext>
              </a:extLst>
            </p:cNvPr>
            <p:cNvPicPr>
              <a:picLocks noChangeAspect="1"/>
            </p:cNvPicPr>
            <p:nvPr userDrawn="1"/>
          </p:nvPicPr>
          <p:blipFill>
            <a:blip r:embed="rId3"/>
            <a:stretch>
              <a:fillRect/>
            </a:stretch>
          </p:blipFill>
          <p:spPr>
            <a:xfrm>
              <a:off x="12421945" y="4021488"/>
              <a:ext cx="485775" cy="238125"/>
            </a:xfrm>
            <a:prstGeom prst="rect">
              <a:avLst/>
            </a:prstGeom>
          </p:spPr>
        </p:pic>
      </p:grpSp>
    </p:spTree>
    <p:extLst>
      <p:ext uri="{BB962C8B-B14F-4D97-AF65-F5344CB8AC3E}">
        <p14:creationId xmlns:p14="http://schemas.microsoft.com/office/powerpoint/2010/main" val="382503690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15">
          <p15:clr>
            <a:srgbClr val="FBAE40"/>
          </p15:clr>
        </p15:guide>
        <p15:guide id="2" pos="1020">
          <p15:clr>
            <a:srgbClr val="FBAE40"/>
          </p15:clr>
        </p15:guide>
        <p15:guide id="3" orient="horz" pos="1412">
          <p15:clr>
            <a:srgbClr val="FBAE40"/>
          </p15:clr>
        </p15:guide>
        <p15:guide id="4" orient="horz" pos="1502">
          <p15:clr>
            <a:srgbClr val="FBAE40"/>
          </p15:clr>
        </p15:guide>
        <p15:guide id="5" orient="horz" pos="3659">
          <p15:clr>
            <a:srgbClr val="FBAE40"/>
          </p15:clr>
        </p15:guide>
        <p15:guide id="6" orient="horz" pos="2379">
          <p15:clr>
            <a:srgbClr val="FBAE40"/>
          </p15:clr>
        </p15:guide>
        <p15:guide id="7" pos="2519">
          <p15:clr>
            <a:srgbClr val="FBAE40"/>
          </p15:clr>
        </p15:guide>
        <p15:guide id="8" pos="2700">
          <p15:clr>
            <a:srgbClr val="FBAE40"/>
          </p15:clr>
        </p15:guide>
        <p15:guide id="9" pos="2882">
          <p15:clr>
            <a:srgbClr val="FBAE40"/>
          </p15:clr>
        </p15:guide>
        <p15:guide id="10" pos="3390">
          <p15:clr>
            <a:srgbClr val="FBAE40"/>
          </p15:clr>
        </p15:guide>
        <p15:guide id="11" pos="4886">
          <p15:clr>
            <a:srgbClr val="FBAE40"/>
          </p15:clr>
        </p15:guide>
        <p15:guide id="12" pos="5069">
          <p15:clr>
            <a:srgbClr val="FBAE40"/>
          </p15:clr>
        </p15:guide>
        <p15:guide id="13" pos="5252">
          <p15:clr>
            <a:srgbClr val="FBAE40"/>
          </p15:clr>
        </p15:guide>
        <p15:guide id="14" pos="7256">
          <p15:clr>
            <a:srgbClr val="FBAE40"/>
          </p15:clr>
        </p15:guide>
        <p15:guide id="15" pos="261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Final slide">
    <p:spTree>
      <p:nvGrpSpPr>
        <p:cNvPr id="1" name=""/>
        <p:cNvGrpSpPr/>
        <p:nvPr/>
      </p:nvGrpSpPr>
      <p:grpSpPr>
        <a:xfrm>
          <a:off x="0" y="0"/>
          <a:ext cx="0" cy="0"/>
          <a:chOff x="0" y="0"/>
          <a:chExt cx="0" cy="0"/>
        </a:xfrm>
      </p:grpSpPr>
      <p:pic>
        <p:nvPicPr>
          <p:cNvPr id="7" name="background dreso">
            <a:extLst>
              <a:ext uri="{FF2B5EF4-FFF2-40B4-BE49-F238E27FC236}">
                <a16:creationId xmlns:a16="http://schemas.microsoft.com/office/drawing/2014/main" id="{B8F9EF20-1702-6ECE-D5AB-255185411F17}"/>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white">
          <a:xfrm>
            <a:off x="0" y="0"/>
            <a:ext cx="12191999" cy="6858000"/>
          </a:xfrm>
          <a:prstGeom prst="rect">
            <a:avLst/>
          </a:prstGeom>
        </p:spPr>
      </p:pic>
      <p:sp>
        <p:nvSpPr>
          <p:cNvPr id="35" name="design element">
            <a:extLst>
              <a:ext uri="{FF2B5EF4-FFF2-40B4-BE49-F238E27FC236}">
                <a16:creationId xmlns:a16="http://schemas.microsoft.com/office/drawing/2014/main" id="{C339C113-41A8-7A8B-D178-36651F4D0C05}"/>
              </a:ext>
              <a:ext uri="{C183D7F6-B498-43B3-948B-1728B52AA6E4}">
                <adec:decorative xmlns:adec="http://schemas.microsoft.com/office/drawing/2017/decorative" val="1"/>
              </a:ext>
            </a:extLst>
          </p:cNvPr>
          <p:cNvSpPr>
            <a:spLocks noChangeAspect="1"/>
          </p:cNvSpPr>
          <p:nvPr/>
        </p:nvSpPr>
        <p:spPr bwMode="invGray">
          <a:xfrm>
            <a:off x="1" y="0"/>
            <a:ext cx="3556521" cy="6858000"/>
          </a:xfrm>
          <a:custGeom>
            <a:avLst/>
            <a:gdLst>
              <a:gd name="connsiteX0" fmla="*/ 1473386 w 3556521"/>
              <a:gd name="connsiteY0" fmla="*/ 3736520 h 6858000"/>
              <a:gd name="connsiteX1" fmla="*/ 372766 w 3556521"/>
              <a:gd name="connsiteY1" fmla="*/ 4521122 h 6858000"/>
              <a:gd name="connsiteX2" fmla="*/ 877795 w 3556521"/>
              <a:gd name="connsiteY2" fmla="*/ 5284883 h 6858000"/>
              <a:gd name="connsiteX3" fmla="*/ 1970215 w 3556521"/>
              <a:gd name="connsiteY3" fmla="*/ 4491970 h 6858000"/>
              <a:gd name="connsiteX4" fmla="*/ 659971 w 3556521"/>
              <a:gd name="connsiteY4" fmla="*/ 1470790 h 6858000"/>
              <a:gd name="connsiteX5" fmla="*/ 489195 w 3556521"/>
              <a:gd name="connsiteY5" fmla="*/ 1592533 h 6858000"/>
              <a:gd name="connsiteX6" fmla="*/ 401541 w 3556521"/>
              <a:gd name="connsiteY6" fmla="*/ 2060950 h 6858000"/>
              <a:gd name="connsiteX7" fmla="*/ 1480009 w 3556521"/>
              <a:gd name="connsiteY7" fmla="*/ 3700728 h 6858000"/>
              <a:gd name="connsiteX8" fmla="*/ 1650863 w 3556521"/>
              <a:gd name="connsiteY8" fmla="*/ 3578934 h 6858000"/>
              <a:gd name="connsiteX9" fmla="*/ 1738516 w 3556521"/>
              <a:gd name="connsiteY9" fmla="*/ 3110518 h 6858000"/>
              <a:gd name="connsiteX10" fmla="*/ 1781173 w 3556521"/>
              <a:gd name="connsiteY10" fmla="*/ 671502 h 6858000"/>
              <a:gd name="connsiteX11" fmla="*/ 680428 w 3556521"/>
              <a:gd name="connsiteY11" fmla="*/ 1456206 h 6858000"/>
              <a:gd name="connsiteX12" fmla="*/ 1759416 w 3556521"/>
              <a:gd name="connsiteY12" fmla="*/ 3096711 h 6858000"/>
              <a:gd name="connsiteX13" fmla="*/ 1665302 w 3556521"/>
              <a:gd name="connsiteY13" fmla="*/ 3599708 h 6858000"/>
              <a:gd name="connsiteX14" fmla="*/ 1493921 w 3556521"/>
              <a:gd name="connsiteY14" fmla="*/ 3721881 h 6858000"/>
              <a:gd name="connsiteX15" fmla="*/ 1990648 w 3556521"/>
              <a:gd name="connsiteY15" fmla="*/ 4477139 h 6858000"/>
              <a:gd name="connsiteX16" fmla="*/ 3281707 w 3556521"/>
              <a:gd name="connsiteY16" fmla="*/ 3540047 h 6858000"/>
              <a:gd name="connsiteX17" fmla="*/ 3366954 w 3556521"/>
              <a:gd name="connsiteY17" fmla="*/ 3069731 h 6858000"/>
              <a:gd name="connsiteX18" fmla="*/ 1062788 w 3556521"/>
              <a:gd name="connsiteY18" fmla="*/ 0 h 6858000"/>
              <a:gd name="connsiteX19" fmla="*/ 1105755 w 3556521"/>
              <a:gd name="connsiteY19" fmla="*/ 0 h 6858000"/>
              <a:gd name="connsiteX20" fmla="*/ 169596 w 3556521"/>
              <a:gd name="connsiteY20" fmla="*/ 679531 h 6858000"/>
              <a:gd name="connsiteX21" fmla="*/ 666477 w 3556521"/>
              <a:gd name="connsiteY21" fmla="*/ 1434994 h 6858000"/>
              <a:gd name="connsiteX22" fmla="*/ 1767171 w 3556521"/>
              <a:gd name="connsiteY22" fmla="*/ 650327 h 6858000"/>
              <a:gd name="connsiteX23" fmla="*/ 1337156 w 3556521"/>
              <a:gd name="connsiteY23" fmla="*/ 0 h 6858000"/>
              <a:gd name="connsiteX24" fmla="*/ 1367523 w 3556521"/>
              <a:gd name="connsiteY24" fmla="*/ 0 h 6858000"/>
              <a:gd name="connsiteX25" fmla="*/ 1787810 w 3556521"/>
              <a:gd name="connsiteY25" fmla="*/ 635614 h 6858000"/>
              <a:gd name="connsiteX26" fmla="*/ 2679419 w 3556521"/>
              <a:gd name="connsiteY26" fmla="*/ 0 h 6858000"/>
              <a:gd name="connsiteX27" fmla="*/ 2723124 w 3556521"/>
              <a:gd name="connsiteY27" fmla="*/ 0 h 6858000"/>
              <a:gd name="connsiteX28" fmla="*/ 1801812 w 3556521"/>
              <a:gd name="connsiteY28" fmla="*/ 656789 h 6858000"/>
              <a:gd name="connsiteX29" fmla="*/ 3388108 w 3556521"/>
              <a:gd name="connsiteY29" fmla="*/ 3055798 h 6858000"/>
              <a:gd name="connsiteX30" fmla="*/ 3296527 w 3556521"/>
              <a:gd name="connsiteY30" fmla="*/ 3560568 h 6858000"/>
              <a:gd name="connsiteX31" fmla="*/ 2004572 w 3556521"/>
              <a:gd name="connsiteY31" fmla="*/ 4498310 h 6858000"/>
              <a:gd name="connsiteX32" fmla="*/ 3556521 w 3556521"/>
              <a:gd name="connsiteY32" fmla="*/ 6858000 h 6858000"/>
              <a:gd name="connsiteX33" fmla="*/ 3526255 w 3556521"/>
              <a:gd name="connsiteY33" fmla="*/ 6858000 h 6858000"/>
              <a:gd name="connsiteX34" fmla="*/ 1984138 w 3556521"/>
              <a:gd name="connsiteY34" fmla="*/ 4513142 h 6858000"/>
              <a:gd name="connsiteX35" fmla="*/ 891769 w 3556521"/>
              <a:gd name="connsiteY35" fmla="*/ 5306018 h 6858000"/>
              <a:gd name="connsiteX36" fmla="*/ 1918000 w 3556521"/>
              <a:gd name="connsiteY36" fmla="*/ 6858000 h 6858000"/>
              <a:gd name="connsiteX37" fmla="*/ 1887834 w 3556521"/>
              <a:gd name="connsiteY37" fmla="*/ 6858000 h 6858000"/>
              <a:gd name="connsiteX38" fmla="*/ 871342 w 3556521"/>
              <a:gd name="connsiteY38" fmla="*/ 5320844 h 6858000"/>
              <a:gd name="connsiteX39" fmla="*/ 155806 w 3556521"/>
              <a:gd name="connsiteY39" fmla="*/ 5840203 h 6858000"/>
              <a:gd name="connsiteX40" fmla="*/ 19915 w 3556521"/>
              <a:gd name="connsiteY40" fmla="*/ 5919089 h 6858000"/>
              <a:gd name="connsiteX41" fmla="*/ 0 w 3556521"/>
              <a:gd name="connsiteY41" fmla="*/ 5926954 h 6858000"/>
              <a:gd name="connsiteX42" fmla="*/ 0 w 3556521"/>
              <a:gd name="connsiteY42" fmla="*/ 5899935 h 6858000"/>
              <a:gd name="connsiteX43" fmla="*/ 7698 w 3556521"/>
              <a:gd name="connsiteY43" fmla="*/ 5896907 h 6858000"/>
              <a:gd name="connsiteX44" fmla="*/ 140985 w 3556521"/>
              <a:gd name="connsiteY44" fmla="*/ 5819683 h 6858000"/>
              <a:gd name="connsiteX45" fmla="*/ 857367 w 3556521"/>
              <a:gd name="connsiteY45" fmla="*/ 5299711 h 6858000"/>
              <a:gd name="connsiteX46" fmla="*/ 352197 w 3556521"/>
              <a:gd name="connsiteY46" fmla="*/ 4535784 h 6858000"/>
              <a:gd name="connsiteX47" fmla="*/ 0 w 3556521"/>
              <a:gd name="connsiteY47" fmla="*/ 4786856 h 6858000"/>
              <a:gd name="connsiteX48" fmla="*/ 0 w 3556521"/>
              <a:gd name="connsiteY48" fmla="*/ 4755761 h 6858000"/>
              <a:gd name="connsiteX49" fmla="*/ 338225 w 3556521"/>
              <a:gd name="connsiteY49" fmla="*/ 4514655 h 6858000"/>
              <a:gd name="connsiteX50" fmla="*/ 0 w 3556521"/>
              <a:gd name="connsiteY50" fmla="*/ 4003185 h 6858000"/>
              <a:gd name="connsiteX51" fmla="*/ 0 w 3556521"/>
              <a:gd name="connsiteY51" fmla="*/ 3957383 h 6858000"/>
              <a:gd name="connsiteX52" fmla="*/ 358794 w 3556521"/>
              <a:gd name="connsiteY52" fmla="*/ 4499992 h 6858000"/>
              <a:gd name="connsiteX53" fmla="*/ 1459475 w 3556521"/>
              <a:gd name="connsiteY53" fmla="*/ 3715366 h 6858000"/>
              <a:gd name="connsiteX54" fmla="*/ 380514 w 3556521"/>
              <a:gd name="connsiteY54" fmla="*/ 2074757 h 6858000"/>
              <a:gd name="connsiteX55" fmla="*/ 474628 w 3556521"/>
              <a:gd name="connsiteY55" fmla="*/ 1571760 h 6858000"/>
              <a:gd name="connsiteX56" fmla="*/ 646019 w 3556521"/>
              <a:gd name="connsiteY56" fmla="*/ 1449578 h 6858000"/>
              <a:gd name="connsiteX57" fmla="*/ 149236 w 3556521"/>
              <a:gd name="connsiteY57" fmla="*/ 694310 h 6858000"/>
              <a:gd name="connsiteX58" fmla="*/ 0 w 3556521"/>
              <a:gd name="connsiteY58" fmla="*/ 802636 h 6858000"/>
              <a:gd name="connsiteX59" fmla="*/ 0 w 3556521"/>
              <a:gd name="connsiteY59" fmla="*/ 771406 h 6858000"/>
              <a:gd name="connsiteX60" fmla="*/ 135334 w 3556521"/>
              <a:gd name="connsiteY60" fmla="*/ 673176 h 6858000"/>
              <a:gd name="connsiteX61" fmla="*/ 0 w 3556521"/>
              <a:gd name="connsiteY61" fmla="*/ 467426 h 6858000"/>
              <a:gd name="connsiteX62" fmla="*/ 0 w 3556521"/>
              <a:gd name="connsiteY62" fmla="*/ 421674 h 6858000"/>
              <a:gd name="connsiteX63" fmla="*/ 155696 w 3556521"/>
              <a:gd name="connsiteY63" fmla="*/ 65839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556521" h="6858000">
                <a:moveTo>
                  <a:pt x="1473386" y="3736520"/>
                </a:moveTo>
                <a:lnTo>
                  <a:pt x="372766" y="4521122"/>
                </a:lnTo>
                <a:lnTo>
                  <a:pt x="877795" y="5284883"/>
                </a:lnTo>
                <a:lnTo>
                  <a:pt x="1970215" y="4491970"/>
                </a:lnTo>
                <a:close/>
                <a:moveTo>
                  <a:pt x="659971" y="1470790"/>
                </a:moveTo>
                <a:lnTo>
                  <a:pt x="489195" y="1592533"/>
                </a:lnTo>
                <a:cubicBezTo>
                  <a:pt x="340613" y="1698428"/>
                  <a:pt x="301347" y="1908569"/>
                  <a:pt x="401541" y="2060950"/>
                </a:cubicBezTo>
                <a:lnTo>
                  <a:pt x="1480009" y="3700728"/>
                </a:lnTo>
                <a:lnTo>
                  <a:pt x="1650863" y="3578934"/>
                </a:lnTo>
                <a:cubicBezTo>
                  <a:pt x="1799443" y="3473040"/>
                  <a:pt x="1838710" y="3262899"/>
                  <a:pt x="1738516" y="3110518"/>
                </a:cubicBezTo>
                <a:close/>
                <a:moveTo>
                  <a:pt x="1781173" y="671502"/>
                </a:moveTo>
                <a:lnTo>
                  <a:pt x="680428" y="1456206"/>
                </a:lnTo>
                <a:lnTo>
                  <a:pt x="1759416" y="3096711"/>
                </a:lnTo>
                <a:cubicBezTo>
                  <a:pt x="1867084" y="3260366"/>
                  <a:pt x="1824904" y="3485960"/>
                  <a:pt x="1665302" y="3599708"/>
                </a:cubicBezTo>
                <a:lnTo>
                  <a:pt x="1493921" y="3721881"/>
                </a:lnTo>
                <a:lnTo>
                  <a:pt x="1990648" y="4477139"/>
                </a:lnTo>
                <a:lnTo>
                  <a:pt x="3281707" y="3540047"/>
                </a:lnTo>
                <a:cubicBezTo>
                  <a:pt x="3429275" y="3432887"/>
                  <a:pt x="3467528" y="3221859"/>
                  <a:pt x="3366954" y="3069731"/>
                </a:cubicBezTo>
                <a:close/>
                <a:moveTo>
                  <a:pt x="1062788" y="0"/>
                </a:moveTo>
                <a:lnTo>
                  <a:pt x="1105755" y="0"/>
                </a:lnTo>
                <a:lnTo>
                  <a:pt x="169596" y="679531"/>
                </a:lnTo>
                <a:lnTo>
                  <a:pt x="666477" y="1434994"/>
                </a:lnTo>
                <a:lnTo>
                  <a:pt x="1767171" y="650327"/>
                </a:lnTo>
                <a:lnTo>
                  <a:pt x="1337156" y="0"/>
                </a:lnTo>
                <a:lnTo>
                  <a:pt x="1367523" y="0"/>
                </a:lnTo>
                <a:lnTo>
                  <a:pt x="1787810" y="635614"/>
                </a:lnTo>
                <a:lnTo>
                  <a:pt x="2679419" y="0"/>
                </a:lnTo>
                <a:lnTo>
                  <a:pt x="2723124" y="0"/>
                </a:lnTo>
                <a:lnTo>
                  <a:pt x="1801812" y="656789"/>
                </a:lnTo>
                <a:lnTo>
                  <a:pt x="3388108" y="3055798"/>
                </a:lnTo>
                <a:cubicBezTo>
                  <a:pt x="3496028" y="3219072"/>
                  <a:pt x="3454988" y="3445553"/>
                  <a:pt x="3296527" y="3560568"/>
                </a:cubicBezTo>
                <a:lnTo>
                  <a:pt x="2004572" y="4498310"/>
                </a:lnTo>
                <a:lnTo>
                  <a:pt x="3556521" y="6858000"/>
                </a:lnTo>
                <a:lnTo>
                  <a:pt x="3526255" y="6858000"/>
                </a:lnTo>
                <a:lnTo>
                  <a:pt x="1984138" y="4513142"/>
                </a:lnTo>
                <a:lnTo>
                  <a:pt x="891769" y="5306018"/>
                </a:lnTo>
                <a:lnTo>
                  <a:pt x="1918000" y="6858000"/>
                </a:lnTo>
                <a:lnTo>
                  <a:pt x="1887834" y="6858000"/>
                </a:lnTo>
                <a:lnTo>
                  <a:pt x="871342" y="5320844"/>
                </a:lnTo>
                <a:lnTo>
                  <a:pt x="155806" y="5840203"/>
                </a:lnTo>
                <a:cubicBezTo>
                  <a:pt x="117267" y="5868197"/>
                  <a:pt x="70851" y="5894852"/>
                  <a:pt x="19915" y="5919089"/>
                </a:cubicBezTo>
                <a:lnTo>
                  <a:pt x="0" y="5926954"/>
                </a:lnTo>
                <a:lnTo>
                  <a:pt x="0" y="5899935"/>
                </a:lnTo>
                <a:lnTo>
                  <a:pt x="7698" y="5896907"/>
                </a:lnTo>
                <a:cubicBezTo>
                  <a:pt x="57670" y="5873200"/>
                  <a:pt x="103207" y="5847107"/>
                  <a:pt x="140985" y="5819683"/>
                </a:cubicBezTo>
                <a:lnTo>
                  <a:pt x="857367" y="5299711"/>
                </a:lnTo>
                <a:lnTo>
                  <a:pt x="352197" y="4535784"/>
                </a:lnTo>
                <a:lnTo>
                  <a:pt x="0" y="4786856"/>
                </a:lnTo>
                <a:lnTo>
                  <a:pt x="0" y="4755761"/>
                </a:lnTo>
                <a:lnTo>
                  <a:pt x="338225" y="4514655"/>
                </a:lnTo>
                <a:lnTo>
                  <a:pt x="0" y="4003185"/>
                </a:lnTo>
                <a:lnTo>
                  <a:pt x="0" y="3957383"/>
                </a:lnTo>
                <a:lnTo>
                  <a:pt x="358794" y="4499992"/>
                </a:lnTo>
                <a:lnTo>
                  <a:pt x="1459475" y="3715366"/>
                </a:lnTo>
                <a:lnTo>
                  <a:pt x="380514" y="2074757"/>
                </a:lnTo>
                <a:cubicBezTo>
                  <a:pt x="272846" y="1911102"/>
                  <a:pt x="315027" y="1685508"/>
                  <a:pt x="474628" y="1571760"/>
                </a:cubicBezTo>
                <a:lnTo>
                  <a:pt x="646019" y="1449578"/>
                </a:lnTo>
                <a:lnTo>
                  <a:pt x="149236" y="694310"/>
                </a:lnTo>
                <a:lnTo>
                  <a:pt x="0" y="802636"/>
                </a:lnTo>
                <a:lnTo>
                  <a:pt x="0" y="771406"/>
                </a:lnTo>
                <a:lnTo>
                  <a:pt x="135334" y="673176"/>
                </a:lnTo>
                <a:lnTo>
                  <a:pt x="0" y="467426"/>
                </a:lnTo>
                <a:lnTo>
                  <a:pt x="0" y="421674"/>
                </a:lnTo>
                <a:lnTo>
                  <a:pt x="155696" y="658396"/>
                </a:lnTo>
                <a:close/>
              </a:path>
            </a:pathLst>
          </a:custGeom>
          <a:solidFill>
            <a:schemeClr val="lt1"/>
          </a:solidFill>
          <a:ln w="0" cap="flat">
            <a:noFill/>
            <a:prstDash val="solid"/>
            <a:miter/>
          </a:ln>
        </p:spPr>
        <p:txBody>
          <a:bodyPr wrap="square" rtlCol="0" anchor="ctr">
            <a:noAutofit/>
          </a:bodyPr>
          <a:lstStyle/>
          <a:p>
            <a:endParaRPr lang="de-DE"/>
          </a:p>
        </p:txBody>
      </p:sp>
      <p:pic>
        <p:nvPicPr>
          <p:cNvPr id="36" name="qr code imagefilm">
            <a:extLst>
              <a:ext uri="{FF2B5EF4-FFF2-40B4-BE49-F238E27FC236}">
                <a16:creationId xmlns:a16="http://schemas.microsoft.com/office/drawing/2014/main" id="{AB488BA8-DCED-2AA6-EE34-1B6B932BCDA5}"/>
              </a:ext>
              <a:ext uri="{C183D7F6-B498-43B3-948B-1728B52AA6E4}">
                <adec:decorative xmlns:adec="http://schemas.microsoft.com/office/drawing/2017/decorative" val="1"/>
              </a:ext>
            </a:extLst>
          </p:cNvPr>
          <p:cNvPicPr>
            <a:picLocks noChangeAspect="1"/>
          </p:cNvPicPr>
          <p:nvPr/>
        </p:nvPicPr>
        <p:blipFill>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tretch>
            <a:fillRect/>
          </a:stretch>
        </p:blipFill>
        <p:spPr bwMode="black">
          <a:xfrm rot="3300000">
            <a:off x="2671798" y="4077282"/>
            <a:ext cx="1313706" cy="1313706"/>
          </a:xfrm>
          <a:prstGeom prst="rect">
            <a:avLst/>
          </a:prstGeom>
          <a:noFill/>
        </p:spPr>
      </p:pic>
      <p:pic>
        <p:nvPicPr>
          <p:cNvPr id="3" name="purpose" descr="Uniting opposites to create a world we want to live in">
            <a:extLst>
              <a:ext uri="{FF2B5EF4-FFF2-40B4-BE49-F238E27FC236}">
                <a16:creationId xmlns:a16="http://schemas.microsoft.com/office/drawing/2014/main" id="{7424DEAB-7B3D-DD63-4391-1A5F63BD7DF3}"/>
              </a:ext>
            </a:extLst>
          </p:cNvPr>
          <p:cNvPicPr>
            <a:picLocks noChangeAspect="1"/>
          </p:cNvPicPr>
          <p:nvPr/>
        </p:nvPicPr>
        <p:blipFill>
          <a:blip r:embed="rId6"/>
          <a:stretch>
            <a:fillRect/>
          </a:stretch>
        </p:blipFill>
        <p:spPr bwMode="black">
          <a:xfrm>
            <a:off x="8223630" y="1270202"/>
            <a:ext cx="3970751" cy="4394704"/>
          </a:xfrm>
          <a:prstGeom prst="rect">
            <a:avLst/>
          </a:prstGeom>
        </p:spPr>
      </p:pic>
      <p:sp>
        <p:nvSpPr>
          <p:cNvPr id="52" name="logo dreso white">
            <a:extLst>
              <a:ext uri="{FF2B5EF4-FFF2-40B4-BE49-F238E27FC236}">
                <a16:creationId xmlns:a16="http://schemas.microsoft.com/office/drawing/2014/main" id="{D7048ACC-DBD0-BD45-AA2D-1E58E81316E4}"/>
              </a:ext>
              <a:ext uri="{C183D7F6-B498-43B3-948B-1728B52AA6E4}">
                <adec:decorative xmlns:adec="http://schemas.microsoft.com/office/drawing/2017/decorative" val="1"/>
              </a:ext>
            </a:extLst>
          </p:cNvPr>
          <p:cNvSpPr>
            <a:spLocks noChangeAspect="1"/>
          </p:cNvSpPr>
          <p:nvPr/>
        </p:nvSpPr>
        <p:spPr bwMode="black">
          <a:xfrm>
            <a:off x="10167725" y="5961909"/>
            <a:ext cx="1494693" cy="451064"/>
          </a:xfrm>
          <a:custGeom>
            <a:avLst/>
            <a:gdLst>
              <a:gd name="connsiteX0" fmla="*/ 303535 w 1494693"/>
              <a:gd name="connsiteY0" fmla="*/ 321539 h 451064"/>
              <a:gd name="connsiteX1" fmla="*/ 303535 w 1494693"/>
              <a:gd name="connsiteY1" fmla="*/ 420643 h 451064"/>
              <a:gd name="connsiteX2" fmla="*/ 434103 w 1494693"/>
              <a:gd name="connsiteY2" fmla="*/ 420643 h 451064"/>
              <a:gd name="connsiteX3" fmla="*/ 434103 w 1494693"/>
              <a:gd name="connsiteY3" fmla="*/ 321539 h 451064"/>
              <a:gd name="connsiteX4" fmla="*/ 1334379 w 1494693"/>
              <a:gd name="connsiteY4" fmla="*/ 319666 h 451064"/>
              <a:gd name="connsiteX5" fmla="*/ 1334379 w 1494693"/>
              <a:gd name="connsiteY5" fmla="*/ 363584 h 451064"/>
              <a:gd name="connsiteX6" fmla="*/ 1422594 w 1494693"/>
              <a:gd name="connsiteY6" fmla="*/ 363584 h 451064"/>
              <a:gd name="connsiteX7" fmla="*/ 1440242 w 1494693"/>
              <a:gd name="connsiteY7" fmla="*/ 350823 h 451064"/>
              <a:gd name="connsiteX8" fmla="*/ 1440242 w 1494693"/>
              <a:gd name="connsiteY8" fmla="*/ 332428 h 451064"/>
              <a:gd name="connsiteX9" fmla="*/ 1422594 w 1494693"/>
              <a:gd name="connsiteY9" fmla="*/ 319666 h 451064"/>
              <a:gd name="connsiteX10" fmla="*/ 305053 w 1494693"/>
              <a:gd name="connsiteY10" fmla="*/ 292280 h 451064"/>
              <a:gd name="connsiteX11" fmla="*/ 430260 w 1494693"/>
              <a:gd name="connsiteY11" fmla="*/ 292280 h 451064"/>
              <a:gd name="connsiteX12" fmla="*/ 472375 w 1494693"/>
              <a:gd name="connsiteY12" fmla="*/ 329806 h 451064"/>
              <a:gd name="connsiteX13" fmla="*/ 472375 w 1494693"/>
              <a:gd name="connsiteY13" fmla="*/ 413515 h 451064"/>
              <a:gd name="connsiteX14" fmla="*/ 430260 w 1494693"/>
              <a:gd name="connsiteY14" fmla="*/ 451064 h 451064"/>
              <a:gd name="connsiteX15" fmla="*/ 305053 w 1494693"/>
              <a:gd name="connsiteY15" fmla="*/ 451064 h 451064"/>
              <a:gd name="connsiteX16" fmla="*/ 262938 w 1494693"/>
              <a:gd name="connsiteY16" fmla="*/ 413515 h 451064"/>
              <a:gd name="connsiteX17" fmla="*/ 262938 w 1494693"/>
              <a:gd name="connsiteY17" fmla="*/ 329806 h 451064"/>
              <a:gd name="connsiteX18" fmla="*/ 305053 w 1494693"/>
              <a:gd name="connsiteY18" fmla="*/ 292280 h 451064"/>
              <a:gd name="connsiteX19" fmla="*/ 1296119 w 1494693"/>
              <a:gd name="connsiteY19" fmla="*/ 292269 h 451064"/>
              <a:gd name="connsiteX20" fmla="*/ 1439139 w 1494693"/>
              <a:gd name="connsiteY20" fmla="*/ 292269 h 451064"/>
              <a:gd name="connsiteX21" fmla="*/ 1476297 w 1494693"/>
              <a:gd name="connsiteY21" fmla="*/ 323046 h 451064"/>
              <a:gd name="connsiteX22" fmla="*/ 1476297 w 1494693"/>
              <a:gd name="connsiteY22" fmla="*/ 360572 h 451064"/>
              <a:gd name="connsiteX23" fmla="*/ 1439139 w 1494693"/>
              <a:gd name="connsiteY23" fmla="*/ 390981 h 451064"/>
              <a:gd name="connsiteX24" fmla="*/ 1417364 w 1494693"/>
              <a:gd name="connsiteY24" fmla="*/ 390981 h 451064"/>
              <a:gd name="connsiteX25" fmla="*/ 1492806 w 1494693"/>
              <a:gd name="connsiteY25" fmla="*/ 451053 h 451064"/>
              <a:gd name="connsiteX26" fmla="*/ 1437242 w 1494693"/>
              <a:gd name="connsiteY26" fmla="*/ 451053 h 451064"/>
              <a:gd name="connsiteX27" fmla="*/ 1370802 w 1494693"/>
              <a:gd name="connsiteY27" fmla="*/ 390981 h 451064"/>
              <a:gd name="connsiteX28" fmla="*/ 1334391 w 1494693"/>
              <a:gd name="connsiteY28" fmla="*/ 390981 h 451064"/>
              <a:gd name="connsiteX29" fmla="*/ 1334391 w 1494693"/>
              <a:gd name="connsiteY29" fmla="*/ 451053 h 451064"/>
              <a:gd name="connsiteX30" fmla="*/ 1296119 w 1494693"/>
              <a:gd name="connsiteY30" fmla="*/ 451053 h 451064"/>
              <a:gd name="connsiteX31" fmla="*/ 1079613 w 1494693"/>
              <a:gd name="connsiteY31" fmla="*/ 292269 h 451064"/>
              <a:gd name="connsiteX32" fmla="*/ 1253434 w 1494693"/>
              <a:gd name="connsiteY32" fmla="*/ 292269 h 451064"/>
              <a:gd name="connsiteX33" fmla="*/ 1253434 w 1494693"/>
              <a:gd name="connsiteY33" fmla="*/ 320437 h 451064"/>
              <a:gd name="connsiteX34" fmla="*/ 1119439 w 1494693"/>
              <a:gd name="connsiteY34" fmla="*/ 320437 h 451064"/>
              <a:gd name="connsiteX35" fmla="*/ 1119439 w 1494693"/>
              <a:gd name="connsiteY35" fmla="*/ 354950 h 451064"/>
              <a:gd name="connsiteX36" fmla="*/ 1197549 w 1494693"/>
              <a:gd name="connsiteY36" fmla="*/ 354950 h 451064"/>
              <a:gd name="connsiteX37" fmla="*/ 1197549 w 1494693"/>
              <a:gd name="connsiteY37" fmla="*/ 382347 h 451064"/>
              <a:gd name="connsiteX38" fmla="*/ 1119439 w 1494693"/>
              <a:gd name="connsiteY38" fmla="*/ 382347 h 451064"/>
              <a:gd name="connsiteX39" fmla="*/ 1119439 w 1494693"/>
              <a:gd name="connsiteY39" fmla="*/ 421391 h 451064"/>
              <a:gd name="connsiteX40" fmla="*/ 1255343 w 1494693"/>
              <a:gd name="connsiteY40" fmla="*/ 421391 h 451064"/>
              <a:gd name="connsiteX41" fmla="*/ 1255343 w 1494693"/>
              <a:gd name="connsiteY41" fmla="*/ 451053 h 451064"/>
              <a:gd name="connsiteX42" fmla="*/ 1079613 w 1494693"/>
              <a:gd name="connsiteY42" fmla="*/ 451053 h 451064"/>
              <a:gd name="connsiteX43" fmla="*/ 801861 w 1494693"/>
              <a:gd name="connsiteY43" fmla="*/ 292269 h 451064"/>
              <a:gd name="connsiteX44" fmla="*/ 838070 w 1494693"/>
              <a:gd name="connsiteY44" fmla="*/ 292269 h 451064"/>
              <a:gd name="connsiteX45" fmla="*/ 917307 w 1494693"/>
              <a:gd name="connsiteY45" fmla="*/ 386475 h 451064"/>
              <a:gd name="connsiteX46" fmla="*/ 996189 w 1494693"/>
              <a:gd name="connsiteY46" fmla="*/ 292269 h 451064"/>
              <a:gd name="connsiteX47" fmla="*/ 1027950 w 1494693"/>
              <a:gd name="connsiteY47" fmla="*/ 292269 h 451064"/>
              <a:gd name="connsiteX48" fmla="*/ 1027950 w 1494693"/>
              <a:gd name="connsiteY48" fmla="*/ 451053 h 451064"/>
              <a:gd name="connsiteX49" fmla="*/ 991196 w 1494693"/>
              <a:gd name="connsiteY49" fmla="*/ 451053 h 451064"/>
              <a:gd name="connsiteX50" fmla="*/ 991196 w 1494693"/>
              <a:gd name="connsiteY50" fmla="*/ 341809 h 451064"/>
              <a:gd name="connsiteX51" fmla="*/ 918849 w 1494693"/>
              <a:gd name="connsiteY51" fmla="*/ 431911 h 451064"/>
              <a:gd name="connsiteX52" fmla="*/ 911187 w 1494693"/>
              <a:gd name="connsiteY52" fmla="*/ 431911 h 451064"/>
              <a:gd name="connsiteX53" fmla="*/ 838070 w 1494693"/>
              <a:gd name="connsiteY53" fmla="*/ 344454 h 451064"/>
              <a:gd name="connsiteX54" fmla="*/ 838070 w 1494693"/>
              <a:gd name="connsiteY54" fmla="*/ 451053 h 451064"/>
              <a:gd name="connsiteX55" fmla="*/ 801861 w 1494693"/>
              <a:gd name="connsiteY55" fmla="*/ 451053 h 451064"/>
              <a:gd name="connsiteX56" fmla="*/ 522331 w 1494693"/>
              <a:gd name="connsiteY56" fmla="*/ 292269 h 451064"/>
              <a:gd name="connsiteX57" fmla="*/ 558528 w 1494693"/>
              <a:gd name="connsiteY57" fmla="*/ 292269 h 451064"/>
              <a:gd name="connsiteX58" fmla="*/ 637777 w 1494693"/>
              <a:gd name="connsiteY58" fmla="*/ 386475 h 451064"/>
              <a:gd name="connsiteX59" fmla="*/ 716647 w 1494693"/>
              <a:gd name="connsiteY59" fmla="*/ 292269 h 451064"/>
              <a:gd name="connsiteX60" fmla="*/ 748420 w 1494693"/>
              <a:gd name="connsiteY60" fmla="*/ 292269 h 451064"/>
              <a:gd name="connsiteX61" fmla="*/ 748420 w 1494693"/>
              <a:gd name="connsiteY61" fmla="*/ 451053 h 451064"/>
              <a:gd name="connsiteX62" fmla="*/ 711666 w 1494693"/>
              <a:gd name="connsiteY62" fmla="*/ 451053 h 451064"/>
              <a:gd name="connsiteX63" fmla="*/ 711666 w 1494693"/>
              <a:gd name="connsiteY63" fmla="*/ 341809 h 451064"/>
              <a:gd name="connsiteX64" fmla="*/ 639295 w 1494693"/>
              <a:gd name="connsiteY64" fmla="*/ 431911 h 451064"/>
              <a:gd name="connsiteX65" fmla="*/ 631646 w 1494693"/>
              <a:gd name="connsiteY65" fmla="*/ 431911 h 451064"/>
              <a:gd name="connsiteX66" fmla="*/ 558528 w 1494693"/>
              <a:gd name="connsiteY66" fmla="*/ 344454 h 451064"/>
              <a:gd name="connsiteX67" fmla="*/ 558528 w 1494693"/>
              <a:gd name="connsiteY67" fmla="*/ 451053 h 451064"/>
              <a:gd name="connsiteX68" fmla="*/ 522331 w 1494693"/>
              <a:gd name="connsiteY68" fmla="*/ 451053 h 451064"/>
              <a:gd name="connsiteX69" fmla="*/ 55932 w 1494693"/>
              <a:gd name="connsiteY69" fmla="*/ 257353 h 451064"/>
              <a:gd name="connsiteX70" fmla="*/ 165923 w 1494693"/>
              <a:gd name="connsiteY70" fmla="*/ 257353 h 451064"/>
              <a:gd name="connsiteX71" fmla="*/ 213968 w 1494693"/>
              <a:gd name="connsiteY71" fmla="*/ 299777 h 451064"/>
              <a:gd name="connsiteX72" fmla="*/ 213968 w 1494693"/>
              <a:gd name="connsiteY72" fmla="*/ 302742 h 451064"/>
              <a:gd name="connsiteX73" fmla="*/ 174178 w 1494693"/>
              <a:gd name="connsiteY73" fmla="*/ 312123 h 451064"/>
              <a:gd name="connsiteX74" fmla="*/ 174178 w 1494693"/>
              <a:gd name="connsiteY74" fmla="*/ 291143 h 451064"/>
              <a:gd name="connsiteX75" fmla="*/ 47298 w 1494693"/>
              <a:gd name="connsiteY75" fmla="*/ 291143 h 451064"/>
              <a:gd name="connsiteX76" fmla="*/ 47298 w 1494693"/>
              <a:gd name="connsiteY76" fmla="*/ 332795 h 451064"/>
              <a:gd name="connsiteX77" fmla="*/ 168188 w 1494693"/>
              <a:gd name="connsiteY77" fmla="*/ 332795 h 451064"/>
              <a:gd name="connsiteX78" fmla="*/ 216613 w 1494693"/>
              <a:gd name="connsiteY78" fmla="*/ 378599 h 451064"/>
              <a:gd name="connsiteX79" fmla="*/ 216613 w 1494693"/>
              <a:gd name="connsiteY79" fmla="*/ 405249 h 451064"/>
              <a:gd name="connsiteX80" fmla="*/ 168188 w 1494693"/>
              <a:gd name="connsiteY80" fmla="*/ 451040 h 451064"/>
              <a:gd name="connsiteX81" fmla="*/ 48425 w 1494693"/>
              <a:gd name="connsiteY81" fmla="*/ 451040 h 451064"/>
              <a:gd name="connsiteX82" fmla="*/ 0 w 1494693"/>
              <a:gd name="connsiteY82" fmla="*/ 405249 h 451064"/>
              <a:gd name="connsiteX83" fmla="*/ 0 w 1494693"/>
              <a:gd name="connsiteY83" fmla="*/ 402046 h 451064"/>
              <a:gd name="connsiteX84" fmla="*/ 39814 w 1494693"/>
              <a:gd name="connsiteY84" fmla="*/ 393780 h 451064"/>
              <a:gd name="connsiteX85" fmla="*/ 39814 w 1494693"/>
              <a:gd name="connsiteY85" fmla="*/ 414630 h 451064"/>
              <a:gd name="connsiteX86" fmla="*/ 176811 w 1494693"/>
              <a:gd name="connsiteY86" fmla="*/ 414630 h 451064"/>
              <a:gd name="connsiteX87" fmla="*/ 176811 w 1494693"/>
              <a:gd name="connsiteY87" fmla="*/ 370332 h 451064"/>
              <a:gd name="connsiteX88" fmla="*/ 55932 w 1494693"/>
              <a:gd name="connsiteY88" fmla="*/ 370332 h 451064"/>
              <a:gd name="connsiteX89" fmla="*/ 7887 w 1494693"/>
              <a:gd name="connsiteY89" fmla="*/ 324529 h 451064"/>
              <a:gd name="connsiteX90" fmla="*/ 7887 w 1494693"/>
              <a:gd name="connsiteY90" fmla="*/ 303157 h 451064"/>
              <a:gd name="connsiteX91" fmla="*/ 55932 w 1494693"/>
              <a:gd name="connsiteY91" fmla="*/ 257353 h 451064"/>
              <a:gd name="connsiteX92" fmla="*/ 1320136 w 1494693"/>
              <a:gd name="connsiteY92" fmla="*/ 96103 h 451064"/>
              <a:gd name="connsiteX93" fmla="*/ 1270597 w 1494693"/>
              <a:gd name="connsiteY93" fmla="*/ 126880 h 451064"/>
              <a:gd name="connsiteX94" fmla="*/ 1270597 w 1494693"/>
              <a:gd name="connsiteY94" fmla="*/ 159898 h 451064"/>
              <a:gd name="connsiteX95" fmla="*/ 1270597 w 1494693"/>
              <a:gd name="connsiteY95" fmla="*/ 159910 h 451064"/>
              <a:gd name="connsiteX96" fmla="*/ 1360295 w 1494693"/>
              <a:gd name="connsiteY96" fmla="*/ 159910 h 451064"/>
              <a:gd name="connsiteX97" fmla="*/ 1378310 w 1494693"/>
              <a:gd name="connsiteY97" fmla="*/ 144527 h 451064"/>
              <a:gd name="connsiteX98" fmla="*/ 325903 w 1494693"/>
              <a:gd name="connsiteY98" fmla="*/ 62313 h 451064"/>
              <a:gd name="connsiteX99" fmla="*/ 325903 w 1494693"/>
              <a:gd name="connsiteY99" fmla="*/ 106231 h 451064"/>
              <a:gd name="connsiteX100" fmla="*/ 414119 w 1494693"/>
              <a:gd name="connsiteY100" fmla="*/ 106231 h 451064"/>
              <a:gd name="connsiteX101" fmla="*/ 431766 w 1494693"/>
              <a:gd name="connsiteY101" fmla="*/ 93470 h 451064"/>
              <a:gd name="connsiteX102" fmla="*/ 431766 w 1494693"/>
              <a:gd name="connsiteY102" fmla="*/ 75075 h 451064"/>
              <a:gd name="connsiteX103" fmla="*/ 414119 w 1494693"/>
              <a:gd name="connsiteY103" fmla="*/ 62313 h 451064"/>
              <a:gd name="connsiteX104" fmla="*/ 997103 w 1494693"/>
              <a:gd name="connsiteY104" fmla="*/ 34916 h 451064"/>
              <a:gd name="connsiteX105" fmla="*/ 1091308 w 1494693"/>
              <a:gd name="connsiteY105" fmla="*/ 34916 h 451064"/>
              <a:gd name="connsiteX106" fmla="*/ 1132961 w 1494693"/>
              <a:gd name="connsiteY106" fmla="*/ 69453 h 451064"/>
              <a:gd name="connsiteX107" fmla="*/ 1132961 w 1494693"/>
              <a:gd name="connsiteY107" fmla="*/ 71161 h 451064"/>
              <a:gd name="connsiteX108" fmla="*/ 1099562 w 1494693"/>
              <a:gd name="connsiteY108" fmla="*/ 78277 h 451064"/>
              <a:gd name="connsiteX109" fmla="*/ 1099562 w 1494693"/>
              <a:gd name="connsiteY109" fmla="*/ 63440 h 451064"/>
              <a:gd name="connsiteX110" fmla="*/ 990331 w 1494693"/>
              <a:gd name="connsiteY110" fmla="*/ 63440 h 451064"/>
              <a:gd name="connsiteX111" fmla="*/ 990331 w 1494693"/>
              <a:gd name="connsiteY111" fmla="*/ 96874 h 451064"/>
              <a:gd name="connsiteX112" fmla="*/ 1093573 w 1494693"/>
              <a:gd name="connsiteY112" fmla="*/ 96874 h 451064"/>
              <a:gd name="connsiteX113" fmla="*/ 1134858 w 1494693"/>
              <a:gd name="connsiteY113" fmla="*/ 134399 h 451064"/>
              <a:gd name="connsiteX114" fmla="*/ 1134858 w 1494693"/>
              <a:gd name="connsiteY114" fmla="*/ 156175 h 451064"/>
              <a:gd name="connsiteX115" fmla="*/ 1093573 w 1494693"/>
              <a:gd name="connsiteY115" fmla="*/ 193700 h 451064"/>
              <a:gd name="connsiteX116" fmla="*/ 990331 w 1494693"/>
              <a:gd name="connsiteY116" fmla="*/ 193700 h 451064"/>
              <a:gd name="connsiteX117" fmla="*/ 948678 w 1494693"/>
              <a:gd name="connsiteY117" fmla="*/ 156175 h 451064"/>
              <a:gd name="connsiteX118" fmla="*/ 948678 w 1494693"/>
              <a:gd name="connsiteY118" fmla="*/ 153731 h 451064"/>
              <a:gd name="connsiteX119" fmla="*/ 983191 w 1494693"/>
              <a:gd name="connsiteY119" fmla="*/ 147339 h 451064"/>
              <a:gd name="connsiteX120" fmla="*/ 983191 w 1494693"/>
              <a:gd name="connsiteY120" fmla="*/ 164062 h 451064"/>
              <a:gd name="connsiteX121" fmla="*/ 1099942 w 1494693"/>
              <a:gd name="connsiteY121" fmla="*/ 164062 h 451064"/>
              <a:gd name="connsiteX122" fmla="*/ 1099942 w 1494693"/>
              <a:gd name="connsiteY122" fmla="*/ 127639 h 451064"/>
              <a:gd name="connsiteX123" fmla="*/ 997103 w 1494693"/>
              <a:gd name="connsiteY123" fmla="*/ 127639 h 451064"/>
              <a:gd name="connsiteX124" fmla="*/ 955426 w 1494693"/>
              <a:gd name="connsiteY124" fmla="*/ 90114 h 451064"/>
              <a:gd name="connsiteX125" fmla="*/ 955426 w 1494693"/>
              <a:gd name="connsiteY125" fmla="*/ 72465 h 451064"/>
              <a:gd name="connsiteX126" fmla="*/ 997103 w 1494693"/>
              <a:gd name="connsiteY126" fmla="*/ 34916 h 451064"/>
              <a:gd name="connsiteX127" fmla="*/ 738042 w 1494693"/>
              <a:gd name="connsiteY127" fmla="*/ 34916 h 451064"/>
              <a:gd name="connsiteX128" fmla="*/ 908472 w 1494693"/>
              <a:gd name="connsiteY128" fmla="*/ 34916 h 451064"/>
              <a:gd name="connsiteX129" fmla="*/ 908472 w 1494693"/>
              <a:gd name="connsiteY129" fmla="*/ 63060 h 451064"/>
              <a:gd name="connsiteX130" fmla="*/ 777086 w 1494693"/>
              <a:gd name="connsiteY130" fmla="*/ 63060 h 451064"/>
              <a:gd name="connsiteX131" fmla="*/ 777086 w 1494693"/>
              <a:gd name="connsiteY131" fmla="*/ 97597 h 451064"/>
              <a:gd name="connsiteX132" fmla="*/ 853655 w 1494693"/>
              <a:gd name="connsiteY132" fmla="*/ 97597 h 451064"/>
              <a:gd name="connsiteX133" fmla="*/ 853655 w 1494693"/>
              <a:gd name="connsiteY133" fmla="*/ 124994 h 451064"/>
              <a:gd name="connsiteX134" fmla="*/ 777086 w 1494693"/>
              <a:gd name="connsiteY134" fmla="*/ 124994 h 451064"/>
              <a:gd name="connsiteX135" fmla="*/ 777086 w 1494693"/>
              <a:gd name="connsiteY135" fmla="*/ 164037 h 451064"/>
              <a:gd name="connsiteX136" fmla="*/ 910334 w 1494693"/>
              <a:gd name="connsiteY136" fmla="*/ 164037 h 451064"/>
              <a:gd name="connsiteX137" fmla="*/ 910334 w 1494693"/>
              <a:gd name="connsiteY137" fmla="*/ 193687 h 451064"/>
              <a:gd name="connsiteX138" fmla="*/ 738042 w 1494693"/>
              <a:gd name="connsiteY138" fmla="*/ 193687 h 451064"/>
              <a:gd name="connsiteX139" fmla="*/ 520955 w 1494693"/>
              <a:gd name="connsiteY139" fmla="*/ 34916 h 451064"/>
              <a:gd name="connsiteX140" fmla="*/ 691385 w 1494693"/>
              <a:gd name="connsiteY140" fmla="*/ 34916 h 451064"/>
              <a:gd name="connsiteX141" fmla="*/ 691385 w 1494693"/>
              <a:gd name="connsiteY141" fmla="*/ 63060 h 451064"/>
              <a:gd name="connsiteX142" fmla="*/ 559999 w 1494693"/>
              <a:gd name="connsiteY142" fmla="*/ 63060 h 451064"/>
              <a:gd name="connsiteX143" fmla="*/ 559999 w 1494693"/>
              <a:gd name="connsiteY143" fmla="*/ 97597 h 451064"/>
              <a:gd name="connsiteX144" fmla="*/ 636568 w 1494693"/>
              <a:gd name="connsiteY144" fmla="*/ 97597 h 451064"/>
              <a:gd name="connsiteX145" fmla="*/ 636568 w 1494693"/>
              <a:gd name="connsiteY145" fmla="*/ 124994 h 451064"/>
              <a:gd name="connsiteX146" fmla="*/ 559999 w 1494693"/>
              <a:gd name="connsiteY146" fmla="*/ 124994 h 451064"/>
              <a:gd name="connsiteX147" fmla="*/ 559999 w 1494693"/>
              <a:gd name="connsiteY147" fmla="*/ 164037 h 451064"/>
              <a:gd name="connsiteX148" fmla="*/ 693247 w 1494693"/>
              <a:gd name="connsiteY148" fmla="*/ 164037 h 451064"/>
              <a:gd name="connsiteX149" fmla="*/ 693247 w 1494693"/>
              <a:gd name="connsiteY149" fmla="*/ 193687 h 451064"/>
              <a:gd name="connsiteX150" fmla="*/ 520955 w 1494693"/>
              <a:gd name="connsiteY150" fmla="*/ 193687 h 451064"/>
              <a:gd name="connsiteX151" fmla="*/ 287619 w 1494693"/>
              <a:gd name="connsiteY151" fmla="*/ 34916 h 451064"/>
              <a:gd name="connsiteX152" fmla="*/ 430640 w 1494693"/>
              <a:gd name="connsiteY152" fmla="*/ 34916 h 451064"/>
              <a:gd name="connsiteX153" fmla="*/ 467809 w 1494693"/>
              <a:gd name="connsiteY153" fmla="*/ 65693 h 451064"/>
              <a:gd name="connsiteX154" fmla="*/ 467809 w 1494693"/>
              <a:gd name="connsiteY154" fmla="*/ 103230 h 451064"/>
              <a:gd name="connsiteX155" fmla="*/ 430640 w 1494693"/>
              <a:gd name="connsiteY155" fmla="*/ 133616 h 451064"/>
              <a:gd name="connsiteX156" fmla="*/ 408864 w 1494693"/>
              <a:gd name="connsiteY156" fmla="*/ 133616 h 451064"/>
              <a:gd name="connsiteX157" fmla="*/ 484330 w 1494693"/>
              <a:gd name="connsiteY157" fmla="*/ 193687 h 451064"/>
              <a:gd name="connsiteX158" fmla="*/ 428766 w 1494693"/>
              <a:gd name="connsiteY158" fmla="*/ 193687 h 451064"/>
              <a:gd name="connsiteX159" fmla="*/ 362326 w 1494693"/>
              <a:gd name="connsiteY159" fmla="*/ 133616 h 451064"/>
              <a:gd name="connsiteX160" fmla="*/ 325915 w 1494693"/>
              <a:gd name="connsiteY160" fmla="*/ 133616 h 451064"/>
              <a:gd name="connsiteX161" fmla="*/ 325915 w 1494693"/>
              <a:gd name="connsiteY161" fmla="*/ 193687 h 451064"/>
              <a:gd name="connsiteX162" fmla="*/ 287619 w 1494693"/>
              <a:gd name="connsiteY162" fmla="*/ 193687 h 451064"/>
              <a:gd name="connsiteX163" fmla="*/ 51437 w 1494693"/>
              <a:gd name="connsiteY163" fmla="*/ 34537 h 451064"/>
              <a:gd name="connsiteX164" fmla="*/ 51437 w 1494693"/>
              <a:gd name="connsiteY164" fmla="*/ 157289 h 451064"/>
              <a:gd name="connsiteX165" fmla="*/ 109611 w 1494693"/>
              <a:gd name="connsiteY165" fmla="*/ 157289 h 451064"/>
              <a:gd name="connsiteX166" fmla="*/ 195205 w 1494693"/>
              <a:gd name="connsiteY166" fmla="*/ 94976 h 451064"/>
              <a:gd name="connsiteX167" fmla="*/ 131386 w 1494693"/>
              <a:gd name="connsiteY167" fmla="*/ 34537 h 451064"/>
              <a:gd name="connsiteX168" fmla="*/ 1327656 w 1494693"/>
              <a:gd name="connsiteY168" fmla="*/ 0 h 451064"/>
              <a:gd name="connsiteX169" fmla="*/ 1366675 w 1494693"/>
              <a:gd name="connsiteY169" fmla="*/ 0 h 451064"/>
              <a:gd name="connsiteX170" fmla="*/ 1414720 w 1494693"/>
              <a:gd name="connsiteY170" fmla="*/ 39044 h 451064"/>
              <a:gd name="connsiteX171" fmla="*/ 1414720 w 1494693"/>
              <a:gd name="connsiteY171" fmla="*/ 50690 h 451064"/>
              <a:gd name="connsiteX172" fmla="*/ 1379828 w 1494693"/>
              <a:gd name="connsiteY172" fmla="*/ 56691 h 451064"/>
              <a:gd name="connsiteX173" fmla="*/ 1379828 w 1494693"/>
              <a:gd name="connsiteY173" fmla="*/ 30777 h 451064"/>
              <a:gd name="connsiteX174" fmla="*/ 1316377 w 1494693"/>
              <a:gd name="connsiteY174" fmla="*/ 30777 h 451064"/>
              <a:gd name="connsiteX175" fmla="*/ 1316377 w 1494693"/>
              <a:gd name="connsiteY175" fmla="*/ 44665 h 451064"/>
              <a:gd name="connsiteX176" fmla="*/ 1407593 w 1494693"/>
              <a:gd name="connsiteY176" fmla="*/ 120487 h 451064"/>
              <a:gd name="connsiteX177" fmla="*/ 1452637 w 1494693"/>
              <a:gd name="connsiteY177" fmla="*/ 82962 h 451064"/>
              <a:gd name="connsiteX178" fmla="*/ 1478172 w 1494693"/>
              <a:gd name="connsiteY178" fmla="*/ 105104 h 451064"/>
              <a:gd name="connsiteX179" fmla="*/ 1433507 w 1494693"/>
              <a:gd name="connsiteY179" fmla="*/ 142250 h 451064"/>
              <a:gd name="connsiteX180" fmla="*/ 1494693 w 1494693"/>
              <a:gd name="connsiteY180" fmla="*/ 193687 h 451064"/>
              <a:gd name="connsiteX181" fmla="*/ 1435748 w 1494693"/>
              <a:gd name="connsiteY181" fmla="*/ 193687 h 451064"/>
              <a:gd name="connsiteX182" fmla="*/ 1403845 w 1494693"/>
              <a:gd name="connsiteY182" fmla="*/ 166658 h 451064"/>
              <a:gd name="connsiteX183" fmla="*/ 1386576 w 1494693"/>
              <a:gd name="connsiteY183" fmla="*/ 182041 h 451064"/>
              <a:gd name="connsiteX184" fmla="*/ 1350166 w 1494693"/>
              <a:gd name="connsiteY184" fmla="*/ 193687 h 451064"/>
              <a:gd name="connsiteX185" fmla="*/ 1281093 w 1494693"/>
              <a:gd name="connsiteY185" fmla="*/ 193687 h 451064"/>
              <a:gd name="connsiteX186" fmla="*/ 1232680 w 1494693"/>
              <a:gd name="connsiteY186" fmla="*/ 147896 h 451064"/>
              <a:gd name="connsiteX187" fmla="*/ 1232680 w 1494693"/>
              <a:gd name="connsiteY187" fmla="*/ 135134 h 451064"/>
              <a:gd name="connsiteX188" fmla="*/ 1256697 w 1494693"/>
              <a:gd name="connsiteY188" fmla="*/ 99103 h 451064"/>
              <a:gd name="connsiteX189" fmla="*/ 1296132 w 1494693"/>
              <a:gd name="connsiteY189" fmla="*/ 75442 h 451064"/>
              <a:gd name="connsiteX190" fmla="*/ 1279610 w 1494693"/>
              <a:gd name="connsiteY190" fmla="*/ 46160 h 451064"/>
              <a:gd name="connsiteX191" fmla="*/ 1279610 w 1494693"/>
              <a:gd name="connsiteY191" fmla="*/ 35284 h 451064"/>
              <a:gd name="connsiteX192" fmla="*/ 1327656 w 1494693"/>
              <a:gd name="connsiteY192" fmla="*/ 0 h 451064"/>
              <a:gd name="connsiteX193" fmla="*/ 6392 w 1494693"/>
              <a:gd name="connsiteY193" fmla="*/ 0 h 451064"/>
              <a:gd name="connsiteX194" fmla="*/ 131006 w 1494693"/>
              <a:gd name="connsiteY194" fmla="*/ 0 h 451064"/>
              <a:gd name="connsiteX195" fmla="*/ 241744 w 1494693"/>
              <a:gd name="connsiteY195" fmla="*/ 95723 h 451064"/>
              <a:gd name="connsiteX196" fmla="*/ 198965 w 1494693"/>
              <a:gd name="connsiteY196" fmla="*/ 178684 h 451064"/>
              <a:gd name="connsiteX197" fmla="*/ 119383 w 1494693"/>
              <a:gd name="connsiteY197" fmla="*/ 193687 h 451064"/>
              <a:gd name="connsiteX198" fmla="*/ 6392 w 1494693"/>
              <a:gd name="connsiteY198" fmla="*/ 193687 h 451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1494693" h="451064">
                <a:moveTo>
                  <a:pt x="303535" y="321539"/>
                </a:moveTo>
                <a:lnTo>
                  <a:pt x="303535" y="420643"/>
                </a:lnTo>
                <a:lnTo>
                  <a:pt x="434103" y="420643"/>
                </a:lnTo>
                <a:lnTo>
                  <a:pt x="434103" y="321539"/>
                </a:lnTo>
                <a:close/>
                <a:moveTo>
                  <a:pt x="1334379" y="319666"/>
                </a:moveTo>
                <a:lnTo>
                  <a:pt x="1334379" y="363584"/>
                </a:lnTo>
                <a:lnTo>
                  <a:pt x="1422594" y="363584"/>
                </a:lnTo>
                <a:cubicBezTo>
                  <a:pt x="1434217" y="363584"/>
                  <a:pt x="1440242" y="361343"/>
                  <a:pt x="1440242" y="350823"/>
                </a:cubicBezTo>
                <a:lnTo>
                  <a:pt x="1440242" y="332428"/>
                </a:lnTo>
                <a:cubicBezTo>
                  <a:pt x="1440242" y="321932"/>
                  <a:pt x="1434217" y="319666"/>
                  <a:pt x="1422594" y="319666"/>
                </a:cubicBezTo>
                <a:close/>
                <a:moveTo>
                  <a:pt x="305053" y="292280"/>
                </a:moveTo>
                <a:lnTo>
                  <a:pt x="430260" y="292280"/>
                </a:lnTo>
                <a:cubicBezTo>
                  <a:pt x="462021" y="292280"/>
                  <a:pt x="472375" y="299396"/>
                  <a:pt x="472375" y="329806"/>
                </a:cubicBezTo>
                <a:lnTo>
                  <a:pt x="472375" y="413515"/>
                </a:lnTo>
                <a:cubicBezTo>
                  <a:pt x="472375" y="443545"/>
                  <a:pt x="462033" y="451064"/>
                  <a:pt x="430260" y="451064"/>
                </a:cubicBezTo>
                <a:lnTo>
                  <a:pt x="305053" y="451064"/>
                </a:lnTo>
                <a:cubicBezTo>
                  <a:pt x="272889" y="451064"/>
                  <a:pt x="262938" y="443545"/>
                  <a:pt x="262938" y="413515"/>
                </a:cubicBezTo>
                <a:lnTo>
                  <a:pt x="262938" y="329806"/>
                </a:lnTo>
                <a:cubicBezTo>
                  <a:pt x="262938" y="299396"/>
                  <a:pt x="273292" y="292280"/>
                  <a:pt x="305053" y="292280"/>
                </a:cubicBezTo>
                <a:close/>
                <a:moveTo>
                  <a:pt x="1296119" y="292269"/>
                </a:moveTo>
                <a:lnTo>
                  <a:pt x="1439139" y="292269"/>
                </a:lnTo>
                <a:cubicBezTo>
                  <a:pt x="1464650" y="292269"/>
                  <a:pt x="1476297" y="300903"/>
                  <a:pt x="1476297" y="323046"/>
                </a:cubicBezTo>
                <a:lnTo>
                  <a:pt x="1476297" y="360572"/>
                </a:lnTo>
                <a:cubicBezTo>
                  <a:pt x="1476297" y="382347"/>
                  <a:pt x="1464650" y="390981"/>
                  <a:pt x="1439139" y="390981"/>
                </a:cubicBezTo>
                <a:lnTo>
                  <a:pt x="1417364" y="390981"/>
                </a:lnTo>
                <a:lnTo>
                  <a:pt x="1492806" y="451053"/>
                </a:lnTo>
                <a:lnTo>
                  <a:pt x="1437242" y="451053"/>
                </a:lnTo>
                <a:lnTo>
                  <a:pt x="1370802" y="390981"/>
                </a:lnTo>
                <a:lnTo>
                  <a:pt x="1334391" y="390981"/>
                </a:lnTo>
                <a:lnTo>
                  <a:pt x="1334391" y="451053"/>
                </a:lnTo>
                <a:lnTo>
                  <a:pt x="1296119" y="451053"/>
                </a:lnTo>
                <a:close/>
                <a:moveTo>
                  <a:pt x="1079613" y="292269"/>
                </a:moveTo>
                <a:lnTo>
                  <a:pt x="1253434" y="292269"/>
                </a:lnTo>
                <a:lnTo>
                  <a:pt x="1253434" y="320437"/>
                </a:lnTo>
                <a:lnTo>
                  <a:pt x="1119439" y="320437"/>
                </a:lnTo>
                <a:lnTo>
                  <a:pt x="1119439" y="354950"/>
                </a:lnTo>
                <a:lnTo>
                  <a:pt x="1197549" y="354950"/>
                </a:lnTo>
                <a:lnTo>
                  <a:pt x="1197549" y="382347"/>
                </a:lnTo>
                <a:lnTo>
                  <a:pt x="1119439" y="382347"/>
                </a:lnTo>
                <a:lnTo>
                  <a:pt x="1119439" y="421391"/>
                </a:lnTo>
                <a:lnTo>
                  <a:pt x="1255343" y="421391"/>
                </a:lnTo>
                <a:lnTo>
                  <a:pt x="1255343" y="451053"/>
                </a:lnTo>
                <a:lnTo>
                  <a:pt x="1079613" y="451053"/>
                </a:lnTo>
                <a:close/>
                <a:moveTo>
                  <a:pt x="801861" y="292269"/>
                </a:moveTo>
                <a:lnTo>
                  <a:pt x="838070" y="292269"/>
                </a:lnTo>
                <a:lnTo>
                  <a:pt x="917307" y="386475"/>
                </a:lnTo>
                <a:lnTo>
                  <a:pt x="996189" y="292269"/>
                </a:lnTo>
                <a:lnTo>
                  <a:pt x="1027950" y="292269"/>
                </a:lnTo>
                <a:lnTo>
                  <a:pt x="1027950" y="451053"/>
                </a:lnTo>
                <a:lnTo>
                  <a:pt x="991196" y="451053"/>
                </a:lnTo>
                <a:lnTo>
                  <a:pt x="991196" y="341809"/>
                </a:lnTo>
                <a:lnTo>
                  <a:pt x="918849" y="431911"/>
                </a:lnTo>
                <a:lnTo>
                  <a:pt x="911187" y="431911"/>
                </a:lnTo>
                <a:lnTo>
                  <a:pt x="838070" y="344454"/>
                </a:lnTo>
                <a:lnTo>
                  <a:pt x="838070" y="451053"/>
                </a:lnTo>
                <a:lnTo>
                  <a:pt x="801861" y="451053"/>
                </a:lnTo>
                <a:close/>
                <a:moveTo>
                  <a:pt x="522331" y="292269"/>
                </a:moveTo>
                <a:lnTo>
                  <a:pt x="558528" y="292269"/>
                </a:lnTo>
                <a:lnTo>
                  <a:pt x="637777" y="386475"/>
                </a:lnTo>
                <a:lnTo>
                  <a:pt x="716647" y="292269"/>
                </a:lnTo>
                <a:lnTo>
                  <a:pt x="748420" y="292269"/>
                </a:lnTo>
                <a:lnTo>
                  <a:pt x="748420" y="451053"/>
                </a:lnTo>
                <a:lnTo>
                  <a:pt x="711666" y="451053"/>
                </a:lnTo>
                <a:lnTo>
                  <a:pt x="711666" y="341809"/>
                </a:lnTo>
                <a:lnTo>
                  <a:pt x="639295" y="431911"/>
                </a:lnTo>
                <a:lnTo>
                  <a:pt x="631646" y="431911"/>
                </a:lnTo>
                <a:lnTo>
                  <a:pt x="558528" y="344454"/>
                </a:lnTo>
                <a:lnTo>
                  <a:pt x="558528" y="451053"/>
                </a:lnTo>
                <a:lnTo>
                  <a:pt x="522331" y="451053"/>
                </a:lnTo>
                <a:close/>
                <a:moveTo>
                  <a:pt x="55932" y="257353"/>
                </a:moveTo>
                <a:lnTo>
                  <a:pt x="165923" y="257353"/>
                </a:lnTo>
                <a:cubicBezTo>
                  <a:pt x="200460" y="257353"/>
                  <a:pt x="213968" y="266355"/>
                  <a:pt x="213968" y="299777"/>
                </a:cubicBezTo>
                <a:lnTo>
                  <a:pt x="213968" y="302742"/>
                </a:lnTo>
                <a:lnTo>
                  <a:pt x="174178" y="312123"/>
                </a:lnTo>
                <a:lnTo>
                  <a:pt x="174178" y="291143"/>
                </a:lnTo>
                <a:lnTo>
                  <a:pt x="47298" y="291143"/>
                </a:lnTo>
                <a:lnTo>
                  <a:pt x="47298" y="332795"/>
                </a:lnTo>
                <a:lnTo>
                  <a:pt x="168188" y="332795"/>
                </a:lnTo>
                <a:cubicBezTo>
                  <a:pt x="204599" y="332795"/>
                  <a:pt x="216613" y="342177"/>
                  <a:pt x="216613" y="378599"/>
                </a:cubicBezTo>
                <a:lnTo>
                  <a:pt x="216613" y="405249"/>
                </a:lnTo>
                <a:cubicBezTo>
                  <a:pt x="216613" y="441659"/>
                  <a:pt x="204599" y="451040"/>
                  <a:pt x="168188" y="451040"/>
                </a:cubicBezTo>
                <a:lnTo>
                  <a:pt x="48425" y="451040"/>
                </a:lnTo>
                <a:cubicBezTo>
                  <a:pt x="12014" y="451040"/>
                  <a:pt x="0" y="441659"/>
                  <a:pt x="0" y="405249"/>
                </a:cubicBezTo>
                <a:lnTo>
                  <a:pt x="0" y="402046"/>
                </a:lnTo>
                <a:lnTo>
                  <a:pt x="39814" y="393780"/>
                </a:lnTo>
                <a:lnTo>
                  <a:pt x="39814" y="414630"/>
                </a:lnTo>
                <a:lnTo>
                  <a:pt x="176811" y="414630"/>
                </a:lnTo>
                <a:lnTo>
                  <a:pt x="176811" y="370332"/>
                </a:lnTo>
                <a:lnTo>
                  <a:pt x="55932" y="370332"/>
                </a:lnTo>
                <a:cubicBezTo>
                  <a:pt x="19534" y="370332"/>
                  <a:pt x="7887" y="360951"/>
                  <a:pt x="7887" y="324529"/>
                </a:cubicBezTo>
                <a:lnTo>
                  <a:pt x="7887" y="303157"/>
                </a:lnTo>
                <a:cubicBezTo>
                  <a:pt x="7887" y="266735"/>
                  <a:pt x="19522" y="257353"/>
                  <a:pt x="55932" y="257353"/>
                </a:cubicBezTo>
                <a:close/>
                <a:moveTo>
                  <a:pt x="1320136" y="96103"/>
                </a:moveTo>
                <a:lnTo>
                  <a:pt x="1270597" y="126880"/>
                </a:lnTo>
                <a:lnTo>
                  <a:pt x="1270597" y="159898"/>
                </a:lnTo>
                <a:lnTo>
                  <a:pt x="1270597" y="159910"/>
                </a:lnTo>
                <a:lnTo>
                  <a:pt x="1360295" y="159910"/>
                </a:lnTo>
                <a:lnTo>
                  <a:pt x="1378310" y="144527"/>
                </a:lnTo>
                <a:close/>
                <a:moveTo>
                  <a:pt x="325903" y="62313"/>
                </a:moveTo>
                <a:lnTo>
                  <a:pt x="325903" y="106231"/>
                </a:lnTo>
                <a:lnTo>
                  <a:pt x="414119" y="106231"/>
                </a:lnTo>
                <a:cubicBezTo>
                  <a:pt x="425741" y="106231"/>
                  <a:pt x="431766" y="103989"/>
                  <a:pt x="431766" y="93470"/>
                </a:cubicBezTo>
                <a:lnTo>
                  <a:pt x="431766" y="75075"/>
                </a:lnTo>
                <a:cubicBezTo>
                  <a:pt x="431766" y="64578"/>
                  <a:pt x="425741" y="62313"/>
                  <a:pt x="414119" y="62313"/>
                </a:cubicBezTo>
                <a:close/>
                <a:moveTo>
                  <a:pt x="997103" y="34916"/>
                </a:moveTo>
                <a:lnTo>
                  <a:pt x="1091308" y="34916"/>
                </a:lnTo>
                <a:cubicBezTo>
                  <a:pt x="1120590" y="34916"/>
                  <a:pt x="1132961" y="41688"/>
                  <a:pt x="1132961" y="69453"/>
                </a:cubicBezTo>
                <a:lnTo>
                  <a:pt x="1132961" y="71161"/>
                </a:lnTo>
                <a:lnTo>
                  <a:pt x="1099562" y="78277"/>
                </a:lnTo>
                <a:lnTo>
                  <a:pt x="1099562" y="63440"/>
                </a:lnTo>
                <a:lnTo>
                  <a:pt x="990331" y="63440"/>
                </a:lnTo>
                <a:lnTo>
                  <a:pt x="990331" y="96874"/>
                </a:lnTo>
                <a:lnTo>
                  <a:pt x="1093573" y="96874"/>
                </a:lnTo>
                <a:cubicBezTo>
                  <a:pt x="1125109" y="96874"/>
                  <a:pt x="1134858" y="104369"/>
                  <a:pt x="1134858" y="134399"/>
                </a:cubicBezTo>
                <a:lnTo>
                  <a:pt x="1134858" y="156175"/>
                </a:lnTo>
                <a:cubicBezTo>
                  <a:pt x="1134858" y="185837"/>
                  <a:pt x="1125097" y="193700"/>
                  <a:pt x="1093573" y="193700"/>
                </a:cubicBezTo>
                <a:lnTo>
                  <a:pt x="990331" y="193700"/>
                </a:lnTo>
                <a:cubicBezTo>
                  <a:pt x="958806" y="193700"/>
                  <a:pt x="948678" y="185837"/>
                  <a:pt x="948678" y="156175"/>
                </a:cubicBezTo>
                <a:lnTo>
                  <a:pt x="948678" y="153731"/>
                </a:lnTo>
                <a:lnTo>
                  <a:pt x="983191" y="147339"/>
                </a:lnTo>
                <a:lnTo>
                  <a:pt x="983191" y="164062"/>
                </a:lnTo>
                <a:lnTo>
                  <a:pt x="1099942" y="164062"/>
                </a:lnTo>
                <a:lnTo>
                  <a:pt x="1099942" y="127639"/>
                </a:lnTo>
                <a:lnTo>
                  <a:pt x="997103" y="127639"/>
                </a:lnTo>
                <a:cubicBezTo>
                  <a:pt x="965946" y="127639"/>
                  <a:pt x="955426" y="120144"/>
                  <a:pt x="955426" y="90114"/>
                </a:cubicBezTo>
                <a:lnTo>
                  <a:pt x="955426" y="72465"/>
                </a:lnTo>
                <a:cubicBezTo>
                  <a:pt x="955426" y="42436"/>
                  <a:pt x="965946" y="34916"/>
                  <a:pt x="997103" y="34916"/>
                </a:cubicBezTo>
                <a:close/>
                <a:moveTo>
                  <a:pt x="738042" y="34916"/>
                </a:moveTo>
                <a:lnTo>
                  <a:pt x="908472" y="34916"/>
                </a:lnTo>
                <a:lnTo>
                  <a:pt x="908472" y="63060"/>
                </a:lnTo>
                <a:lnTo>
                  <a:pt x="777086" y="63060"/>
                </a:lnTo>
                <a:lnTo>
                  <a:pt x="777086" y="97597"/>
                </a:lnTo>
                <a:lnTo>
                  <a:pt x="853655" y="97597"/>
                </a:lnTo>
                <a:lnTo>
                  <a:pt x="853655" y="124994"/>
                </a:lnTo>
                <a:lnTo>
                  <a:pt x="777086" y="124994"/>
                </a:lnTo>
                <a:lnTo>
                  <a:pt x="777086" y="164037"/>
                </a:lnTo>
                <a:lnTo>
                  <a:pt x="910334" y="164037"/>
                </a:lnTo>
                <a:lnTo>
                  <a:pt x="910334" y="193687"/>
                </a:lnTo>
                <a:lnTo>
                  <a:pt x="738042" y="193687"/>
                </a:lnTo>
                <a:close/>
                <a:moveTo>
                  <a:pt x="520955" y="34916"/>
                </a:moveTo>
                <a:lnTo>
                  <a:pt x="691385" y="34916"/>
                </a:lnTo>
                <a:lnTo>
                  <a:pt x="691385" y="63060"/>
                </a:lnTo>
                <a:lnTo>
                  <a:pt x="559999" y="63060"/>
                </a:lnTo>
                <a:lnTo>
                  <a:pt x="559999" y="97597"/>
                </a:lnTo>
                <a:lnTo>
                  <a:pt x="636568" y="97597"/>
                </a:lnTo>
                <a:lnTo>
                  <a:pt x="636568" y="124994"/>
                </a:lnTo>
                <a:lnTo>
                  <a:pt x="559999" y="124994"/>
                </a:lnTo>
                <a:lnTo>
                  <a:pt x="559999" y="164037"/>
                </a:lnTo>
                <a:lnTo>
                  <a:pt x="693247" y="164037"/>
                </a:lnTo>
                <a:lnTo>
                  <a:pt x="693247" y="193687"/>
                </a:lnTo>
                <a:lnTo>
                  <a:pt x="520955" y="193687"/>
                </a:lnTo>
                <a:close/>
                <a:moveTo>
                  <a:pt x="287619" y="34916"/>
                </a:moveTo>
                <a:lnTo>
                  <a:pt x="430640" y="34916"/>
                </a:lnTo>
                <a:cubicBezTo>
                  <a:pt x="456162" y="34916"/>
                  <a:pt x="467809" y="43550"/>
                  <a:pt x="467809" y="65693"/>
                </a:cubicBezTo>
                <a:lnTo>
                  <a:pt x="467809" y="103230"/>
                </a:lnTo>
                <a:cubicBezTo>
                  <a:pt x="467809" y="124982"/>
                  <a:pt x="456174" y="133616"/>
                  <a:pt x="430640" y="133616"/>
                </a:cubicBezTo>
                <a:lnTo>
                  <a:pt x="408864" y="133616"/>
                </a:lnTo>
                <a:lnTo>
                  <a:pt x="484330" y="193687"/>
                </a:lnTo>
                <a:lnTo>
                  <a:pt x="428766" y="193687"/>
                </a:lnTo>
                <a:lnTo>
                  <a:pt x="362326" y="133616"/>
                </a:lnTo>
                <a:lnTo>
                  <a:pt x="325915" y="133616"/>
                </a:lnTo>
                <a:lnTo>
                  <a:pt x="325915" y="193687"/>
                </a:lnTo>
                <a:lnTo>
                  <a:pt x="287619" y="193687"/>
                </a:lnTo>
                <a:close/>
                <a:moveTo>
                  <a:pt x="51437" y="34537"/>
                </a:moveTo>
                <a:lnTo>
                  <a:pt x="51437" y="157289"/>
                </a:lnTo>
                <a:lnTo>
                  <a:pt x="109611" y="157289"/>
                </a:lnTo>
                <a:cubicBezTo>
                  <a:pt x="166670" y="157289"/>
                  <a:pt x="195205" y="143021"/>
                  <a:pt x="195205" y="94976"/>
                </a:cubicBezTo>
                <a:cubicBezTo>
                  <a:pt x="195205" y="55565"/>
                  <a:pt x="173809" y="34537"/>
                  <a:pt x="131386" y="34537"/>
                </a:cubicBezTo>
                <a:close/>
                <a:moveTo>
                  <a:pt x="1327656" y="0"/>
                </a:moveTo>
                <a:lnTo>
                  <a:pt x="1366675" y="0"/>
                </a:lnTo>
                <a:cubicBezTo>
                  <a:pt x="1401580" y="0"/>
                  <a:pt x="1414720" y="7520"/>
                  <a:pt x="1414720" y="39044"/>
                </a:cubicBezTo>
                <a:lnTo>
                  <a:pt x="1414720" y="50690"/>
                </a:lnTo>
                <a:lnTo>
                  <a:pt x="1379828" y="56691"/>
                </a:lnTo>
                <a:lnTo>
                  <a:pt x="1379828" y="30777"/>
                </a:lnTo>
                <a:lnTo>
                  <a:pt x="1316377" y="30777"/>
                </a:lnTo>
                <a:lnTo>
                  <a:pt x="1316377" y="44665"/>
                </a:lnTo>
                <a:lnTo>
                  <a:pt x="1407593" y="120487"/>
                </a:lnTo>
                <a:lnTo>
                  <a:pt x="1452637" y="82962"/>
                </a:lnTo>
                <a:lnTo>
                  <a:pt x="1478172" y="105104"/>
                </a:lnTo>
                <a:lnTo>
                  <a:pt x="1433507" y="142250"/>
                </a:lnTo>
                <a:lnTo>
                  <a:pt x="1494693" y="193687"/>
                </a:lnTo>
                <a:lnTo>
                  <a:pt x="1435748" y="193687"/>
                </a:lnTo>
                <a:lnTo>
                  <a:pt x="1403845" y="166658"/>
                </a:lnTo>
                <a:lnTo>
                  <a:pt x="1386576" y="182041"/>
                </a:lnTo>
                <a:cubicBezTo>
                  <a:pt x="1374183" y="192940"/>
                  <a:pt x="1366296" y="193687"/>
                  <a:pt x="1350166" y="193687"/>
                </a:cubicBezTo>
                <a:lnTo>
                  <a:pt x="1281093" y="193687"/>
                </a:lnTo>
                <a:cubicBezTo>
                  <a:pt x="1244694" y="193687"/>
                  <a:pt x="1232680" y="184306"/>
                  <a:pt x="1232680" y="147896"/>
                </a:cubicBezTo>
                <a:lnTo>
                  <a:pt x="1232680" y="135134"/>
                </a:lnTo>
                <a:cubicBezTo>
                  <a:pt x="1232680" y="115233"/>
                  <a:pt x="1239820" y="109232"/>
                  <a:pt x="1256697" y="99103"/>
                </a:cubicBezTo>
                <a:lnTo>
                  <a:pt x="1296132" y="75442"/>
                </a:lnTo>
                <a:cubicBezTo>
                  <a:pt x="1284864" y="66061"/>
                  <a:pt x="1279610" y="57427"/>
                  <a:pt x="1279610" y="46160"/>
                </a:cubicBezTo>
                <a:lnTo>
                  <a:pt x="1279610" y="35284"/>
                </a:lnTo>
                <a:cubicBezTo>
                  <a:pt x="1279610" y="7520"/>
                  <a:pt x="1294613" y="0"/>
                  <a:pt x="1327656" y="0"/>
                </a:cubicBezTo>
                <a:close/>
                <a:moveTo>
                  <a:pt x="6392" y="0"/>
                </a:moveTo>
                <a:lnTo>
                  <a:pt x="131006" y="0"/>
                </a:lnTo>
                <a:cubicBezTo>
                  <a:pt x="203471" y="0"/>
                  <a:pt x="241744" y="35664"/>
                  <a:pt x="241744" y="95723"/>
                </a:cubicBezTo>
                <a:cubicBezTo>
                  <a:pt x="241744" y="132133"/>
                  <a:pt x="225994" y="162163"/>
                  <a:pt x="198965" y="178684"/>
                </a:cubicBezTo>
                <a:cubicBezTo>
                  <a:pt x="180178" y="190307"/>
                  <a:pt x="153896" y="193687"/>
                  <a:pt x="119383" y="193687"/>
                </a:cubicBezTo>
                <a:lnTo>
                  <a:pt x="6392" y="193687"/>
                </a:lnTo>
                <a:close/>
              </a:path>
            </a:pathLst>
          </a:custGeom>
          <a:solidFill>
            <a:schemeClr val="bg1"/>
          </a:solidFill>
          <a:ln w="9525" cap="flat">
            <a:noFill/>
            <a:prstDash val="solid"/>
            <a:miter/>
          </a:ln>
        </p:spPr>
        <p:txBody>
          <a:bodyPr wrap="square" lIns="0" tIns="0" rIns="0" bIns="0" rtlCol="0" anchor="ctr">
            <a:noAutofit/>
          </a:bodyPr>
          <a:lstStyle/>
          <a:p>
            <a:endParaRPr lang="de-DE" sz="100">
              <a:latin typeface="Calibri" panose="020F0502020204030204" pitchFamily="34" charset="0"/>
            </a:endParaRPr>
          </a:p>
        </p:txBody>
      </p:sp>
      <p:sp>
        <p:nvSpPr>
          <p:cNvPr id="8" name="slide number">
            <a:extLst>
              <a:ext uri="{FF2B5EF4-FFF2-40B4-BE49-F238E27FC236}">
                <a16:creationId xmlns:a16="http://schemas.microsoft.com/office/drawing/2014/main" id="{A0426978-9793-7135-D65B-C6C77693CE3A}"/>
              </a:ext>
              <a:ext uri="{C183D7F6-B498-43B3-948B-1728B52AA6E4}">
                <adec:decorative xmlns:adec="http://schemas.microsoft.com/office/drawing/2017/decorative" val="1"/>
              </a:ext>
            </a:extLst>
          </p:cNvPr>
          <p:cNvSpPr>
            <a:spLocks noGrp="1"/>
          </p:cNvSpPr>
          <p:nvPr>
            <p:ph type="sldNum" sz="quarter" idx="12"/>
          </p:nvPr>
        </p:nvSpPr>
        <p:spPr bwMode="gray">
          <a:xfrm>
            <a:off x="0" y="6858000"/>
            <a:ext cx="0" cy="0"/>
          </a:xfrm>
        </p:spPr>
        <p:txBody>
          <a:bodyPr lIns="0" tIns="0" rIns="0" bIns="0"/>
          <a:lstStyle>
            <a:lvl1pPr>
              <a:defRPr sz="100">
                <a:solidFill>
                  <a:schemeClr val="bg1">
                    <a:alpha val="1000"/>
                  </a:schemeClr>
                </a:solidFill>
              </a:defRPr>
            </a:lvl1pPr>
          </a:lstStyle>
          <a:p>
            <a:fld id="{9829449A-3FF3-45CE-9F4F-09BADC0910C6}" type="slidenum">
              <a:rPr lang="de-DE"/>
              <a:pPr/>
              <a:t>‹Nr.›</a:t>
            </a:fld>
            <a:endParaRPr lang="de-DE"/>
          </a:p>
        </p:txBody>
      </p:sp>
      <p:sp>
        <p:nvSpPr>
          <p:cNvPr id="9" name="footer">
            <a:extLst>
              <a:ext uri="{FF2B5EF4-FFF2-40B4-BE49-F238E27FC236}">
                <a16:creationId xmlns:a16="http://schemas.microsoft.com/office/drawing/2014/main" id="{D4C8AF3C-0A96-3959-B7C2-1D1ED7CDDCC0}"/>
              </a:ext>
              <a:ext uri="{C183D7F6-B498-43B3-948B-1728B52AA6E4}">
                <adec:decorative xmlns:adec="http://schemas.microsoft.com/office/drawing/2017/decorative" val="1"/>
              </a:ext>
            </a:extLst>
          </p:cNvPr>
          <p:cNvSpPr>
            <a:spLocks noGrp="1"/>
          </p:cNvSpPr>
          <p:nvPr>
            <p:ph type="ftr" sz="quarter" idx="11"/>
          </p:nvPr>
        </p:nvSpPr>
        <p:spPr bwMode="gray">
          <a:xfrm>
            <a:off x="0" y="6858000"/>
            <a:ext cx="0" cy="0"/>
          </a:xfrm>
        </p:spPr>
        <p:txBody>
          <a:bodyPr lIns="0" tIns="0" rIns="0" bIns="0"/>
          <a:lstStyle>
            <a:lvl1pPr>
              <a:defRPr sz="100">
                <a:solidFill>
                  <a:schemeClr val="bg1">
                    <a:alpha val="1000"/>
                  </a:schemeClr>
                </a:solidFill>
              </a:defRPr>
            </a:lvl1pPr>
          </a:lstStyle>
          <a:p>
            <a:r>
              <a:rPr lang="de-DE"/>
              <a:t>SNB - TGA - 28.08.2026</a:t>
            </a:r>
          </a:p>
        </p:txBody>
      </p:sp>
      <p:sp>
        <p:nvSpPr>
          <p:cNvPr id="2" name="MIO_AGENDA_LAST_SLIDE" hidden="1">
            <a:extLst>
              <a:ext uri="{FF2B5EF4-FFF2-40B4-BE49-F238E27FC236}">
                <a16:creationId xmlns:a16="http://schemas.microsoft.com/office/drawing/2014/main" id="{A8E41079-294B-06CD-A072-D869CE3CA9A5}"/>
              </a:ext>
              <a:ext uri="{C183D7F6-B498-43B3-948B-1728B52AA6E4}">
                <adec:decorative xmlns:adec="http://schemas.microsoft.com/office/drawing/2017/decorative" val="1"/>
              </a:ext>
            </a:extLst>
          </p:cNvPr>
          <p:cNvSpPr/>
          <p:nvPr userDrawn="1"/>
        </p:nvSpPr>
        <p:spPr>
          <a:xfrm>
            <a:off x="11194443" y="249944"/>
            <a:ext cx="731461" cy="9636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
        <p:nvSpPr>
          <p:cNvPr id="4" name="MIO_Placeholder_Mapping" hidden="1">
            <a:extLst>
              <a:ext uri="{FF2B5EF4-FFF2-40B4-BE49-F238E27FC236}">
                <a16:creationId xmlns:a16="http://schemas.microsoft.com/office/drawing/2014/main" id="{B43C0B36-BF38-2BF1-FE2B-D6C2E5C71732}"/>
              </a:ext>
            </a:extLst>
          </p:cNvPr>
          <p:cNvSpPr/>
          <p:nvPr userDrawn="1">
            <p:custDataLst>
              <p:tags r:id="rId1"/>
            </p:custDataLst>
          </p:nvPr>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3711999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userDrawn="1">
  <p:cSld name="1_Agenda 1">
    <p:spTree>
      <p:nvGrpSpPr>
        <p:cNvPr id="1" name=""/>
        <p:cNvGrpSpPr/>
        <p:nvPr/>
      </p:nvGrpSpPr>
      <p:grpSpPr>
        <a:xfrm>
          <a:off x="0" y="0"/>
          <a:ext cx="0" cy="0"/>
          <a:chOff x="0" y="0"/>
          <a:chExt cx="0" cy="0"/>
        </a:xfrm>
      </p:grpSpPr>
      <p:grpSp>
        <p:nvGrpSpPr>
          <p:cNvPr id="18" name="design element">
            <a:extLst>
              <a:ext uri="{FF2B5EF4-FFF2-40B4-BE49-F238E27FC236}">
                <a16:creationId xmlns:a16="http://schemas.microsoft.com/office/drawing/2014/main" id="{07B24F4B-FA65-3336-BFE3-24DC749B0464}"/>
              </a:ext>
              <a:ext uri="{C183D7F6-B498-43B3-948B-1728B52AA6E4}">
                <adec:decorative xmlns:adec="http://schemas.microsoft.com/office/drawing/2017/decorative" val="1"/>
              </a:ext>
            </a:extLst>
          </p:cNvPr>
          <p:cNvGrpSpPr/>
          <p:nvPr userDrawn="1"/>
        </p:nvGrpSpPr>
        <p:grpSpPr>
          <a:xfrm>
            <a:off x="6018421" y="0"/>
            <a:ext cx="5369372" cy="5118604"/>
            <a:chOff x="6018421" y="0"/>
            <a:chExt cx="5369372" cy="5118604"/>
          </a:xfrm>
        </p:grpSpPr>
        <p:sp>
          <p:nvSpPr>
            <p:cNvPr id="17" name="left">
              <a:extLst>
                <a:ext uri="{FF2B5EF4-FFF2-40B4-BE49-F238E27FC236}">
                  <a16:creationId xmlns:a16="http://schemas.microsoft.com/office/drawing/2014/main" id="{40EB0E7F-BD98-44EB-B6B1-BAB5D8F6EC91}"/>
                </a:ext>
              </a:extLst>
            </p:cNvPr>
            <p:cNvSpPr/>
            <p:nvPr/>
          </p:nvSpPr>
          <p:spPr>
            <a:xfrm>
              <a:off x="6487113" y="0"/>
              <a:ext cx="4900680" cy="5118604"/>
            </a:xfrm>
            <a:custGeom>
              <a:avLst/>
              <a:gdLst>
                <a:gd name="connsiteX0" fmla="*/ 0 w 4900680"/>
                <a:gd name="connsiteY0" fmla="*/ 0 h 5118604"/>
                <a:gd name="connsiteX1" fmla="*/ 30358 w 4900680"/>
                <a:gd name="connsiteY1" fmla="*/ 0 h 5118604"/>
                <a:gd name="connsiteX2" fmla="*/ 3212867 w 4900680"/>
                <a:gd name="connsiteY2" fmla="*/ 4812955 h 5118604"/>
                <a:gd name="connsiteX3" fmla="*/ 3734357 w 4900680"/>
                <a:gd name="connsiteY3" fmla="*/ 5093270 h 5118604"/>
                <a:gd name="connsiteX4" fmla="*/ 4684997 w 4900680"/>
                <a:gd name="connsiteY4" fmla="*/ 5093270 h 5118604"/>
                <a:gd name="connsiteX5" fmla="*/ 4861192 w 4900680"/>
                <a:gd name="connsiteY5" fmla="*/ 5016003 h 5118604"/>
                <a:gd name="connsiteX6" fmla="*/ 4829018 w 4900680"/>
                <a:gd name="connsiteY6" fmla="*/ 4826382 h 5118604"/>
                <a:gd name="connsiteX7" fmla="*/ 1654908 w 4900680"/>
                <a:gd name="connsiteY7" fmla="*/ 0 h 5118604"/>
                <a:gd name="connsiteX8" fmla="*/ 1685023 w 4900680"/>
                <a:gd name="connsiteY8" fmla="*/ 0 h 5118604"/>
                <a:gd name="connsiteX9" fmla="*/ 4850045 w 4900680"/>
                <a:gd name="connsiteY9" fmla="*/ 4812321 h 5118604"/>
                <a:gd name="connsiteX10" fmla="*/ 4883359 w 4900680"/>
                <a:gd name="connsiteY10" fmla="*/ 5027909 h 5118604"/>
                <a:gd name="connsiteX11" fmla="*/ 4684871 w 4900680"/>
                <a:gd name="connsiteY11" fmla="*/ 5118604 h 5118604"/>
                <a:gd name="connsiteX12" fmla="*/ 4685124 w 4900680"/>
                <a:gd name="connsiteY12" fmla="*/ 5118477 h 5118604"/>
                <a:gd name="connsiteX13" fmla="*/ 3734484 w 4900680"/>
                <a:gd name="connsiteY13" fmla="*/ 5118477 h 5118604"/>
                <a:gd name="connsiteX14" fmla="*/ 3191841 w 4900680"/>
                <a:gd name="connsiteY14" fmla="*/ 4826761 h 5118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900680" h="5118604">
                  <a:moveTo>
                    <a:pt x="0" y="0"/>
                  </a:moveTo>
                  <a:lnTo>
                    <a:pt x="30358" y="0"/>
                  </a:lnTo>
                  <a:lnTo>
                    <a:pt x="3212867" y="4812955"/>
                  </a:lnTo>
                  <a:cubicBezTo>
                    <a:pt x="3315088" y="4967489"/>
                    <a:pt x="3549043" y="5093270"/>
                    <a:pt x="3734357" y="5093270"/>
                  </a:cubicBezTo>
                  <a:lnTo>
                    <a:pt x="4684997" y="5093270"/>
                  </a:lnTo>
                  <a:cubicBezTo>
                    <a:pt x="4771765" y="5093270"/>
                    <a:pt x="4834339" y="5065783"/>
                    <a:pt x="4861192" y="5016003"/>
                  </a:cubicBezTo>
                  <a:cubicBezTo>
                    <a:pt x="4888046" y="4966096"/>
                    <a:pt x="4876646" y="4898835"/>
                    <a:pt x="4829018" y="4826382"/>
                  </a:cubicBezTo>
                  <a:lnTo>
                    <a:pt x="1654908" y="0"/>
                  </a:lnTo>
                  <a:lnTo>
                    <a:pt x="1685023" y="0"/>
                  </a:lnTo>
                  <a:lnTo>
                    <a:pt x="4850045" y="4812321"/>
                  </a:lnTo>
                  <a:cubicBezTo>
                    <a:pt x="4903119" y="4892882"/>
                    <a:pt x="4914899" y="4969516"/>
                    <a:pt x="4883359" y="5027909"/>
                  </a:cubicBezTo>
                  <a:cubicBezTo>
                    <a:pt x="4851818" y="5086430"/>
                    <a:pt x="4781391" y="5118604"/>
                    <a:pt x="4684871" y="5118604"/>
                  </a:cubicBezTo>
                  <a:lnTo>
                    <a:pt x="4685124" y="5118477"/>
                  </a:lnTo>
                  <a:lnTo>
                    <a:pt x="3734484" y="5118477"/>
                  </a:lnTo>
                  <a:cubicBezTo>
                    <a:pt x="3541569" y="5118477"/>
                    <a:pt x="3298115" y="4987629"/>
                    <a:pt x="3191841" y="4826761"/>
                  </a:cubicBezTo>
                  <a:close/>
                </a:path>
              </a:pathLst>
            </a:custGeom>
            <a:solidFill>
              <a:srgbClr val="F2F2F2"/>
            </a:solidFill>
            <a:ln w="0" cap="flat">
              <a:noFill/>
              <a:prstDash val="solid"/>
              <a:miter/>
            </a:ln>
          </p:spPr>
          <p:txBody>
            <a:bodyPr wrap="square" rtlCol="0" anchor="ctr">
              <a:noAutofit/>
            </a:bodyPr>
            <a:lstStyle/>
            <a:p>
              <a:endParaRPr lang="de-DE"/>
            </a:p>
          </p:txBody>
        </p:sp>
        <p:sp>
          <p:nvSpPr>
            <p:cNvPr id="16" name="right">
              <a:extLst>
                <a:ext uri="{FF2B5EF4-FFF2-40B4-BE49-F238E27FC236}">
                  <a16:creationId xmlns:a16="http://schemas.microsoft.com/office/drawing/2014/main" id="{104FD73D-CA54-47AE-1B4E-6DD434F99F8E}"/>
                </a:ext>
              </a:extLst>
            </p:cNvPr>
            <p:cNvSpPr/>
            <p:nvPr userDrawn="1"/>
          </p:nvSpPr>
          <p:spPr>
            <a:xfrm>
              <a:off x="6018421" y="0"/>
              <a:ext cx="5039375" cy="3736788"/>
            </a:xfrm>
            <a:custGeom>
              <a:avLst/>
              <a:gdLst>
                <a:gd name="connsiteX0" fmla="*/ 2800344 w 5039375"/>
                <a:gd name="connsiteY0" fmla="*/ 0 h 3736788"/>
                <a:gd name="connsiteX1" fmla="*/ 2830359 w 5039375"/>
                <a:gd name="connsiteY1" fmla="*/ 0 h 3736788"/>
                <a:gd name="connsiteX2" fmla="*/ 3350451 w 5039375"/>
                <a:gd name="connsiteY2" fmla="*/ 790754 h 3736788"/>
                <a:gd name="connsiteX3" fmla="*/ 3256337 w 5039375"/>
                <a:gd name="connsiteY3" fmla="*/ 1293751 h 3736788"/>
                <a:gd name="connsiteX4" fmla="*/ 119290 w 5039375"/>
                <a:gd name="connsiteY4" fmla="*/ 3530066 h 3736788"/>
                <a:gd name="connsiteX5" fmla="*/ 26950 w 5039375"/>
                <a:gd name="connsiteY5" fmla="*/ 3657114 h 3736788"/>
                <a:gd name="connsiteX6" fmla="*/ 175658 w 5039375"/>
                <a:gd name="connsiteY6" fmla="*/ 3707528 h 3736788"/>
                <a:gd name="connsiteX7" fmla="*/ 1118951 w 5039375"/>
                <a:gd name="connsiteY7" fmla="*/ 3711327 h 3736788"/>
                <a:gd name="connsiteX8" fmla="*/ 1732021 w 5039375"/>
                <a:gd name="connsiteY8" fmla="*/ 3513726 h 3736788"/>
                <a:gd name="connsiteX9" fmla="*/ 4872742 w 5039375"/>
                <a:gd name="connsiteY9" fmla="*/ 1234090 h 3736788"/>
                <a:gd name="connsiteX10" fmla="*/ 4957989 w 5039375"/>
                <a:gd name="connsiteY10" fmla="*/ 763774 h 3736788"/>
                <a:gd name="connsiteX11" fmla="*/ 4452959 w 5039375"/>
                <a:gd name="connsiteY11" fmla="*/ 0 h 3736788"/>
                <a:gd name="connsiteX12" fmla="*/ 4483326 w 5039375"/>
                <a:gd name="connsiteY12" fmla="*/ 0 h 3736788"/>
                <a:gd name="connsiteX13" fmla="*/ 4979143 w 5039375"/>
                <a:gd name="connsiteY13" fmla="*/ 749841 h 3736788"/>
                <a:gd name="connsiteX14" fmla="*/ 4887562 w 5039375"/>
                <a:gd name="connsiteY14" fmla="*/ 1254611 h 3736788"/>
                <a:gd name="connsiteX15" fmla="*/ 1746842 w 5039375"/>
                <a:gd name="connsiteY15" fmla="*/ 3534246 h 3736788"/>
                <a:gd name="connsiteX16" fmla="*/ 1121104 w 5039375"/>
                <a:gd name="connsiteY16" fmla="*/ 3736788 h 3736788"/>
                <a:gd name="connsiteX17" fmla="*/ 1118951 w 5039375"/>
                <a:gd name="connsiteY17" fmla="*/ 3736788 h 3736788"/>
                <a:gd name="connsiteX18" fmla="*/ 175658 w 5039375"/>
                <a:gd name="connsiteY18" fmla="*/ 3732988 h 3736788"/>
                <a:gd name="connsiteX19" fmla="*/ 2883 w 5039375"/>
                <a:gd name="connsiteY19" fmla="*/ 3664841 h 3736788"/>
                <a:gd name="connsiteX20" fmla="*/ 104597 w 5039375"/>
                <a:gd name="connsiteY20" fmla="*/ 3509419 h 3736788"/>
                <a:gd name="connsiteX21" fmla="*/ 3241898 w 5039375"/>
                <a:gd name="connsiteY21" fmla="*/ 1272977 h 3736788"/>
                <a:gd name="connsiteX22" fmla="*/ 3329551 w 5039375"/>
                <a:gd name="connsiteY22" fmla="*/ 804561 h 3736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039375" h="3736788">
                  <a:moveTo>
                    <a:pt x="2800344" y="0"/>
                  </a:moveTo>
                  <a:lnTo>
                    <a:pt x="2830359" y="0"/>
                  </a:lnTo>
                  <a:lnTo>
                    <a:pt x="3350451" y="790754"/>
                  </a:lnTo>
                  <a:cubicBezTo>
                    <a:pt x="3458119" y="954409"/>
                    <a:pt x="3415939" y="1180003"/>
                    <a:pt x="3256337" y="1293751"/>
                  </a:cubicBezTo>
                  <a:lnTo>
                    <a:pt x="119290" y="3530066"/>
                  </a:lnTo>
                  <a:cubicBezTo>
                    <a:pt x="50510" y="3579087"/>
                    <a:pt x="16943" y="3625447"/>
                    <a:pt x="26950" y="3657114"/>
                  </a:cubicBezTo>
                  <a:cubicBezTo>
                    <a:pt x="36957" y="3688781"/>
                    <a:pt x="91170" y="3707274"/>
                    <a:pt x="175658" y="3707528"/>
                  </a:cubicBezTo>
                  <a:lnTo>
                    <a:pt x="1118951" y="3711327"/>
                  </a:lnTo>
                  <a:cubicBezTo>
                    <a:pt x="1305659" y="3711834"/>
                    <a:pt x="1580907" y="3623420"/>
                    <a:pt x="1732021" y="3513726"/>
                  </a:cubicBezTo>
                  <a:lnTo>
                    <a:pt x="4872742" y="1234090"/>
                  </a:lnTo>
                  <a:cubicBezTo>
                    <a:pt x="5020310" y="1126930"/>
                    <a:pt x="5058563" y="915902"/>
                    <a:pt x="4957989" y="763774"/>
                  </a:cubicBezTo>
                  <a:lnTo>
                    <a:pt x="4452959" y="0"/>
                  </a:lnTo>
                  <a:lnTo>
                    <a:pt x="4483326" y="0"/>
                  </a:lnTo>
                  <a:lnTo>
                    <a:pt x="4979143" y="749841"/>
                  </a:lnTo>
                  <a:cubicBezTo>
                    <a:pt x="5087063" y="913115"/>
                    <a:pt x="5046023" y="1139596"/>
                    <a:pt x="4887562" y="1254611"/>
                  </a:cubicBezTo>
                  <a:lnTo>
                    <a:pt x="1746842" y="3534246"/>
                  </a:lnTo>
                  <a:cubicBezTo>
                    <a:pt x="1592687" y="3646220"/>
                    <a:pt x="1312499" y="3736788"/>
                    <a:pt x="1121104" y="3736788"/>
                  </a:cubicBezTo>
                  <a:lnTo>
                    <a:pt x="1118951" y="3736788"/>
                  </a:lnTo>
                  <a:lnTo>
                    <a:pt x="175658" y="3732988"/>
                  </a:lnTo>
                  <a:cubicBezTo>
                    <a:pt x="78124" y="3732608"/>
                    <a:pt x="16816" y="3708414"/>
                    <a:pt x="2883" y="3664841"/>
                  </a:cubicBezTo>
                  <a:cubicBezTo>
                    <a:pt x="-10924" y="3621267"/>
                    <a:pt x="25177" y="3566166"/>
                    <a:pt x="104597" y="3509419"/>
                  </a:cubicBezTo>
                  <a:lnTo>
                    <a:pt x="3241898" y="1272977"/>
                  </a:lnTo>
                  <a:cubicBezTo>
                    <a:pt x="3390478" y="1167083"/>
                    <a:pt x="3429745" y="956942"/>
                    <a:pt x="3329551" y="804561"/>
                  </a:cubicBezTo>
                  <a:close/>
                </a:path>
              </a:pathLst>
            </a:custGeom>
            <a:solidFill>
              <a:srgbClr val="F2F2F2"/>
            </a:solidFill>
            <a:ln w="0" cap="flat">
              <a:noFill/>
              <a:prstDash val="solid"/>
              <a:miter/>
            </a:ln>
          </p:spPr>
          <p:txBody>
            <a:bodyPr wrap="square" rtlCol="0" anchor="ctr">
              <a:noAutofit/>
            </a:bodyPr>
            <a:lstStyle/>
            <a:p>
              <a:endParaRPr lang="de-DE"/>
            </a:p>
          </p:txBody>
        </p:sp>
      </p:grpSp>
      <p:sp>
        <p:nvSpPr>
          <p:cNvPr id="2" name="title"/>
          <p:cNvSpPr>
            <a:spLocks noGrp="1"/>
          </p:cNvSpPr>
          <p:nvPr>
            <p:ph type="title" hasCustomPrompt="1"/>
          </p:nvPr>
        </p:nvSpPr>
        <p:spPr bwMode="gray">
          <a:xfrm>
            <a:off x="1" y="5363435"/>
            <a:ext cx="12192000" cy="1494565"/>
          </a:xfrm>
        </p:spPr>
        <p:txBody>
          <a:bodyPr vert="horz" wrap="square" lIns="0" tIns="216000" rIns="522000" bIns="0" rtlCol="0" anchor="t" anchorCtr="0">
            <a:noAutofit/>
          </a:bodyPr>
          <a:lstStyle>
            <a:lvl1pPr algn="r">
              <a:lnSpc>
                <a:spcPct val="65000"/>
              </a:lnSpc>
              <a:defRPr lang="de-DE" sz="7000" b="0">
                <a:solidFill>
                  <a:schemeClr val="tx1"/>
                </a:solidFill>
              </a:defRPr>
            </a:lvl1pPr>
          </a:lstStyle>
          <a:p>
            <a:pPr lvl="0"/>
            <a:r>
              <a:rPr lang="de-DE" noProof="0"/>
              <a:t>Agenda</a:t>
            </a:r>
          </a:p>
        </p:txBody>
      </p:sp>
      <p:sp>
        <p:nvSpPr>
          <p:cNvPr id="7" name="slide number">
            <a:extLst>
              <a:ext uri="{FF2B5EF4-FFF2-40B4-BE49-F238E27FC236}">
                <a16:creationId xmlns:a16="http://schemas.microsoft.com/office/drawing/2014/main" id="{D0B1F489-A238-9177-0641-7A2F0D8AAF44}"/>
              </a:ext>
              <a:ext uri="{C183D7F6-B498-43B3-948B-1728B52AA6E4}">
                <adec:decorative xmlns:adec="http://schemas.microsoft.com/office/drawing/2017/decorative" val="1"/>
              </a:ext>
            </a:extLst>
          </p:cNvPr>
          <p:cNvSpPr>
            <a:spLocks noGrp="1"/>
          </p:cNvSpPr>
          <p:nvPr>
            <p:ph type="sldNum" sz="quarter" idx="12"/>
          </p:nvPr>
        </p:nvSpPr>
        <p:spPr bwMode="gray">
          <a:xfrm>
            <a:off x="0" y="6858000"/>
            <a:ext cx="0" cy="0"/>
          </a:xfrm>
        </p:spPr>
        <p:txBody>
          <a:bodyPr lIns="0" tIns="0" rIns="0" bIns="0"/>
          <a:lstStyle>
            <a:lvl1pPr>
              <a:defRPr sz="100">
                <a:solidFill>
                  <a:schemeClr val="bg1">
                    <a:alpha val="1000"/>
                  </a:schemeClr>
                </a:solidFill>
              </a:defRPr>
            </a:lvl1pPr>
          </a:lstStyle>
          <a:p>
            <a:fld id="{9829449A-3FF3-45CE-9F4F-09BADC0910C6}" type="slidenum">
              <a:rPr lang="de-DE"/>
              <a:pPr/>
              <a:t>‹Nr.›</a:t>
            </a:fld>
            <a:endParaRPr lang="de-DE"/>
          </a:p>
        </p:txBody>
      </p:sp>
      <p:sp>
        <p:nvSpPr>
          <p:cNvPr id="8" name="footer">
            <a:extLst>
              <a:ext uri="{FF2B5EF4-FFF2-40B4-BE49-F238E27FC236}">
                <a16:creationId xmlns:a16="http://schemas.microsoft.com/office/drawing/2014/main" id="{433188A3-F9F0-702A-D70C-D9E9CF95CB52}"/>
              </a:ext>
              <a:ext uri="{C183D7F6-B498-43B3-948B-1728B52AA6E4}">
                <adec:decorative xmlns:adec="http://schemas.microsoft.com/office/drawing/2017/decorative" val="1"/>
              </a:ext>
            </a:extLst>
          </p:cNvPr>
          <p:cNvSpPr>
            <a:spLocks noGrp="1"/>
          </p:cNvSpPr>
          <p:nvPr>
            <p:ph type="ftr" sz="quarter" idx="11"/>
          </p:nvPr>
        </p:nvSpPr>
        <p:spPr bwMode="gray">
          <a:xfrm>
            <a:off x="0" y="6858000"/>
            <a:ext cx="0" cy="0"/>
          </a:xfrm>
        </p:spPr>
        <p:txBody>
          <a:bodyPr lIns="0" tIns="0" rIns="0" bIns="0"/>
          <a:lstStyle>
            <a:lvl1pPr>
              <a:defRPr sz="100">
                <a:solidFill>
                  <a:schemeClr val="bg1">
                    <a:alpha val="1000"/>
                  </a:schemeClr>
                </a:solidFill>
              </a:defRPr>
            </a:lvl1pPr>
          </a:lstStyle>
          <a:p>
            <a:endParaRPr lang="de-DE"/>
          </a:p>
        </p:txBody>
      </p:sp>
      <p:grpSp>
        <p:nvGrpSpPr>
          <p:cNvPr id="3" name="info">
            <a:extLst>
              <a:ext uri="{FF2B5EF4-FFF2-40B4-BE49-F238E27FC236}">
                <a16:creationId xmlns:a16="http://schemas.microsoft.com/office/drawing/2014/main" id="{18D8D5E5-51B6-DA83-6333-4736481C93E1}"/>
              </a:ext>
              <a:ext uri="{C183D7F6-B498-43B3-948B-1728B52AA6E4}">
                <adec:decorative xmlns:adec="http://schemas.microsoft.com/office/drawing/2017/decorative" val="1"/>
              </a:ext>
            </a:extLst>
          </p:cNvPr>
          <p:cNvGrpSpPr/>
          <p:nvPr userDrawn="1"/>
        </p:nvGrpSpPr>
        <p:grpSpPr>
          <a:xfrm>
            <a:off x="12327530" y="64632"/>
            <a:ext cx="2615217" cy="1465493"/>
            <a:chOff x="12327530" y="64632"/>
            <a:chExt cx="2615217" cy="1465493"/>
          </a:xfrm>
          <a:effectLst>
            <a:outerShdw blurRad="50800" dist="38100" dir="8100000" algn="tr" rotWithShape="0">
              <a:prstClr val="black">
                <a:alpha val="40000"/>
              </a:prstClr>
            </a:outerShdw>
          </a:effectLst>
        </p:grpSpPr>
        <p:sp>
          <p:nvSpPr>
            <p:cNvPr id="4" name="info">
              <a:extLst>
                <a:ext uri="{FF2B5EF4-FFF2-40B4-BE49-F238E27FC236}">
                  <a16:creationId xmlns:a16="http://schemas.microsoft.com/office/drawing/2014/main" id="{6AEC6FD5-FA93-3DF9-C542-09D93AAD88D1}"/>
                </a:ext>
              </a:extLst>
            </p:cNvPr>
            <p:cNvSpPr/>
            <p:nvPr/>
          </p:nvSpPr>
          <p:spPr bwMode="gray">
            <a:xfrm flipH="1">
              <a:off x="12327530" y="64632"/>
              <a:ext cx="2346413" cy="540000"/>
            </a:xfrm>
            <a:prstGeom prst="homePlat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216000" tIns="144000" rIns="144000" bIns="144000" rtlCol="0" anchor="ctr">
              <a:noAutofit/>
            </a:bodyPr>
            <a:lstStyle/>
            <a:p>
              <a:pPr indent="0" algn="l">
                <a:lnSpc>
                  <a:spcPct val="100000"/>
                </a:lnSpc>
                <a:spcBef>
                  <a:spcPts val="400"/>
                </a:spcBef>
                <a:spcAft>
                  <a:spcPts val="400"/>
                </a:spcAft>
              </a:pPr>
              <a:endParaRPr lang="de-DE" sz="1050" b="1">
                <a:solidFill>
                  <a:schemeClr val="tx1"/>
                </a:solidFill>
              </a:endParaRPr>
            </a:p>
          </p:txBody>
        </p:sp>
        <p:sp>
          <p:nvSpPr>
            <p:cNvPr id="6" name="info">
              <a:extLst>
                <a:ext uri="{FF2B5EF4-FFF2-40B4-BE49-F238E27FC236}">
                  <a16:creationId xmlns:a16="http://schemas.microsoft.com/office/drawing/2014/main" id="{6001F99E-8E7A-83F5-9B6D-7D6B538D8BBF}"/>
                </a:ext>
              </a:extLst>
            </p:cNvPr>
            <p:cNvSpPr/>
            <p:nvPr userDrawn="1"/>
          </p:nvSpPr>
          <p:spPr bwMode="gray">
            <a:xfrm flipH="1">
              <a:off x="12596335" y="64632"/>
              <a:ext cx="2346412" cy="146549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spAutoFit/>
            </a:bodyPr>
            <a:lstStyle/>
            <a:p>
              <a:pPr indent="0" algn="l">
                <a:lnSpc>
                  <a:spcPct val="100000"/>
                </a:lnSpc>
                <a:spcBef>
                  <a:spcPts val="400"/>
                </a:spcBef>
                <a:spcAft>
                  <a:spcPts val="400"/>
                </a:spcAft>
              </a:pPr>
              <a:r>
                <a:rPr lang="en-US" sz="1050" b="0" kern="1200">
                  <a:solidFill>
                    <a:schemeClr val="bg1"/>
                  </a:solidFill>
                  <a:latin typeface="+mn-lt"/>
                  <a:ea typeface="+mn-ea"/>
                  <a:cs typeface="+mn-cs"/>
                </a:rPr>
                <a:t>Always make </a:t>
              </a:r>
              <a:r>
                <a:rPr lang="en-US" sz="1050" b="1" kern="1200" cap="all">
                  <a:solidFill>
                    <a:schemeClr val="bg1"/>
                  </a:solidFill>
                  <a:latin typeface="+mn-lt"/>
                  <a:ea typeface="+mn-ea"/>
                  <a:cs typeface="+mn-cs"/>
                </a:rPr>
                <a:t>content changes </a:t>
              </a:r>
              <a:r>
                <a:rPr lang="en-US" sz="1050" b="0" kern="1200">
                  <a:solidFill>
                    <a:schemeClr val="bg1"/>
                  </a:solidFill>
                  <a:latin typeface="+mn-lt"/>
                  <a:ea typeface="+mn-ea"/>
                  <a:cs typeface="+mn-cs"/>
                </a:rPr>
                <a:t>using the Agenda Editor. </a:t>
              </a:r>
            </a:p>
            <a:p>
              <a:pPr indent="0" algn="l">
                <a:lnSpc>
                  <a:spcPct val="100000"/>
                </a:lnSpc>
                <a:spcBef>
                  <a:spcPts val="400"/>
                </a:spcBef>
                <a:spcAft>
                  <a:spcPts val="400"/>
                </a:spcAft>
              </a:pPr>
              <a:r>
                <a:rPr lang="en-US" sz="1050" b="0" kern="1200">
                  <a:solidFill>
                    <a:schemeClr val="bg1"/>
                  </a:solidFill>
                  <a:latin typeface="+mn-lt"/>
                  <a:ea typeface="+mn-ea"/>
                  <a:cs typeface="+mn-cs"/>
                </a:rPr>
                <a:t>Changes made manually </a:t>
              </a:r>
              <a:br>
                <a:rPr lang="en-US" sz="1050" b="0" kern="1200">
                  <a:solidFill>
                    <a:schemeClr val="bg1"/>
                  </a:solidFill>
                  <a:latin typeface="+mn-lt"/>
                  <a:ea typeface="+mn-ea"/>
                  <a:cs typeface="+mn-cs"/>
                </a:rPr>
              </a:br>
              <a:r>
                <a:rPr lang="en-US" sz="1050" b="0" kern="1200">
                  <a:solidFill>
                    <a:schemeClr val="bg1"/>
                  </a:solidFill>
                  <a:latin typeface="+mn-lt"/>
                  <a:ea typeface="+mn-ea"/>
                  <a:cs typeface="+mn-cs"/>
                </a:rPr>
                <a:t>directly on the agenda slides are </a:t>
              </a:r>
              <a:br>
                <a:rPr lang="en-US" sz="1050" b="0" kern="1200">
                  <a:solidFill>
                    <a:schemeClr val="bg1"/>
                  </a:solidFill>
                  <a:latin typeface="+mn-lt"/>
                  <a:ea typeface="+mn-ea"/>
                  <a:cs typeface="+mn-cs"/>
                </a:rPr>
              </a:br>
              <a:r>
                <a:rPr lang="en-US" sz="1050" b="0" kern="1200">
                  <a:solidFill>
                    <a:schemeClr val="bg1"/>
                  </a:solidFill>
                  <a:latin typeface="+mn-lt"/>
                  <a:ea typeface="+mn-ea"/>
                  <a:cs typeface="+mn-cs"/>
                </a:rPr>
                <a:t>not automatically updated.</a:t>
              </a:r>
            </a:p>
            <a:p>
              <a:pPr indent="0" algn="l">
                <a:lnSpc>
                  <a:spcPct val="100000"/>
                </a:lnSpc>
                <a:spcBef>
                  <a:spcPts val="400"/>
                </a:spcBef>
                <a:spcAft>
                  <a:spcPts val="400"/>
                </a:spcAft>
              </a:pPr>
              <a:r>
                <a:rPr lang="en-US" sz="1050" b="1" kern="1200" cap="all">
                  <a:solidFill>
                    <a:schemeClr val="bg1"/>
                  </a:solidFill>
                  <a:latin typeface="+mn-lt"/>
                  <a:ea typeface="+mn-ea"/>
                  <a:cs typeface="+mn-cs"/>
                </a:rPr>
                <a:t>Design changes </a:t>
              </a:r>
              <a:r>
                <a:rPr lang="en-US" sz="1050" b="0" kern="1200">
                  <a:solidFill>
                    <a:schemeClr val="bg1"/>
                  </a:solidFill>
                  <a:latin typeface="+mn-lt"/>
                  <a:ea typeface="+mn-ea"/>
                  <a:cs typeface="+mn-cs"/>
                </a:rPr>
                <a:t>are not permitted.</a:t>
              </a:r>
            </a:p>
          </p:txBody>
        </p:sp>
      </p:grpSp>
      <p:sp>
        <p:nvSpPr>
          <p:cNvPr id="5" name="MIO_Placeholder_Mapping" hidden="1">
            <a:extLst>
              <a:ext uri="{FF2B5EF4-FFF2-40B4-BE49-F238E27FC236}">
                <a16:creationId xmlns:a16="http://schemas.microsoft.com/office/drawing/2014/main" id="{4485DE9F-5C06-5493-ACE8-6DC2745408DB}"/>
              </a:ext>
            </a:extLst>
          </p:cNvPr>
          <p:cNvSpPr/>
          <p:nvPr userDrawn="1"/>
        </p:nvSpPr>
        <p:spPr>
          <a:xfrm>
            <a:off x="0" y="0"/>
            <a:ext cx="0" cy="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383224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pos="7423">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userDrawn="1">
  <p:cSld name="Highlights">
    <p:spTree>
      <p:nvGrpSpPr>
        <p:cNvPr id="1" name=""/>
        <p:cNvGrpSpPr/>
        <p:nvPr/>
      </p:nvGrpSpPr>
      <p:grpSpPr>
        <a:xfrm>
          <a:off x="0" y="0"/>
          <a:ext cx="0" cy="0"/>
          <a:chOff x="0" y="0"/>
          <a:chExt cx="0" cy="0"/>
        </a:xfrm>
      </p:grpSpPr>
      <p:grpSp>
        <p:nvGrpSpPr>
          <p:cNvPr id="20" name="design element">
            <a:extLst>
              <a:ext uri="{FF2B5EF4-FFF2-40B4-BE49-F238E27FC236}">
                <a16:creationId xmlns:a16="http://schemas.microsoft.com/office/drawing/2014/main" id="{64D4707A-AF8A-9418-D08B-9FBF20DB566C}"/>
              </a:ext>
            </a:extLst>
          </p:cNvPr>
          <p:cNvGrpSpPr>
            <a:grpSpLocks noChangeAspect="1"/>
          </p:cNvGrpSpPr>
          <p:nvPr userDrawn="1"/>
        </p:nvGrpSpPr>
        <p:grpSpPr>
          <a:xfrm>
            <a:off x="4394900" y="1"/>
            <a:ext cx="5173652" cy="6857999"/>
            <a:chOff x="4394175" y="1"/>
            <a:chExt cx="5173652" cy="6857999"/>
          </a:xfrm>
          <a:solidFill>
            <a:srgbClr val="F2F2F2"/>
          </a:solidFill>
        </p:grpSpPr>
        <p:sp>
          <p:nvSpPr>
            <p:cNvPr id="21" name="grey">
              <a:extLst>
                <a:ext uri="{FF2B5EF4-FFF2-40B4-BE49-F238E27FC236}">
                  <a16:creationId xmlns:a16="http://schemas.microsoft.com/office/drawing/2014/main" id="{3586FDC8-FC84-BB14-5752-134EFCC21E8B}"/>
                </a:ext>
              </a:extLst>
            </p:cNvPr>
            <p:cNvSpPr/>
            <p:nvPr userDrawn="1"/>
          </p:nvSpPr>
          <p:spPr>
            <a:xfrm>
              <a:off x="4543151" y="2554642"/>
              <a:ext cx="3717028" cy="4303358"/>
            </a:xfrm>
            <a:custGeom>
              <a:avLst/>
              <a:gdLst>
                <a:gd name="connsiteX0" fmla="*/ 1247279 w 3717028"/>
                <a:gd name="connsiteY0" fmla="*/ 0 h 4303358"/>
                <a:gd name="connsiteX1" fmla="*/ 1261138 w 3717028"/>
                <a:gd name="connsiteY1" fmla="*/ 21081 h 4303358"/>
                <a:gd name="connsiteX2" fmla="*/ 166230 w 3717028"/>
                <a:gd name="connsiteY2" fmla="*/ 815844 h 4303358"/>
                <a:gd name="connsiteX3" fmla="*/ 81235 w 3717028"/>
                <a:gd name="connsiteY3" fmla="*/ 1284768 h 4303358"/>
                <a:gd name="connsiteX4" fmla="*/ 1662360 w 3717028"/>
                <a:gd name="connsiteY4" fmla="*/ 3675925 h 4303358"/>
                <a:gd name="connsiteX5" fmla="*/ 2759783 w 3717028"/>
                <a:gd name="connsiteY5" fmla="*/ 2893621 h 4303358"/>
                <a:gd name="connsiteX6" fmla="*/ 1684016 w 3717028"/>
                <a:gd name="connsiteY6" fmla="*/ 1257868 h 4303358"/>
                <a:gd name="connsiteX7" fmla="*/ 1723729 w 3717028"/>
                <a:gd name="connsiteY7" fmla="*/ 803778 h 4303358"/>
                <a:gd name="connsiteX8" fmla="*/ 1756699 w 3717028"/>
                <a:gd name="connsiteY8" fmla="*/ 774892 h 4303358"/>
                <a:gd name="connsiteX9" fmla="*/ 1770648 w 3717028"/>
                <a:gd name="connsiteY9" fmla="*/ 796110 h 4303358"/>
                <a:gd name="connsiteX10" fmla="*/ 1741989 w 3717028"/>
                <a:gd name="connsiteY10" fmla="*/ 821222 h 4303358"/>
                <a:gd name="connsiteX11" fmla="*/ 1704980 w 3717028"/>
                <a:gd name="connsiteY11" fmla="*/ 1244102 h 4303358"/>
                <a:gd name="connsiteX12" fmla="*/ 2780257 w 3717028"/>
                <a:gd name="connsiteY12" fmla="*/ 2879026 h 4303358"/>
                <a:gd name="connsiteX13" fmla="*/ 2950604 w 3717028"/>
                <a:gd name="connsiteY13" fmla="*/ 2757593 h 4303358"/>
                <a:gd name="connsiteX14" fmla="*/ 3000990 w 3717028"/>
                <a:gd name="connsiteY14" fmla="*/ 2713444 h 4303358"/>
                <a:gd name="connsiteX15" fmla="*/ 3017199 w 3717028"/>
                <a:gd name="connsiteY15" fmla="*/ 2692273 h 4303358"/>
                <a:gd name="connsiteX16" fmla="*/ 3031748 w 3717028"/>
                <a:gd name="connsiteY16" fmla="*/ 2714403 h 4303358"/>
                <a:gd name="connsiteX17" fmla="*/ 3019124 w 3717028"/>
                <a:gd name="connsiteY17" fmla="*/ 2730887 h 4303358"/>
                <a:gd name="connsiteX18" fmla="*/ 2965001 w 3717028"/>
                <a:gd name="connsiteY18" fmla="*/ 2778305 h 4303358"/>
                <a:gd name="connsiteX19" fmla="*/ 2794127 w 3717028"/>
                <a:gd name="connsiteY19" fmla="*/ 2900116 h 4303358"/>
                <a:gd name="connsiteX20" fmla="*/ 3289385 w 3717028"/>
                <a:gd name="connsiteY20" fmla="*/ 3653140 h 4303358"/>
                <a:gd name="connsiteX21" fmla="*/ 3532753 w 3717028"/>
                <a:gd name="connsiteY21" fmla="*/ 3476495 h 4303358"/>
                <a:gd name="connsiteX22" fmla="*/ 3546632 w 3717028"/>
                <a:gd name="connsiteY22" fmla="*/ 3497606 h 4303358"/>
                <a:gd name="connsiteX23" fmla="*/ 3303268 w 3717028"/>
                <a:gd name="connsiteY23" fmla="*/ 3674248 h 4303358"/>
                <a:gd name="connsiteX24" fmla="*/ 3717028 w 3717028"/>
                <a:gd name="connsiteY24" fmla="*/ 4303358 h 4303358"/>
                <a:gd name="connsiteX25" fmla="*/ 3686908 w 3717028"/>
                <a:gd name="connsiteY25" fmla="*/ 4303358 h 4303358"/>
                <a:gd name="connsiteX26" fmla="*/ 3282894 w 3717028"/>
                <a:gd name="connsiteY26" fmla="*/ 3689036 h 4303358"/>
                <a:gd name="connsiteX27" fmla="*/ 2436523 w 3717028"/>
                <a:gd name="connsiteY27" fmla="*/ 4303358 h 4303358"/>
                <a:gd name="connsiteX28" fmla="*/ 2393559 w 3717028"/>
                <a:gd name="connsiteY28" fmla="*/ 4303358 h 4303358"/>
                <a:gd name="connsiteX29" fmla="*/ 3269012 w 3717028"/>
                <a:gd name="connsiteY29" fmla="*/ 3667927 h 4303358"/>
                <a:gd name="connsiteX30" fmla="*/ 2773653 w 3717028"/>
                <a:gd name="connsiteY30" fmla="*/ 2914712 h 4303358"/>
                <a:gd name="connsiteX31" fmla="*/ 1676291 w 3717028"/>
                <a:gd name="connsiteY31" fmla="*/ 3696992 h 4303358"/>
                <a:gd name="connsiteX32" fmla="*/ 2077243 w 3717028"/>
                <a:gd name="connsiteY32" fmla="*/ 4303358 h 4303358"/>
                <a:gd name="connsiteX33" fmla="*/ 2047092 w 3717028"/>
                <a:gd name="connsiteY33" fmla="*/ 4303358 h 4303358"/>
                <a:gd name="connsiteX34" fmla="*/ 1655782 w 3717028"/>
                <a:gd name="connsiteY34" fmla="*/ 3711612 h 4303358"/>
                <a:gd name="connsiteX35" fmla="*/ 825695 w 3717028"/>
                <a:gd name="connsiteY35" fmla="*/ 4303358 h 4303358"/>
                <a:gd name="connsiteX36" fmla="*/ 782191 w 3717028"/>
                <a:gd name="connsiteY36" fmla="*/ 4303358 h 4303358"/>
                <a:gd name="connsiteX37" fmla="*/ 1641851 w 3717028"/>
                <a:gd name="connsiteY37" fmla="*/ 3690545 h 4303358"/>
                <a:gd name="connsiteX38" fmla="*/ 60145 w 3717028"/>
                <a:gd name="connsiteY38" fmla="*/ 1298661 h 4303358"/>
                <a:gd name="connsiteX39" fmla="*/ 151454 w 3717028"/>
                <a:gd name="connsiteY39" fmla="*/ 795384 h 4303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717028" h="4303358">
                  <a:moveTo>
                    <a:pt x="1247279" y="0"/>
                  </a:moveTo>
                  <a:lnTo>
                    <a:pt x="1261138" y="21081"/>
                  </a:lnTo>
                  <a:lnTo>
                    <a:pt x="166230" y="815844"/>
                  </a:lnTo>
                  <a:cubicBezTo>
                    <a:pt x="18973" y="922688"/>
                    <a:pt x="-19168" y="1133091"/>
                    <a:pt x="81235" y="1284768"/>
                  </a:cubicBezTo>
                  <a:lnTo>
                    <a:pt x="1662360" y="3675925"/>
                  </a:lnTo>
                  <a:lnTo>
                    <a:pt x="2759783" y="2893621"/>
                  </a:lnTo>
                  <a:lnTo>
                    <a:pt x="1684016" y="1257868"/>
                  </a:lnTo>
                  <a:cubicBezTo>
                    <a:pt x="1590086" y="1115094"/>
                    <a:pt x="1610543" y="925038"/>
                    <a:pt x="1723729" y="803778"/>
                  </a:cubicBezTo>
                  <a:lnTo>
                    <a:pt x="1756699" y="774892"/>
                  </a:lnTo>
                  <a:lnTo>
                    <a:pt x="1770648" y="796110"/>
                  </a:lnTo>
                  <a:lnTo>
                    <a:pt x="1741989" y="821222"/>
                  </a:lnTo>
                  <a:cubicBezTo>
                    <a:pt x="1636619" y="934133"/>
                    <a:pt x="1617570" y="1111163"/>
                    <a:pt x="1704980" y="1244102"/>
                  </a:cubicBezTo>
                  <a:lnTo>
                    <a:pt x="2780257" y="2879026"/>
                  </a:lnTo>
                  <a:lnTo>
                    <a:pt x="2950604" y="2757593"/>
                  </a:lnTo>
                  <a:cubicBezTo>
                    <a:pt x="2969122" y="2744396"/>
                    <a:pt x="2985937" y="2729574"/>
                    <a:pt x="3000990" y="2713444"/>
                  </a:cubicBezTo>
                  <a:lnTo>
                    <a:pt x="3017199" y="2692273"/>
                  </a:lnTo>
                  <a:lnTo>
                    <a:pt x="3031748" y="2714403"/>
                  </a:lnTo>
                  <a:lnTo>
                    <a:pt x="3019124" y="2730887"/>
                  </a:lnTo>
                  <a:cubicBezTo>
                    <a:pt x="3002954" y="2748210"/>
                    <a:pt x="2984893" y="2764129"/>
                    <a:pt x="2965001" y="2778305"/>
                  </a:cubicBezTo>
                  <a:lnTo>
                    <a:pt x="2794127" y="2900116"/>
                  </a:lnTo>
                  <a:lnTo>
                    <a:pt x="3289385" y="3653140"/>
                  </a:lnTo>
                  <a:lnTo>
                    <a:pt x="3532753" y="3476495"/>
                  </a:lnTo>
                  <a:lnTo>
                    <a:pt x="3546632" y="3497606"/>
                  </a:lnTo>
                  <a:lnTo>
                    <a:pt x="3303268" y="3674248"/>
                  </a:lnTo>
                  <a:lnTo>
                    <a:pt x="3717028" y="4303358"/>
                  </a:lnTo>
                  <a:lnTo>
                    <a:pt x="3686908" y="4303358"/>
                  </a:lnTo>
                  <a:lnTo>
                    <a:pt x="3282894" y="3689036"/>
                  </a:lnTo>
                  <a:lnTo>
                    <a:pt x="2436523" y="4303358"/>
                  </a:lnTo>
                  <a:lnTo>
                    <a:pt x="2393559" y="4303358"/>
                  </a:lnTo>
                  <a:lnTo>
                    <a:pt x="3269012" y="3667927"/>
                  </a:lnTo>
                  <a:lnTo>
                    <a:pt x="2773653" y="2914712"/>
                  </a:lnTo>
                  <a:lnTo>
                    <a:pt x="1676291" y="3696992"/>
                  </a:lnTo>
                  <a:lnTo>
                    <a:pt x="2077243" y="4303358"/>
                  </a:lnTo>
                  <a:lnTo>
                    <a:pt x="2047092" y="4303358"/>
                  </a:lnTo>
                  <a:lnTo>
                    <a:pt x="1655782" y="3711612"/>
                  </a:lnTo>
                  <a:lnTo>
                    <a:pt x="825695" y="4303358"/>
                  </a:lnTo>
                  <a:lnTo>
                    <a:pt x="782191" y="4303358"/>
                  </a:lnTo>
                  <a:lnTo>
                    <a:pt x="1641851" y="3690545"/>
                  </a:lnTo>
                  <a:lnTo>
                    <a:pt x="60145" y="1298661"/>
                  </a:lnTo>
                  <a:cubicBezTo>
                    <a:pt x="-47584" y="1135869"/>
                    <a:pt x="-6665" y="910184"/>
                    <a:pt x="151454" y="795384"/>
                  </a:cubicBezTo>
                  <a:close/>
                </a:path>
              </a:pathLst>
            </a:custGeom>
            <a:grpFill/>
            <a:ln w="0" cap="flat">
              <a:noFill/>
              <a:prstDash val="solid"/>
              <a:miter/>
            </a:ln>
          </p:spPr>
          <p:txBody>
            <a:bodyPr wrap="square" rtlCol="0" anchor="ctr">
              <a:noAutofit/>
            </a:bodyPr>
            <a:lstStyle/>
            <a:p>
              <a:endParaRPr lang="de-DE"/>
            </a:p>
          </p:txBody>
        </p:sp>
        <p:sp>
          <p:nvSpPr>
            <p:cNvPr id="22" name="white">
              <a:extLst>
                <a:ext uri="{FF2B5EF4-FFF2-40B4-BE49-F238E27FC236}">
                  <a16:creationId xmlns:a16="http://schemas.microsoft.com/office/drawing/2014/main" id="{16066541-A9AC-A31C-4DC4-901218E8EE4A}"/>
                </a:ext>
              </a:extLst>
            </p:cNvPr>
            <p:cNvSpPr/>
            <p:nvPr userDrawn="1"/>
          </p:nvSpPr>
          <p:spPr>
            <a:xfrm>
              <a:off x="4394175" y="1"/>
              <a:ext cx="5173652" cy="6052248"/>
            </a:xfrm>
            <a:custGeom>
              <a:avLst/>
              <a:gdLst>
                <a:gd name="connsiteX0" fmla="*/ 2711979 w 5173652"/>
                <a:gd name="connsiteY0" fmla="*/ 1630734 h 6052248"/>
                <a:gd name="connsiteX1" fmla="*/ 1622698 w 5173652"/>
                <a:gd name="connsiteY1" fmla="*/ 2421413 h 6052248"/>
                <a:gd name="connsiteX2" fmla="*/ 2118107 w 5173652"/>
                <a:gd name="connsiteY2" fmla="*/ 3174640 h 6052248"/>
                <a:gd name="connsiteX3" fmla="*/ 3215545 w 5173652"/>
                <a:gd name="connsiteY3" fmla="*/ 2392294 h 6052248"/>
                <a:gd name="connsiteX4" fmla="*/ 4055236 w 5173652"/>
                <a:gd name="connsiteY4" fmla="*/ 900453 h 6052248"/>
                <a:gd name="connsiteX5" fmla="*/ 3446632 w 5173652"/>
                <a:gd name="connsiteY5" fmla="*/ 1097469 h 6052248"/>
                <a:gd name="connsiteX6" fmla="*/ 2732437 w 5173652"/>
                <a:gd name="connsiteY6" fmla="*/ 1615884 h 6052248"/>
                <a:gd name="connsiteX7" fmla="*/ 3236122 w 5173652"/>
                <a:gd name="connsiteY7" fmla="*/ 2377624 h 6052248"/>
                <a:gd name="connsiteX8" fmla="*/ 5054716 w 5173652"/>
                <a:gd name="connsiteY8" fmla="*/ 1081177 h 6052248"/>
                <a:gd name="connsiteX9" fmla="*/ 5146783 w 5173652"/>
                <a:gd name="connsiteY9" fmla="*/ 954506 h 6052248"/>
                <a:gd name="connsiteX10" fmla="*/ 4998516 w 5173652"/>
                <a:gd name="connsiteY10" fmla="*/ 904241 h 6052248"/>
                <a:gd name="connsiteX11" fmla="*/ 4058014 w 5173652"/>
                <a:gd name="connsiteY11" fmla="*/ 900453 h 6052248"/>
                <a:gd name="connsiteX12" fmla="*/ 4055362 w 5173652"/>
                <a:gd name="connsiteY12" fmla="*/ 900453 h 6052248"/>
                <a:gd name="connsiteX13" fmla="*/ 0 w 5173652"/>
                <a:gd name="connsiteY13" fmla="*/ 0 h 6052248"/>
                <a:gd name="connsiteX14" fmla="*/ 30094 w 5173652"/>
                <a:gd name="connsiteY14" fmla="*/ 0 h 6052248"/>
                <a:gd name="connsiteX15" fmla="*/ 1608838 w 5173652"/>
                <a:gd name="connsiteY15" fmla="*/ 2400341 h 6052248"/>
                <a:gd name="connsiteX16" fmla="*/ 2698089 w 5173652"/>
                <a:gd name="connsiteY16" fmla="*/ 1609728 h 6052248"/>
                <a:gd name="connsiteX17" fmla="*/ 1633689 w 5173652"/>
                <a:gd name="connsiteY17" fmla="*/ 0 h 6052248"/>
                <a:gd name="connsiteX18" fmla="*/ 1663966 w 5173652"/>
                <a:gd name="connsiteY18" fmla="*/ 0 h 6052248"/>
                <a:gd name="connsiteX19" fmla="*/ 2718547 w 5173652"/>
                <a:gd name="connsiteY19" fmla="*/ 1594879 h 6052248"/>
                <a:gd name="connsiteX20" fmla="*/ 3431856 w 5173652"/>
                <a:gd name="connsiteY20" fmla="*/ 1077136 h 6052248"/>
                <a:gd name="connsiteX21" fmla="*/ 4055236 w 5173652"/>
                <a:gd name="connsiteY21" fmla="*/ 875194 h 6052248"/>
                <a:gd name="connsiteX22" fmla="*/ 4058014 w 5173652"/>
                <a:gd name="connsiteY22" fmla="*/ 875194 h 6052248"/>
                <a:gd name="connsiteX23" fmla="*/ 4998516 w 5173652"/>
                <a:gd name="connsiteY23" fmla="*/ 878983 h 6052248"/>
                <a:gd name="connsiteX24" fmla="*/ 5170779 w 5173652"/>
                <a:gd name="connsiteY24" fmla="*/ 946928 h 6052248"/>
                <a:gd name="connsiteX25" fmla="*/ 5069240 w 5173652"/>
                <a:gd name="connsiteY25" fmla="*/ 1101889 h 6052248"/>
                <a:gd name="connsiteX26" fmla="*/ 3250083 w 5173652"/>
                <a:gd name="connsiteY26" fmla="*/ 2398738 h 6052248"/>
                <a:gd name="connsiteX27" fmla="*/ 4831683 w 5173652"/>
                <a:gd name="connsiteY27" fmla="*/ 4790645 h 6052248"/>
                <a:gd name="connsiteX28" fmla="*/ 4740373 w 5173652"/>
                <a:gd name="connsiteY28" fmla="*/ 5293922 h 6052248"/>
                <a:gd name="connsiteX29" fmla="*/ 3695606 w 5173652"/>
                <a:gd name="connsiteY29" fmla="*/ 6052248 h 6052248"/>
                <a:gd name="connsiteX30" fmla="*/ 3681727 w 5173652"/>
                <a:gd name="connsiteY30" fmla="*/ 6031137 h 6052248"/>
                <a:gd name="connsiteX31" fmla="*/ 4725597 w 5173652"/>
                <a:gd name="connsiteY31" fmla="*/ 5273462 h 6052248"/>
                <a:gd name="connsiteX32" fmla="*/ 4810592 w 5173652"/>
                <a:gd name="connsiteY32" fmla="*/ 4804538 h 6052248"/>
                <a:gd name="connsiteX33" fmla="*/ 3229505 w 5173652"/>
                <a:gd name="connsiteY33" fmla="*/ 2413407 h 6052248"/>
                <a:gd name="connsiteX34" fmla="*/ 2132018 w 5173652"/>
                <a:gd name="connsiteY34" fmla="*/ 3195789 h 6052248"/>
                <a:gd name="connsiteX35" fmla="*/ 3207811 w 5173652"/>
                <a:gd name="connsiteY35" fmla="*/ 4831438 h 6052248"/>
                <a:gd name="connsiteX36" fmla="*/ 3210866 w 5173652"/>
                <a:gd name="connsiteY36" fmla="*/ 5229686 h 6052248"/>
                <a:gd name="connsiteX37" fmla="*/ 3180722 w 5173652"/>
                <a:gd name="connsiteY37" fmla="*/ 5269045 h 6052248"/>
                <a:gd name="connsiteX38" fmla="*/ 3166174 w 5173652"/>
                <a:gd name="connsiteY38" fmla="*/ 5246915 h 6052248"/>
                <a:gd name="connsiteX39" fmla="*/ 3189780 w 5173652"/>
                <a:gd name="connsiteY39" fmla="*/ 5216084 h 6052248"/>
                <a:gd name="connsiteX40" fmla="*/ 3186973 w 5173652"/>
                <a:gd name="connsiteY40" fmla="*/ 4845204 h 6052248"/>
                <a:gd name="connsiteX41" fmla="*/ 2111621 w 5173652"/>
                <a:gd name="connsiteY41" fmla="*/ 3210329 h 6052248"/>
                <a:gd name="connsiteX42" fmla="*/ 1941349 w 5173652"/>
                <a:gd name="connsiteY42" fmla="*/ 3331713 h 6052248"/>
                <a:gd name="connsiteX43" fmla="*/ 1919622 w 5173652"/>
                <a:gd name="connsiteY43" fmla="*/ 3350752 h 6052248"/>
                <a:gd name="connsiteX44" fmla="*/ 1905673 w 5173652"/>
                <a:gd name="connsiteY44" fmla="*/ 3329534 h 6052248"/>
                <a:gd name="connsiteX45" fmla="*/ 1926826 w 5173652"/>
                <a:gd name="connsiteY45" fmla="*/ 3311001 h 6052248"/>
                <a:gd name="connsiteX46" fmla="*/ 2097710 w 5173652"/>
                <a:gd name="connsiteY46" fmla="*/ 3189181 h 6052248"/>
                <a:gd name="connsiteX47" fmla="*/ 1602397 w 5173652"/>
                <a:gd name="connsiteY47" fmla="*/ 2436149 h 6052248"/>
                <a:gd name="connsiteX48" fmla="*/ 1410112 w 5173652"/>
                <a:gd name="connsiteY48" fmla="*/ 2575723 h 6052248"/>
                <a:gd name="connsiteX49" fmla="*/ 1396253 w 5173652"/>
                <a:gd name="connsiteY49" fmla="*/ 2554642 h 6052248"/>
                <a:gd name="connsiteX50" fmla="*/ 1588537 w 5173652"/>
                <a:gd name="connsiteY50" fmla="*/ 2415077 h 6052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173652" h="6052248">
                  <a:moveTo>
                    <a:pt x="2711979" y="1630734"/>
                  </a:moveTo>
                  <a:lnTo>
                    <a:pt x="1622698" y="2421413"/>
                  </a:lnTo>
                  <a:lnTo>
                    <a:pt x="2118107" y="3174640"/>
                  </a:lnTo>
                  <a:lnTo>
                    <a:pt x="3215545" y="2392294"/>
                  </a:lnTo>
                  <a:close/>
                  <a:moveTo>
                    <a:pt x="4055236" y="900453"/>
                  </a:moveTo>
                  <a:cubicBezTo>
                    <a:pt x="3869081" y="900453"/>
                    <a:pt x="3596794" y="988479"/>
                    <a:pt x="3446632" y="1097469"/>
                  </a:cubicBezTo>
                  <a:lnTo>
                    <a:pt x="2732437" y="1615884"/>
                  </a:lnTo>
                  <a:lnTo>
                    <a:pt x="3236122" y="2377624"/>
                  </a:lnTo>
                  <a:lnTo>
                    <a:pt x="5054716" y="1081177"/>
                  </a:lnTo>
                  <a:cubicBezTo>
                    <a:pt x="5123293" y="1032302"/>
                    <a:pt x="5156887" y="986079"/>
                    <a:pt x="5146783" y="954506"/>
                  </a:cubicBezTo>
                  <a:cubicBezTo>
                    <a:pt x="5136680" y="922933"/>
                    <a:pt x="5082627" y="904494"/>
                    <a:pt x="4998516" y="904241"/>
                  </a:cubicBezTo>
                  <a:lnTo>
                    <a:pt x="4058014" y="900453"/>
                  </a:lnTo>
                  <a:cubicBezTo>
                    <a:pt x="4057130" y="900453"/>
                    <a:pt x="4056247" y="900453"/>
                    <a:pt x="4055362" y="900453"/>
                  </a:cubicBezTo>
                  <a:close/>
                  <a:moveTo>
                    <a:pt x="0" y="0"/>
                  </a:moveTo>
                  <a:lnTo>
                    <a:pt x="30094" y="0"/>
                  </a:lnTo>
                  <a:lnTo>
                    <a:pt x="1608838" y="2400341"/>
                  </a:lnTo>
                  <a:lnTo>
                    <a:pt x="2698089" y="1609728"/>
                  </a:lnTo>
                  <a:lnTo>
                    <a:pt x="1633689" y="0"/>
                  </a:lnTo>
                  <a:lnTo>
                    <a:pt x="1663966" y="0"/>
                  </a:lnTo>
                  <a:lnTo>
                    <a:pt x="2718547" y="1594879"/>
                  </a:lnTo>
                  <a:lnTo>
                    <a:pt x="3431856" y="1077136"/>
                  </a:lnTo>
                  <a:cubicBezTo>
                    <a:pt x="3585680" y="965493"/>
                    <a:pt x="3864660" y="875194"/>
                    <a:pt x="4055236" y="875194"/>
                  </a:cubicBezTo>
                  <a:cubicBezTo>
                    <a:pt x="4056120" y="875194"/>
                    <a:pt x="4057004" y="875194"/>
                    <a:pt x="4058014" y="875194"/>
                  </a:cubicBezTo>
                  <a:lnTo>
                    <a:pt x="4998516" y="878983"/>
                  </a:lnTo>
                  <a:cubicBezTo>
                    <a:pt x="5095762" y="879362"/>
                    <a:pt x="5157013" y="903484"/>
                    <a:pt x="5170779" y="946928"/>
                  </a:cubicBezTo>
                  <a:cubicBezTo>
                    <a:pt x="5184545" y="990373"/>
                    <a:pt x="5148552" y="1045310"/>
                    <a:pt x="5069240" y="1101889"/>
                  </a:cubicBezTo>
                  <a:lnTo>
                    <a:pt x="3250083" y="2398738"/>
                  </a:lnTo>
                  <a:lnTo>
                    <a:pt x="4831683" y="4790645"/>
                  </a:lnTo>
                  <a:cubicBezTo>
                    <a:pt x="4939284" y="4953436"/>
                    <a:pt x="4898365" y="5179248"/>
                    <a:pt x="4740373" y="5293922"/>
                  </a:cubicBezTo>
                  <a:lnTo>
                    <a:pt x="3695606" y="6052248"/>
                  </a:lnTo>
                  <a:lnTo>
                    <a:pt x="3681727" y="6031137"/>
                  </a:lnTo>
                  <a:lnTo>
                    <a:pt x="4725597" y="5273462"/>
                  </a:lnTo>
                  <a:cubicBezTo>
                    <a:pt x="4872728" y="5166619"/>
                    <a:pt x="4910868" y="4956215"/>
                    <a:pt x="4810592" y="4804538"/>
                  </a:cubicBezTo>
                  <a:lnTo>
                    <a:pt x="3229505" y="2413407"/>
                  </a:lnTo>
                  <a:lnTo>
                    <a:pt x="2132018" y="3195789"/>
                  </a:lnTo>
                  <a:lnTo>
                    <a:pt x="3207811" y="4831438"/>
                  </a:lnTo>
                  <a:cubicBezTo>
                    <a:pt x="3288323" y="4953816"/>
                    <a:pt x="3284795" y="5110932"/>
                    <a:pt x="3210866" y="5229686"/>
                  </a:cubicBezTo>
                  <a:lnTo>
                    <a:pt x="3180722" y="5269045"/>
                  </a:lnTo>
                  <a:lnTo>
                    <a:pt x="3166174" y="5246915"/>
                  </a:lnTo>
                  <a:lnTo>
                    <a:pt x="3189780" y="5216084"/>
                  </a:lnTo>
                  <a:cubicBezTo>
                    <a:pt x="3258605" y="5105493"/>
                    <a:pt x="3261897" y="4959152"/>
                    <a:pt x="3186973" y="4845204"/>
                  </a:cubicBezTo>
                  <a:lnTo>
                    <a:pt x="2111621" y="3210329"/>
                  </a:lnTo>
                  <a:lnTo>
                    <a:pt x="1941349" y="3331713"/>
                  </a:lnTo>
                  <a:lnTo>
                    <a:pt x="1919622" y="3350752"/>
                  </a:lnTo>
                  <a:lnTo>
                    <a:pt x="1905673" y="3329534"/>
                  </a:lnTo>
                  <a:lnTo>
                    <a:pt x="1926826" y="3311001"/>
                  </a:lnTo>
                  <a:lnTo>
                    <a:pt x="2097710" y="3189181"/>
                  </a:lnTo>
                  <a:lnTo>
                    <a:pt x="1602397" y="2436149"/>
                  </a:lnTo>
                  <a:lnTo>
                    <a:pt x="1410112" y="2575723"/>
                  </a:lnTo>
                  <a:lnTo>
                    <a:pt x="1396253" y="2554642"/>
                  </a:lnTo>
                  <a:lnTo>
                    <a:pt x="1588537" y="2415077"/>
                  </a:lnTo>
                  <a:close/>
                </a:path>
              </a:pathLst>
            </a:custGeom>
            <a:grpFill/>
            <a:ln w="0" cap="flat">
              <a:noFill/>
              <a:prstDash val="solid"/>
              <a:miter/>
            </a:ln>
          </p:spPr>
          <p:txBody>
            <a:bodyPr wrap="square" rtlCol="0" anchor="ctr">
              <a:noAutofit/>
            </a:bodyPr>
            <a:lstStyle/>
            <a:p>
              <a:endParaRPr lang="de-DE"/>
            </a:p>
          </p:txBody>
        </p:sp>
      </p:grpSp>
      <p:sp>
        <p:nvSpPr>
          <p:cNvPr id="33" name="background grey">
            <a:extLst>
              <a:ext uri="{FF2B5EF4-FFF2-40B4-BE49-F238E27FC236}">
                <a16:creationId xmlns:a16="http://schemas.microsoft.com/office/drawing/2014/main" id="{4734C0FB-B2C2-A24E-9F45-999C8B1EABF2}"/>
              </a:ext>
            </a:extLst>
          </p:cNvPr>
          <p:cNvSpPr/>
          <p:nvPr userDrawn="1"/>
        </p:nvSpPr>
        <p:spPr bwMode="gray">
          <a:xfrm>
            <a:off x="0" y="4589082"/>
            <a:ext cx="12192000" cy="2268918"/>
          </a:xfrm>
          <a:prstGeom prst="rect">
            <a:avLst/>
          </a:prstGeom>
          <a:solidFill>
            <a:srgbClr val="D5D5D5">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a:p>
        </p:txBody>
      </p:sp>
      <p:sp>
        <p:nvSpPr>
          <p:cNvPr id="5" name="MIO_VALID_LAYOUT" hidden="1"/>
          <p:cNvSpPr/>
          <p:nvPr userDrawn="1">
            <p:custDataLst>
              <p:tags r:id="rId1"/>
            </p:custDataLst>
          </p:nvPr>
        </p:nvSpPr>
        <p:spPr>
          <a:xfrm>
            <a:off x="7536161" y="592213"/>
            <a:ext cx="632377" cy="524631"/>
          </a:xfrm>
          <a:prstGeom prst="noSmoking">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133" err="1">
              <a:solidFill>
                <a:schemeClr val="tx1"/>
              </a:solidFill>
            </a:endParaRPr>
          </a:p>
        </p:txBody>
      </p:sp>
      <p:sp>
        <p:nvSpPr>
          <p:cNvPr id="26" name="Bildplatzhalter 25">
            <a:extLst>
              <a:ext uri="{FF2B5EF4-FFF2-40B4-BE49-F238E27FC236}">
                <a16:creationId xmlns:a16="http://schemas.microsoft.com/office/drawing/2014/main" id="{4B9E399D-97BE-5BF8-E4B9-BD36C53DFE5A}"/>
              </a:ext>
            </a:extLst>
          </p:cNvPr>
          <p:cNvSpPr>
            <a:spLocks noGrp="1"/>
          </p:cNvSpPr>
          <p:nvPr>
            <p:ph type="pic" sz="quarter" idx="10"/>
          </p:nvPr>
        </p:nvSpPr>
        <p:spPr>
          <a:xfrm>
            <a:off x="525600" y="3796159"/>
            <a:ext cx="2629080" cy="1296547"/>
          </a:xfrm>
        </p:spPr>
        <p:txBody>
          <a:bodyPr/>
          <a:lstStyle/>
          <a:p>
            <a:endParaRPr lang="de-DE"/>
          </a:p>
        </p:txBody>
      </p:sp>
      <p:sp>
        <p:nvSpPr>
          <p:cNvPr id="50" name="Textplatzhalter 49">
            <a:extLst>
              <a:ext uri="{FF2B5EF4-FFF2-40B4-BE49-F238E27FC236}">
                <a16:creationId xmlns:a16="http://schemas.microsoft.com/office/drawing/2014/main" id="{E45F7CA9-F62C-4A27-9EA5-102A4C9F82CE}"/>
              </a:ext>
            </a:extLst>
          </p:cNvPr>
          <p:cNvSpPr>
            <a:spLocks noGrp="1"/>
          </p:cNvSpPr>
          <p:nvPr>
            <p:ph type="body" sz="quarter" idx="15"/>
          </p:nvPr>
        </p:nvSpPr>
        <p:spPr>
          <a:xfrm>
            <a:off x="525600" y="5155009"/>
            <a:ext cx="2629080" cy="1161971"/>
          </a:xfrm>
        </p:spPr>
        <p:txBody>
          <a:bodyPr lIns="0" rIns="0"/>
          <a:lstStyle>
            <a:lvl1pPr>
              <a:spcBef>
                <a:spcPts val="0"/>
              </a:spcBef>
              <a:spcAft>
                <a:spcPts val="0"/>
              </a:spcAft>
              <a:defRPr sz="1100"/>
            </a:lvl1pPr>
          </a:lstStyle>
          <a:p>
            <a:pPr lvl="0"/>
            <a:r>
              <a:rPr lang="de-DE"/>
              <a:t>Mastertextformat</a:t>
            </a:r>
          </a:p>
        </p:txBody>
      </p:sp>
      <p:sp>
        <p:nvSpPr>
          <p:cNvPr id="2" name="title">
            <a:extLst>
              <a:ext uri="{FF2B5EF4-FFF2-40B4-BE49-F238E27FC236}">
                <a16:creationId xmlns:a16="http://schemas.microsoft.com/office/drawing/2014/main" id="{725DBB62-0E46-5214-601F-F17526A46E79}"/>
              </a:ext>
            </a:extLst>
          </p:cNvPr>
          <p:cNvSpPr>
            <a:spLocks noGrp="1"/>
          </p:cNvSpPr>
          <p:nvPr>
            <p:ph type="title"/>
          </p:nvPr>
        </p:nvSpPr>
        <p:spPr bwMode="gray">
          <a:xfrm>
            <a:off x="525600" y="673200"/>
            <a:ext cx="11138400" cy="288000"/>
          </a:xfrm>
        </p:spPr>
        <p:txBody>
          <a:bodyPr lIns="0" tIns="0" rIns="0" bIns="0"/>
          <a:lstStyle/>
          <a:p>
            <a:r>
              <a:rPr lang="de-DE"/>
              <a:t>Mastertitelformat bearbeiten</a:t>
            </a:r>
            <a:endParaRPr lang="en-US"/>
          </a:p>
        </p:txBody>
      </p:sp>
      <p:sp>
        <p:nvSpPr>
          <p:cNvPr id="3" name="MIO_CONVERT_SLIDES_SUBTITLE">
            <a:extLst>
              <a:ext uri="{FF2B5EF4-FFF2-40B4-BE49-F238E27FC236}">
                <a16:creationId xmlns:a16="http://schemas.microsoft.com/office/drawing/2014/main" id="{6D3029A5-9C7E-4286-65CF-ED1C0AF01B49}"/>
              </a:ext>
            </a:extLst>
          </p:cNvPr>
          <p:cNvSpPr>
            <a:spLocks noGrp="1"/>
          </p:cNvSpPr>
          <p:nvPr>
            <p:ph type="body" sz="quarter" idx="25" hasCustomPrompt="1"/>
          </p:nvPr>
        </p:nvSpPr>
        <p:spPr bwMode="gray">
          <a:xfrm>
            <a:off x="525600" y="1022400"/>
            <a:ext cx="11138400" cy="504000"/>
          </a:xfrm>
        </p:spPr>
        <p:txBody>
          <a:bodyPr/>
          <a:lstStyle>
            <a:lvl1pPr>
              <a:lnSpc>
                <a:spcPct val="85000"/>
              </a:lnSpc>
              <a:spcBef>
                <a:spcPts val="0"/>
              </a:spcBef>
              <a:spcAft>
                <a:spcPts val="0"/>
              </a:spcAft>
              <a:defRPr sz="2000"/>
            </a:lvl1pPr>
          </a:lstStyle>
          <a:p>
            <a:pPr lvl="0"/>
            <a:r>
              <a:rPr lang="de-DE" err="1"/>
              <a:t>Subtitle</a:t>
            </a:r>
            <a:endParaRPr lang="en-US"/>
          </a:p>
        </p:txBody>
      </p:sp>
      <p:sp>
        <p:nvSpPr>
          <p:cNvPr id="7" name="Bildplatzhalter 25">
            <a:extLst>
              <a:ext uri="{FF2B5EF4-FFF2-40B4-BE49-F238E27FC236}">
                <a16:creationId xmlns:a16="http://schemas.microsoft.com/office/drawing/2014/main" id="{66010213-4074-4C2A-C16A-03B1243FA442}"/>
              </a:ext>
            </a:extLst>
          </p:cNvPr>
          <p:cNvSpPr>
            <a:spLocks noGrp="1"/>
          </p:cNvSpPr>
          <p:nvPr>
            <p:ph type="pic" sz="quarter" idx="26"/>
          </p:nvPr>
        </p:nvSpPr>
        <p:spPr>
          <a:xfrm>
            <a:off x="3362040" y="3796159"/>
            <a:ext cx="2629080" cy="1296547"/>
          </a:xfrm>
        </p:spPr>
        <p:txBody>
          <a:bodyPr/>
          <a:lstStyle/>
          <a:p>
            <a:endParaRPr lang="de-DE"/>
          </a:p>
        </p:txBody>
      </p:sp>
      <p:sp>
        <p:nvSpPr>
          <p:cNvPr id="8" name="Textplatzhalter 49">
            <a:extLst>
              <a:ext uri="{FF2B5EF4-FFF2-40B4-BE49-F238E27FC236}">
                <a16:creationId xmlns:a16="http://schemas.microsoft.com/office/drawing/2014/main" id="{B0FEF075-08E6-EC93-4519-B6BB8309B2DE}"/>
              </a:ext>
            </a:extLst>
          </p:cNvPr>
          <p:cNvSpPr>
            <a:spLocks noGrp="1"/>
          </p:cNvSpPr>
          <p:nvPr>
            <p:ph type="body" sz="quarter" idx="27"/>
          </p:nvPr>
        </p:nvSpPr>
        <p:spPr>
          <a:xfrm>
            <a:off x="3362040" y="5155009"/>
            <a:ext cx="2629080" cy="1161971"/>
          </a:xfrm>
        </p:spPr>
        <p:txBody>
          <a:bodyPr lIns="0" rIns="0"/>
          <a:lstStyle>
            <a:lvl1pPr>
              <a:spcBef>
                <a:spcPts val="0"/>
              </a:spcBef>
              <a:spcAft>
                <a:spcPts val="0"/>
              </a:spcAft>
              <a:defRPr sz="1100"/>
            </a:lvl1pPr>
          </a:lstStyle>
          <a:p>
            <a:pPr lvl="0"/>
            <a:r>
              <a:rPr lang="de-DE"/>
              <a:t>Mastertextformat</a:t>
            </a:r>
          </a:p>
        </p:txBody>
      </p:sp>
      <p:sp>
        <p:nvSpPr>
          <p:cNvPr id="9" name="Bildplatzhalter 25">
            <a:extLst>
              <a:ext uri="{FF2B5EF4-FFF2-40B4-BE49-F238E27FC236}">
                <a16:creationId xmlns:a16="http://schemas.microsoft.com/office/drawing/2014/main" id="{2B8977DE-E409-85AC-0565-BF773EA77432}"/>
              </a:ext>
            </a:extLst>
          </p:cNvPr>
          <p:cNvSpPr>
            <a:spLocks noGrp="1"/>
          </p:cNvSpPr>
          <p:nvPr>
            <p:ph type="pic" sz="quarter" idx="28"/>
          </p:nvPr>
        </p:nvSpPr>
        <p:spPr>
          <a:xfrm>
            <a:off x="6198480" y="3796159"/>
            <a:ext cx="2629080" cy="1296547"/>
          </a:xfrm>
        </p:spPr>
        <p:txBody>
          <a:bodyPr/>
          <a:lstStyle/>
          <a:p>
            <a:endParaRPr lang="de-DE"/>
          </a:p>
        </p:txBody>
      </p:sp>
      <p:sp>
        <p:nvSpPr>
          <p:cNvPr id="10" name="Textplatzhalter 49">
            <a:extLst>
              <a:ext uri="{FF2B5EF4-FFF2-40B4-BE49-F238E27FC236}">
                <a16:creationId xmlns:a16="http://schemas.microsoft.com/office/drawing/2014/main" id="{2639D1DB-D483-C161-EEFB-CF71D43753B3}"/>
              </a:ext>
            </a:extLst>
          </p:cNvPr>
          <p:cNvSpPr>
            <a:spLocks noGrp="1"/>
          </p:cNvSpPr>
          <p:nvPr>
            <p:ph type="body" sz="quarter" idx="29"/>
          </p:nvPr>
        </p:nvSpPr>
        <p:spPr>
          <a:xfrm>
            <a:off x="6198480" y="5155009"/>
            <a:ext cx="2629080" cy="1161971"/>
          </a:xfrm>
        </p:spPr>
        <p:txBody>
          <a:bodyPr lIns="0" rIns="0"/>
          <a:lstStyle>
            <a:lvl1pPr>
              <a:spcBef>
                <a:spcPts val="0"/>
              </a:spcBef>
              <a:spcAft>
                <a:spcPts val="0"/>
              </a:spcAft>
              <a:defRPr sz="1100"/>
            </a:lvl1pPr>
          </a:lstStyle>
          <a:p>
            <a:pPr lvl="0"/>
            <a:r>
              <a:rPr lang="de-DE"/>
              <a:t>Mastertextformat</a:t>
            </a:r>
          </a:p>
        </p:txBody>
      </p:sp>
      <p:sp>
        <p:nvSpPr>
          <p:cNvPr id="11" name="Bildplatzhalter 25">
            <a:extLst>
              <a:ext uri="{FF2B5EF4-FFF2-40B4-BE49-F238E27FC236}">
                <a16:creationId xmlns:a16="http://schemas.microsoft.com/office/drawing/2014/main" id="{28D6B8E7-41B4-795E-DC8A-3248A63B14FE}"/>
              </a:ext>
            </a:extLst>
          </p:cNvPr>
          <p:cNvSpPr>
            <a:spLocks noGrp="1"/>
          </p:cNvSpPr>
          <p:nvPr>
            <p:ph type="pic" sz="quarter" idx="30"/>
          </p:nvPr>
        </p:nvSpPr>
        <p:spPr>
          <a:xfrm>
            <a:off x="9034920" y="3796159"/>
            <a:ext cx="2629080" cy="1296547"/>
          </a:xfrm>
        </p:spPr>
        <p:txBody>
          <a:bodyPr/>
          <a:lstStyle/>
          <a:p>
            <a:endParaRPr lang="de-DE"/>
          </a:p>
        </p:txBody>
      </p:sp>
      <p:sp>
        <p:nvSpPr>
          <p:cNvPr id="12" name="Textplatzhalter 49">
            <a:extLst>
              <a:ext uri="{FF2B5EF4-FFF2-40B4-BE49-F238E27FC236}">
                <a16:creationId xmlns:a16="http://schemas.microsoft.com/office/drawing/2014/main" id="{3F803FBA-85FE-CAD4-4103-82F47EFE43D2}"/>
              </a:ext>
            </a:extLst>
          </p:cNvPr>
          <p:cNvSpPr>
            <a:spLocks noGrp="1"/>
          </p:cNvSpPr>
          <p:nvPr>
            <p:ph type="body" sz="quarter" idx="31"/>
          </p:nvPr>
        </p:nvSpPr>
        <p:spPr>
          <a:xfrm>
            <a:off x="9034920" y="5155009"/>
            <a:ext cx="2629080" cy="1161971"/>
          </a:xfrm>
        </p:spPr>
        <p:txBody>
          <a:bodyPr lIns="0" rIns="0"/>
          <a:lstStyle>
            <a:lvl1pPr>
              <a:spcBef>
                <a:spcPts val="0"/>
              </a:spcBef>
              <a:spcAft>
                <a:spcPts val="0"/>
              </a:spcAft>
              <a:defRPr sz="1100"/>
            </a:lvl1pPr>
          </a:lstStyle>
          <a:p>
            <a:pPr lvl="0"/>
            <a:r>
              <a:rPr lang="de-DE"/>
              <a:t>Mastertextformat</a:t>
            </a:r>
          </a:p>
        </p:txBody>
      </p:sp>
      <p:sp>
        <p:nvSpPr>
          <p:cNvPr id="17" name="content 1">
            <a:extLst>
              <a:ext uri="{FF2B5EF4-FFF2-40B4-BE49-F238E27FC236}">
                <a16:creationId xmlns:a16="http://schemas.microsoft.com/office/drawing/2014/main" id="{D517A35F-797F-D6F4-FF4A-EAF65473161D}"/>
              </a:ext>
            </a:extLst>
          </p:cNvPr>
          <p:cNvSpPr>
            <a:spLocks noGrp="1"/>
          </p:cNvSpPr>
          <p:nvPr>
            <p:ph idx="1"/>
          </p:nvPr>
        </p:nvSpPr>
        <p:spPr bwMode="gray">
          <a:xfrm>
            <a:off x="525600" y="1602000"/>
            <a:ext cx="11138400" cy="212473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13" name="slide number">
            <a:extLst>
              <a:ext uri="{FF2B5EF4-FFF2-40B4-BE49-F238E27FC236}">
                <a16:creationId xmlns:a16="http://schemas.microsoft.com/office/drawing/2014/main" id="{D628DE60-5C00-B441-785C-2DC7421C2C63}"/>
              </a:ext>
              <a:ext uri="{C183D7F6-B498-43B3-948B-1728B52AA6E4}">
                <adec:decorative xmlns:adec="http://schemas.microsoft.com/office/drawing/2017/decorative" val="0"/>
              </a:ext>
            </a:extLst>
          </p:cNvPr>
          <p:cNvSpPr>
            <a:spLocks noGrp="1"/>
          </p:cNvSpPr>
          <p:nvPr>
            <p:ph type="sldNum" sz="quarter" idx="4"/>
          </p:nvPr>
        </p:nvSpPr>
        <p:spPr bwMode="gray">
          <a:xfrm>
            <a:off x="525600" y="6386400"/>
            <a:ext cx="234000" cy="180000"/>
          </a:xfrm>
          <a:prstGeom prst="rect">
            <a:avLst/>
          </a:prstGeom>
        </p:spPr>
        <p:txBody>
          <a:bodyPr vert="horz" lIns="0" tIns="0" rIns="0" bIns="0" rtlCol="0" anchor="ctr"/>
          <a:lstStyle>
            <a:lvl1pPr algn="l">
              <a:defRPr sz="900">
                <a:solidFill>
                  <a:schemeClr val="tx1"/>
                </a:solidFill>
                <a:latin typeface="+mn-lt"/>
              </a:defRPr>
            </a:lvl1pPr>
          </a:lstStyle>
          <a:p>
            <a:fld id="{9829449A-3FF3-45CE-9F4F-09BADC0910C6}" type="slidenum">
              <a:rPr lang="de-DE"/>
              <a:pPr/>
              <a:t>‹Nr.›</a:t>
            </a:fld>
            <a:endParaRPr lang="de-DE"/>
          </a:p>
        </p:txBody>
      </p:sp>
      <p:sp>
        <p:nvSpPr>
          <p:cNvPr id="14" name="footer">
            <a:extLst>
              <a:ext uri="{FF2B5EF4-FFF2-40B4-BE49-F238E27FC236}">
                <a16:creationId xmlns:a16="http://schemas.microsoft.com/office/drawing/2014/main" id="{0A77D9EC-1B8E-76E0-23B9-232AE740E3CB}"/>
              </a:ext>
              <a:ext uri="{C183D7F6-B498-43B3-948B-1728B52AA6E4}">
                <adec:decorative xmlns:adec="http://schemas.microsoft.com/office/drawing/2017/decorative" val="0"/>
              </a:ext>
            </a:extLst>
          </p:cNvPr>
          <p:cNvSpPr>
            <a:spLocks noGrp="1"/>
          </p:cNvSpPr>
          <p:nvPr>
            <p:ph type="ftr" sz="quarter" idx="3"/>
          </p:nvPr>
        </p:nvSpPr>
        <p:spPr bwMode="gray">
          <a:xfrm>
            <a:off x="763200" y="6386400"/>
            <a:ext cx="7880400" cy="180000"/>
          </a:xfrm>
          <a:prstGeom prst="rect">
            <a:avLst/>
          </a:prstGeom>
        </p:spPr>
        <p:txBody>
          <a:bodyPr vert="horz" lIns="0" tIns="0" rIns="0" bIns="0" rtlCol="0" anchor="ctr"/>
          <a:lstStyle>
            <a:lvl1pPr algn="l">
              <a:defRPr sz="900">
                <a:solidFill>
                  <a:schemeClr val="tx1"/>
                </a:solidFill>
                <a:latin typeface="+mn-lt"/>
              </a:defRPr>
            </a:lvl1pPr>
          </a:lstStyle>
          <a:p>
            <a:r>
              <a:rPr lang="de-DE"/>
              <a:t>Machbarkeitsstudie Projektentwicklung BGV Campus Karlsruhe</a:t>
            </a:r>
          </a:p>
        </p:txBody>
      </p:sp>
    </p:spTree>
    <p:extLst>
      <p:ext uri="{BB962C8B-B14F-4D97-AF65-F5344CB8AC3E}">
        <p14:creationId xmlns:p14="http://schemas.microsoft.com/office/powerpoint/2010/main" val="4223101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pos="7423">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theme" Target="../theme/theme1.xml"/><Relationship Id="rId44" Type="http://schemas.openxmlformats.org/officeDocument/2006/relationships/tags" Target="../tags/tag2.xml"/><Relationship Id="rId45" Type="http://schemas.openxmlformats.org/officeDocument/2006/relationships/tags" Target="../tags/tag3.xml"/><Relationship Id="rId46" Type="http://schemas.openxmlformats.org/officeDocument/2006/relationships/tags" Target="../tags/tag4.xml"/><Relationship Id="rId47" Type="http://schemas.openxmlformats.org/officeDocument/2006/relationships/oleObject" Target="../embeddings/oleObject1.bin"/><Relationship Id="rId48"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73EC489-A85A-7906-F1BE-2A6E6843835A}"/>
              </a:ext>
            </a:extLst>
          </p:cNvPr>
          <p:cNvGraphicFramePr>
            <a:graphicFrameLocks/>
          </p:cNvGraphicFramePr>
          <p:nvPr userDrawn="1">
            <p:custDataLst>
              <p:tags r:id="rId44"/>
            </p:custDataLst>
            <p:extLst>
              <p:ext uri="{D42A27DB-BD31-4B8C-83A1-F6EECF244321}">
                <p14:modId xmlns:p14="http://schemas.microsoft.com/office/powerpoint/2010/main" val="9643809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7" imgW="606" imgH="608" progId="TCLayout.ActiveDocument.1">
                  <p:embed/>
                </p:oleObj>
              </mc:Choice>
              <mc:Fallback>
                <p:oleObj name="think-cell Folie" r:id="rId47" imgW="606" imgH="608" progId="TCLayout.ActiveDocument.1">
                  <p:embed/>
                  <p:pic>
                    <p:nvPicPr>
                      <p:cNvPr id="8" name="think-cell data - do not delete" hidden="1">
                        <a:extLst>
                          <a:ext uri="{FF2B5EF4-FFF2-40B4-BE49-F238E27FC236}">
                            <a16:creationId xmlns:a16="http://schemas.microsoft.com/office/drawing/2014/main" id="{373EC489-A85A-7906-F1BE-2A6E6843835A}"/>
                          </a:ext>
                        </a:extLst>
                      </p:cNvPr>
                      <p:cNvPicPr/>
                      <p:nvPr/>
                    </p:nvPicPr>
                    <p:blipFill>
                      <a:blip r:embed="rId48"/>
                      <a:stretch>
                        <a:fillRect/>
                      </a:stretch>
                    </p:blipFill>
                    <p:spPr>
                      <a:xfrm>
                        <a:off x="1588" y="1588"/>
                        <a:ext cx="1588" cy="1588"/>
                      </a:xfrm>
                      <a:prstGeom prst="rect">
                        <a:avLst/>
                      </a:prstGeom>
                    </p:spPr>
                  </p:pic>
                </p:oleObj>
              </mc:Fallback>
            </mc:AlternateContent>
          </a:graphicData>
        </a:graphic>
      </p:graphicFrame>
      <p:sp>
        <p:nvSpPr>
          <p:cNvPr id="2" name="title">
            <a:extLst>
              <a:ext uri="{FF2B5EF4-FFF2-40B4-BE49-F238E27FC236}">
                <a16:creationId xmlns:a16="http://schemas.microsoft.com/office/drawing/2014/main" id="{584C4224-F583-40CB-B13D-36769EB35549}"/>
              </a:ext>
            </a:extLst>
          </p:cNvPr>
          <p:cNvSpPr>
            <a:spLocks noGrp="1"/>
          </p:cNvSpPr>
          <p:nvPr>
            <p:ph type="title"/>
          </p:nvPr>
        </p:nvSpPr>
        <p:spPr bwMode="gray">
          <a:xfrm>
            <a:off x="525600" y="673200"/>
            <a:ext cx="11138400" cy="288000"/>
          </a:xfrm>
          <a:prstGeom prst="rect">
            <a:avLst/>
          </a:prstGeom>
        </p:spPr>
        <p:txBody>
          <a:bodyPr vert="horz" lIns="0" tIns="0" rIns="0" bIns="0" rtlCol="0" anchor="b">
            <a:noAutofit/>
          </a:bodyPr>
          <a:lstStyle/>
          <a:p>
            <a:r>
              <a:rPr lang="de-DE" noProof="0"/>
              <a:t>Mastertitelformat bearbeiten</a:t>
            </a:r>
          </a:p>
        </p:txBody>
      </p:sp>
      <p:sp>
        <p:nvSpPr>
          <p:cNvPr id="3" name="text">
            <a:extLst>
              <a:ext uri="{FF2B5EF4-FFF2-40B4-BE49-F238E27FC236}">
                <a16:creationId xmlns:a16="http://schemas.microsoft.com/office/drawing/2014/main" id="{F189F72B-79D9-411A-8C32-060A214D8A62}"/>
              </a:ext>
            </a:extLst>
          </p:cNvPr>
          <p:cNvSpPr>
            <a:spLocks noGrp="1"/>
          </p:cNvSpPr>
          <p:nvPr>
            <p:ph type="body" idx="1"/>
          </p:nvPr>
        </p:nvSpPr>
        <p:spPr bwMode="black">
          <a:xfrm>
            <a:off x="525600" y="1602000"/>
            <a:ext cx="11138400" cy="4496400"/>
          </a:xfrm>
          <a:prstGeom prst="rect">
            <a:avLst/>
          </a:prstGeom>
        </p:spPr>
        <p:txBody>
          <a:bodyPr vert="horz" lIns="0" tIns="0" rIns="0" bIns="0" rtlCol="0">
            <a:noAutofit/>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p>
          <a:p>
            <a:pPr lvl="5"/>
            <a:r>
              <a:rPr lang="de-DE" noProof="0"/>
              <a:t>Sechste Ebene</a:t>
            </a:r>
          </a:p>
          <a:p>
            <a:pPr lvl="6"/>
            <a:r>
              <a:rPr lang="de-DE" noProof="0"/>
              <a:t>Siebte Ebene</a:t>
            </a:r>
          </a:p>
          <a:p>
            <a:pPr lvl="7"/>
            <a:r>
              <a:rPr lang="de-DE" noProof="0"/>
              <a:t>Achte Ebene</a:t>
            </a:r>
          </a:p>
        </p:txBody>
      </p:sp>
      <p:sp>
        <p:nvSpPr>
          <p:cNvPr id="6" name="slide number">
            <a:extLst>
              <a:ext uri="{FF2B5EF4-FFF2-40B4-BE49-F238E27FC236}">
                <a16:creationId xmlns:a16="http://schemas.microsoft.com/office/drawing/2014/main" id="{2B2AFC16-8A38-4F50-AE5D-7C6D2D9FCAFD}"/>
              </a:ext>
              <a:ext uri="{C183D7F6-B498-43B3-948B-1728B52AA6E4}">
                <adec:decorative xmlns:adec="http://schemas.microsoft.com/office/drawing/2017/decorative" val="0"/>
              </a:ext>
            </a:extLst>
          </p:cNvPr>
          <p:cNvSpPr>
            <a:spLocks noGrp="1"/>
          </p:cNvSpPr>
          <p:nvPr>
            <p:ph type="sldNum" sz="quarter" idx="4"/>
          </p:nvPr>
        </p:nvSpPr>
        <p:spPr bwMode="gray">
          <a:xfrm>
            <a:off x="525600" y="6386400"/>
            <a:ext cx="234000" cy="180000"/>
          </a:xfrm>
          <a:prstGeom prst="rect">
            <a:avLst/>
          </a:prstGeom>
        </p:spPr>
        <p:txBody>
          <a:bodyPr vert="horz" lIns="0" tIns="0" rIns="0" bIns="0" rtlCol="0" anchor="ctr"/>
          <a:lstStyle>
            <a:lvl1pPr algn="l">
              <a:defRPr sz="900">
                <a:solidFill>
                  <a:schemeClr val="tx1"/>
                </a:solidFill>
                <a:latin typeface="+mn-lt"/>
              </a:defRPr>
            </a:lvl1pPr>
          </a:lstStyle>
          <a:p>
            <a:fld id="{9829449A-3FF3-45CE-9F4F-09BADC0910C6}" type="slidenum">
              <a:rPr lang="de-DE"/>
              <a:pPr/>
              <a:t>‹Nr.›</a:t>
            </a:fld>
            <a:endParaRPr lang="de-DE"/>
          </a:p>
        </p:txBody>
      </p:sp>
      <p:sp>
        <p:nvSpPr>
          <p:cNvPr id="5" name="footer">
            <a:extLst>
              <a:ext uri="{FF2B5EF4-FFF2-40B4-BE49-F238E27FC236}">
                <a16:creationId xmlns:a16="http://schemas.microsoft.com/office/drawing/2014/main" id="{CF610EC4-3BFD-407B-AC7C-71080D842290}"/>
              </a:ext>
              <a:ext uri="{C183D7F6-B498-43B3-948B-1728B52AA6E4}">
                <adec:decorative xmlns:adec="http://schemas.microsoft.com/office/drawing/2017/decorative" val="0"/>
              </a:ext>
            </a:extLst>
          </p:cNvPr>
          <p:cNvSpPr>
            <a:spLocks noGrp="1"/>
          </p:cNvSpPr>
          <p:nvPr>
            <p:ph type="ftr" sz="quarter" idx="3"/>
          </p:nvPr>
        </p:nvSpPr>
        <p:spPr bwMode="gray">
          <a:xfrm>
            <a:off x="763200" y="6386400"/>
            <a:ext cx="7880400" cy="180000"/>
          </a:xfrm>
          <a:prstGeom prst="rect">
            <a:avLst/>
          </a:prstGeom>
        </p:spPr>
        <p:txBody>
          <a:bodyPr vert="horz" lIns="0" tIns="0" rIns="0" bIns="0" rtlCol="0" anchor="ctr"/>
          <a:lstStyle>
            <a:lvl1pPr algn="l">
              <a:defRPr sz="900">
                <a:solidFill>
                  <a:schemeClr val="tx1"/>
                </a:solidFill>
                <a:latin typeface="+mn-lt"/>
              </a:defRPr>
            </a:lvl1pPr>
          </a:lstStyle>
          <a:p>
            <a:r>
              <a:rPr lang="de-DE"/>
              <a:t>SNB - TGA - 28.08.2026</a:t>
            </a:r>
          </a:p>
        </p:txBody>
      </p:sp>
      <p:grpSp>
        <p:nvGrpSpPr>
          <p:cNvPr id="41" name="logo drees&amp;sommer blue">
            <a:extLst>
              <a:ext uri="{FF2B5EF4-FFF2-40B4-BE49-F238E27FC236}">
                <a16:creationId xmlns:a16="http://schemas.microsoft.com/office/drawing/2014/main" id="{FBCB39DB-D6A5-439A-9500-70BFCC268E83}"/>
              </a:ext>
              <a:ext uri="{C183D7F6-B498-43B3-948B-1728B52AA6E4}">
                <adec:decorative xmlns:adec="http://schemas.microsoft.com/office/drawing/2017/decorative" val="1"/>
              </a:ext>
            </a:extLst>
          </p:cNvPr>
          <p:cNvGrpSpPr>
            <a:grpSpLocks noChangeAspect="1"/>
          </p:cNvGrpSpPr>
          <p:nvPr/>
        </p:nvGrpSpPr>
        <p:grpSpPr bwMode="black">
          <a:xfrm>
            <a:off x="10716797" y="6331911"/>
            <a:ext cx="948154" cy="286131"/>
            <a:chOff x="95247" y="1619247"/>
            <a:chExt cx="12004075" cy="3622552"/>
          </a:xfrm>
          <a:solidFill>
            <a:srgbClr val="002965"/>
          </a:solidFill>
        </p:grpSpPr>
        <p:sp>
          <p:nvSpPr>
            <p:cNvPr id="48" name="d">
              <a:extLst>
                <a:ext uri="{FF2B5EF4-FFF2-40B4-BE49-F238E27FC236}">
                  <a16:creationId xmlns:a16="http://schemas.microsoft.com/office/drawing/2014/main" id="{D24635F4-ED43-479C-B15C-866EFD69AA9E}"/>
                </a:ext>
              </a:extLst>
            </p:cNvPr>
            <p:cNvSpPr/>
            <p:nvPr/>
          </p:nvSpPr>
          <p:spPr bwMode="black">
            <a:xfrm>
              <a:off x="146585" y="1619247"/>
              <a:ext cx="1890145" cy="1555528"/>
            </a:xfrm>
            <a:custGeom>
              <a:avLst/>
              <a:gdLst>
                <a:gd name="connsiteX0" fmla="*/ 361760 w 1890141"/>
                <a:gd name="connsiteY0" fmla="*/ 1263206 h 1555527"/>
                <a:gd name="connsiteX1" fmla="*/ 361760 w 1890141"/>
                <a:gd name="connsiteY1" fmla="*/ 277368 h 1555527"/>
                <a:gd name="connsiteX2" fmla="*/ 1003840 w 1890141"/>
                <a:gd name="connsiteY2" fmla="*/ 277368 h 1555527"/>
                <a:gd name="connsiteX3" fmla="*/ 1516380 w 1890141"/>
                <a:gd name="connsiteY3" fmla="*/ 762762 h 1555527"/>
                <a:gd name="connsiteX4" fmla="*/ 828961 w 1890141"/>
                <a:gd name="connsiteY4" fmla="*/ 1263206 h 1555527"/>
                <a:gd name="connsiteX5" fmla="*/ 361760 w 1890141"/>
                <a:gd name="connsiteY5" fmla="*/ 1263206 h 1555527"/>
                <a:gd name="connsiteX6" fmla="*/ 0 w 1890141"/>
                <a:gd name="connsiteY6" fmla="*/ 1555528 h 1555527"/>
                <a:gd name="connsiteX7" fmla="*/ 907447 w 1890141"/>
                <a:gd name="connsiteY7" fmla="*/ 1555528 h 1555527"/>
                <a:gd name="connsiteX8" fmla="*/ 1546574 w 1890141"/>
                <a:gd name="connsiteY8" fmla="*/ 1435037 h 1555527"/>
                <a:gd name="connsiteX9" fmla="*/ 1890141 w 1890141"/>
                <a:gd name="connsiteY9" fmla="*/ 768763 h 1555527"/>
                <a:gd name="connsiteX10" fmla="*/ 1000792 w 1890141"/>
                <a:gd name="connsiteY10" fmla="*/ 0 h 1555527"/>
                <a:gd name="connsiteX11" fmla="*/ 0 w 1890141"/>
                <a:gd name="connsiteY11" fmla="*/ 0 h 1555527"/>
                <a:gd name="connsiteX12" fmla="*/ 0 w 1890141"/>
                <a:gd name="connsiteY12" fmla="*/ 1555528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90141" h="1555527">
                  <a:moveTo>
                    <a:pt x="361760" y="1263206"/>
                  </a:moveTo>
                  <a:lnTo>
                    <a:pt x="361760" y="277368"/>
                  </a:lnTo>
                  <a:lnTo>
                    <a:pt x="1003840" y="277368"/>
                  </a:lnTo>
                  <a:cubicBezTo>
                    <a:pt x="1344549" y="277368"/>
                    <a:pt x="1516380" y="446246"/>
                    <a:pt x="1516380" y="762762"/>
                  </a:cubicBezTo>
                  <a:cubicBezTo>
                    <a:pt x="1516380" y="1148620"/>
                    <a:pt x="1287209" y="1263206"/>
                    <a:pt x="828961" y="1263206"/>
                  </a:cubicBezTo>
                  <a:lnTo>
                    <a:pt x="361760" y="1263206"/>
                  </a:lnTo>
                  <a:close/>
                  <a:moveTo>
                    <a:pt x="0" y="1555528"/>
                  </a:moveTo>
                  <a:lnTo>
                    <a:pt x="907447" y="1555528"/>
                  </a:lnTo>
                  <a:cubicBezTo>
                    <a:pt x="1184624" y="1555528"/>
                    <a:pt x="1395698" y="1528382"/>
                    <a:pt x="1546574" y="1435037"/>
                  </a:cubicBezTo>
                  <a:cubicBezTo>
                    <a:pt x="1763649" y="1302353"/>
                    <a:pt x="1890141" y="1061180"/>
                    <a:pt x="1890141" y="768763"/>
                  </a:cubicBezTo>
                  <a:cubicBezTo>
                    <a:pt x="1890141" y="286417"/>
                    <a:pt x="1582769" y="0"/>
                    <a:pt x="1000792" y="0"/>
                  </a:cubicBezTo>
                  <a:lnTo>
                    <a:pt x="0" y="0"/>
                  </a:lnTo>
                  <a:lnTo>
                    <a:pt x="0" y="1555528"/>
                  </a:lnTo>
                  <a:close/>
                </a:path>
              </a:pathLst>
            </a:custGeom>
            <a:grpFill/>
            <a:ln w="9525" cap="flat">
              <a:noFill/>
              <a:prstDash val="solid"/>
              <a:miter/>
            </a:ln>
          </p:spPr>
          <p:txBody>
            <a:bodyPr lIns="0" tIns="0" rIns="0" bIns="0" rtlCol="0" anchor="ctr"/>
            <a:lstStyle/>
            <a:p>
              <a:endParaRPr lang="de-DE" sz="100" noProof="0"/>
            </a:p>
          </p:txBody>
        </p:sp>
        <p:sp>
          <p:nvSpPr>
            <p:cNvPr id="49" name="r">
              <a:extLst>
                <a:ext uri="{FF2B5EF4-FFF2-40B4-BE49-F238E27FC236}">
                  <a16:creationId xmlns:a16="http://schemas.microsoft.com/office/drawing/2014/main" id="{037C460F-8F18-4B28-B586-F0C5D3045C4E}"/>
                </a:ext>
              </a:extLst>
            </p:cNvPr>
            <p:cNvSpPr/>
            <p:nvPr/>
          </p:nvSpPr>
          <p:spPr bwMode="black">
            <a:xfrm>
              <a:off x="2405150" y="1899664"/>
              <a:ext cx="1579811" cy="1275112"/>
            </a:xfrm>
            <a:custGeom>
              <a:avLst/>
              <a:gdLst>
                <a:gd name="connsiteX0" fmla="*/ 1015937 w 1579816"/>
                <a:gd name="connsiteY0" fmla="*/ 220028 h 1275111"/>
                <a:gd name="connsiteX1" fmla="*/ 1157668 w 1579816"/>
                <a:gd name="connsiteY1" fmla="*/ 322517 h 1275111"/>
                <a:gd name="connsiteX2" fmla="*/ 1157668 w 1579816"/>
                <a:gd name="connsiteY2" fmla="*/ 470249 h 1275111"/>
                <a:gd name="connsiteX3" fmla="*/ 1015937 w 1579816"/>
                <a:gd name="connsiteY3" fmla="*/ 572738 h 1275111"/>
                <a:gd name="connsiteX4" fmla="*/ 307467 w 1579816"/>
                <a:gd name="connsiteY4" fmla="*/ 572738 h 1275111"/>
                <a:gd name="connsiteX5" fmla="*/ 307467 w 1579816"/>
                <a:gd name="connsiteY5" fmla="*/ 220028 h 1275111"/>
                <a:gd name="connsiteX6" fmla="*/ 1015937 w 1579816"/>
                <a:gd name="connsiteY6" fmla="*/ 220028 h 1275111"/>
                <a:gd name="connsiteX7" fmla="*/ 0 w 1579816"/>
                <a:gd name="connsiteY7" fmla="*/ 1275112 h 1275111"/>
                <a:gd name="connsiteX8" fmla="*/ 307562 w 1579816"/>
                <a:gd name="connsiteY8" fmla="*/ 1275112 h 1275111"/>
                <a:gd name="connsiteX9" fmla="*/ 307562 w 1579816"/>
                <a:gd name="connsiteY9" fmla="*/ 792671 h 1275111"/>
                <a:gd name="connsiteX10" fmla="*/ 599980 w 1579816"/>
                <a:gd name="connsiteY10" fmla="*/ 792671 h 1275111"/>
                <a:gd name="connsiteX11" fmla="*/ 1133570 w 1579816"/>
                <a:gd name="connsiteY11" fmla="*/ 1275112 h 1275111"/>
                <a:gd name="connsiteX12" fmla="*/ 1579817 w 1579816"/>
                <a:gd name="connsiteY12" fmla="*/ 1275112 h 1275111"/>
                <a:gd name="connsiteX13" fmla="*/ 973741 w 1579816"/>
                <a:gd name="connsiteY13" fmla="*/ 792671 h 1275111"/>
                <a:gd name="connsiteX14" fmla="*/ 1148620 w 1579816"/>
                <a:gd name="connsiteY14" fmla="*/ 792671 h 1275111"/>
                <a:gd name="connsiteX15" fmla="*/ 1447133 w 1579816"/>
                <a:gd name="connsiteY15" fmla="*/ 548640 h 1275111"/>
                <a:gd name="connsiteX16" fmla="*/ 1447133 w 1579816"/>
                <a:gd name="connsiteY16" fmla="*/ 247174 h 1275111"/>
                <a:gd name="connsiteX17" fmla="*/ 1148620 w 1579816"/>
                <a:gd name="connsiteY17" fmla="*/ 0 h 1275111"/>
                <a:gd name="connsiteX18" fmla="*/ 0 w 1579816"/>
                <a:gd name="connsiteY18" fmla="*/ 0 h 1275111"/>
                <a:gd name="connsiteX19" fmla="*/ 0 w 1579816"/>
                <a:gd name="connsiteY19" fmla="*/ 1275112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79816" h="1275111">
                  <a:moveTo>
                    <a:pt x="1015937" y="220028"/>
                  </a:moveTo>
                  <a:cubicBezTo>
                    <a:pt x="1109282" y="220028"/>
                    <a:pt x="1157668" y="238220"/>
                    <a:pt x="1157668" y="322517"/>
                  </a:cubicBezTo>
                  <a:lnTo>
                    <a:pt x="1157668" y="470249"/>
                  </a:lnTo>
                  <a:cubicBezTo>
                    <a:pt x="1157668" y="554736"/>
                    <a:pt x="1109282" y="572738"/>
                    <a:pt x="1015937" y="572738"/>
                  </a:cubicBezTo>
                  <a:lnTo>
                    <a:pt x="307467" y="572738"/>
                  </a:lnTo>
                  <a:lnTo>
                    <a:pt x="307467" y="220028"/>
                  </a:lnTo>
                  <a:lnTo>
                    <a:pt x="1015937" y="220028"/>
                  </a:lnTo>
                  <a:close/>
                  <a:moveTo>
                    <a:pt x="0" y="1275112"/>
                  </a:moveTo>
                  <a:lnTo>
                    <a:pt x="307562" y="1275112"/>
                  </a:lnTo>
                  <a:lnTo>
                    <a:pt x="307562" y="792671"/>
                  </a:lnTo>
                  <a:lnTo>
                    <a:pt x="599980" y="792671"/>
                  </a:lnTo>
                  <a:lnTo>
                    <a:pt x="1133570" y="1275112"/>
                  </a:lnTo>
                  <a:lnTo>
                    <a:pt x="1579817" y="1275112"/>
                  </a:lnTo>
                  <a:lnTo>
                    <a:pt x="973741" y="792671"/>
                  </a:lnTo>
                  <a:lnTo>
                    <a:pt x="1148620" y="792671"/>
                  </a:lnTo>
                  <a:cubicBezTo>
                    <a:pt x="1353693" y="792671"/>
                    <a:pt x="1447133" y="723329"/>
                    <a:pt x="1447133" y="548640"/>
                  </a:cubicBezTo>
                  <a:lnTo>
                    <a:pt x="1447133" y="247174"/>
                  </a:lnTo>
                  <a:cubicBezTo>
                    <a:pt x="1447133" y="69342"/>
                    <a:pt x="1353598" y="0"/>
                    <a:pt x="1148620" y="0"/>
                  </a:cubicBezTo>
                  <a:lnTo>
                    <a:pt x="0" y="0"/>
                  </a:lnTo>
                  <a:lnTo>
                    <a:pt x="0" y="1275112"/>
                  </a:lnTo>
                  <a:close/>
                </a:path>
              </a:pathLst>
            </a:custGeom>
            <a:grpFill/>
            <a:ln w="9525" cap="flat">
              <a:noFill/>
              <a:prstDash val="solid"/>
              <a:miter/>
            </a:ln>
          </p:spPr>
          <p:txBody>
            <a:bodyPr lIns="0" tIns="0" rIns="0" bIns="0" rtlCol="0" anchor="ctr"/>
            <a:lstStyle/>
            <a:p>
              <a:endParaRPr lang="de-DE" sz="100" noProof="0"/>
            </a:p>
          </p:txBody>
        </p:sp>
        <p:sp>
          <p:nvSpPr>
            <p:cNvPr id="50" name="e">
              <a:extLst>
                <a:ext uri="{FF2B5EF4-FFF2-40B4-BE49-F238E27FC236}">
                  <a16:creationId xmlns:a16="http://schemas.microsoft.com/office/drawing/2014/main" id="{A4B2EB09-12AD-45E6-8295-A12BC8E70ACE}"/>
                </a:ext>
              </a:extLst>
            </p:cNvPr>
            <p:cNvSpPr/>
            <p:nvPr/>
          </p:nvSpPr>
          <p:spPr bwMode="black">
            <a:xfrm>
              <a:off x="4279102" y="1899664"/>
              <a:ext cx="1383701" cy="1275112"/>
            </a:xfrm>
            <a:custGeom>
              <a:avLst/>
              <a:gdLst>
                <a:gd name="connsiteX0" fmla="*/ 0 w 1383696"/>
                <a:gd name="connsiteY0" fmla="*/ 1275112 h 1275111"/>
                <a:gd name="connsiteX1" fmla="*/ 1383697 w 1383696"/>
                <a:gd name="connsiteY1" fmla="*/ 1275112 h 1275111"/>
                <a:gd name="connsiteX2" fmla="*/ 1383697 w 1383696"/>
                <a:gd name="connsiteY2" fmla="*/ 1036987 h 1275111"/>
                <a:gd name="connsiteX3" fmla="*/ 313563 w 1383696"/>
                <a:gd name="connsiteY3" fmla="*/ 1036987 h 1275111"/>
                <a:gd name="connsiteX4" fmla="*/ 313563 w 1383696"/>
                <a:gd name="connsiteY4" fmla="*/ 723424 h 1275111"/>
                <a:gd name="connsiteX5" fmla="*/ 928497 w 1383696"/>
                <a:gd name="connsiteY5" fmla="*/ 723424 h 1275111"/>
                <a:gd name="connsiteX6" fmla="*/ 928497 w 1383696"/>
                <a:gd name="connsiteY6" fmla="*/ 503396 h 1275111"/>
                <a:gd name="connsiteX7" fmla="*/ 313563 w 1383696"/>
                <a:gd name="connsiteY7" fmla="*/ 503396 h 1275111"/>
                <a:gd name="connsiteX8" fmla="*/ 313563 w 1383696"/>
                <a:gd name="connsiteY8" fmla="*/ 226028 h 1275111"/>
                <a:gd name="connsiteX9" fmla="*/ 1368743 w 1383696"/>
                <a:gd name="connsiteY9" fmla="*/ 226028 h 1275111"/>
                <a:gd name="connsiteX10" fmla="*/ 1368743 w 1383696"/>
                <a:gd name="connsiteY10" fmla="*/ 0 h 1275111"/>
                <a:gd name="connsiteX11" fmla="*/ 0 w 1383696"/>
                <a:gd name="connsiteY11" fmla="*/ 0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3696" h="1275111">
                  <a:moveTo>
                    <a:pt x="0" y="1275112"/>
                  </a:moveTo>
                  <a:lnTo>
                    <a:pt x="1383697" y="1275112"/>
                  </a:lnTo>
                  <a:lnTo>
                    <a:pt x="1383697" y="1036987"/>
                  </a:lnTo>
                  <a:lnTo>
                    <a:pt x="313563" y="1036987"/>
                  </a:lnTo>
                  <a:lnTo>
                    <a:pt x="313563" y="723424"/>
                  </a:lnTo>
                  <a:lnTo>
                    <a:pt x="928497" y="723424"/>
                  </a:lnTo>
                  <a:lnTo>
                    <a:pt x="928497" y="503396"/>
                  </a:lnTo>
                  <a:lnTo>
                    <a:pt x="313563" y="503396"/>
                  </a:lnTo>
                  <a:lnTo>
                    <a:pt x="313563" y="226028"/>
                  </a:lnTo>
                  <a:lnTo>
                    <a:pt x="1368743" y="226028"/>
                  </a:lnTo>
                  <a:lnTo>
                    <a:pt x="1368743" y="0"/>
                  </a:lnTo>
                  <a:lnTo>
                    <a:pt x="0" y="0"/>
                  </a:lnTo>
                  <a:close/>
                </a:path>
              </a:pathLst>
            </a:custGeom>
            <a:grpFill/>
            <a:ln w="9525" cap="flat">
              <a:noFill/>
              <a:prstDash val="solid"/>
              <a:miter/>
            </a:ln>
          </p:spPr>
          <p:txBody>
            <a:bodyPr lIns="0" tIns="0" rIns="0" bIns="0" rtlCol="0" anchor="ctr"/>
            <a:lstStyle/>
            <a:p>
              <a:endParaRPr lang="de-DE" sz="100" noProof="0"/>
            </a:p>
          </p:txBody>
        </p:sp>
        <p:sp>
          <p:nvSpPr>
            <p:cNvPr id="51" name="e">
              <a:extLst>
                <a:ext uri="{FF2B5EF4-FFF2-40B4-BE49-F238E27FC236}">
                  <a16:creationId xmlns:a16="http://schemas.microsoft.com/office/drawing/2014/main" id="{675B88E0-E5A8-406A-8E15-9032D07BEFFB}"/>
                </a:ext>
              </a:extLst>
            </p:cNvPr>
            <p:cNvSpPr/>
            <p:nvPr/>
          </p:nvSpPr>
          <p:spPr bwMode="black">
            <a:xfrm>
              <a:off x="6022562" y="1899664"/>
              <a:ext cx="1383701" cy="1275112"/>
            </a:xfrm>
            <a:custGeom>
              <a:avLst/>
              <a:gdLst>
                <a:gd name="connsiteX0" fmla="*/ 0 w 1383696"/>
                <a:gd name="connsiteY0" fmla="*/ 1275112 h 1275111"/>
                <a:gd name="connsiteX1" fmla="*/ 1383697 w 1383696"/>
                <a:gd name="connsiteY1" fmla="*/ 1275112 h 1275111"/>
                <a:gd name="connsiteX2" fmla="*/ 1383697 w 1383696"/>
                <a:gd name="connsiteY2" fmla="*/ 1036987 h 1275111"/>
                <a:gd name="connsiteX3" fmla="*/ 313563 w 1383696"/>
                <a:gd name="connsiteY3" fmla="*/ 1036987 h 1275111"/>
                <a:gd name="connsiteX4" fmla="*/ 313563 w 1383696"/>
                <a:gd name="connsiteY4" fmla="*/ 723424 h 1275111"/>
                <a:gd name="connsiteX5" fmla="*/ 928497 w 1383696"/>
                <a:gd name="connsiteY5" fmla="*/ 723424 h 1275111"/>
                <a:gd name="connsiteX6" fmla="*/ 928497 w 1383696"/>
                <a:gd name="connsiteY6" fmla="*/ 503396 h 1275111"/>
                <a:gd name="connsiteX7" fmla="*/ 313563 w 1383696"/>
                <a:gd name="connsiteY7" fmla="*/ 503396 h 1275111"/>
                <a:gd name="connsiteX8" fmla="*/ 313563 w 1383696"/>
                <a:gd name="connsiteY8" fmla="*/ 226028 h 1275111"/>
                <a:gd name="connsiteX9" fmla="*/ 1368743 w 1383696"/>
                <a:gd name="connsiteY9" fmla="*/ 226028 h 1275111"/>
                <a:gd name="connsiteX10" fmla="*/ 1368743 w 1383696"/>
                <a:gd name="connsiteY10" fmla="*/ 0 h 1275111"/>
                <a:gd name="connsiteX11" fmla="*/ 0 w 1383696"/>
                <a:gd name="connsiteY11" fmla="*/ 0 h 1275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83696" h="1275111">
                  <a:moveTo>
                    <a:pt x="0" y="1275112"/>
                  </a:moveTo>
                  <a:lnTo>
                    <a:pt x="1383697" y="1275112"/>
                  </a:lnTo>
                  <a:lnTo>
                    <a:pt x="1383697" y="1036987"/>
                  </a:lnTo>
                  <a:lnTo>
                    <a:pt x="313563" y="1036987"/>
                  </a:lnTo>
                  <a:lnTo>
                    <a:pt x="313563" y="723424"/>
                  </a:lnTo>
                  <a:lnTo>
                    <a:pt x="928497" y="723424"/>
                  </a:lnTo>
                  <a:lnTo>
                    <a:pt x="928497" y="503396"/>
                  </a:lnTo>
                  <a:lnTo>
                    <a:pt x="313563" y="503396"/>
                  </a:lnTo>
                  <a:lnTo>
                    <a:pt x="313563" y="226028"/>
                  </a:lnTo>
                  <a:lnTo>
                    <a:pt x="1368743" y="226028"/>
                  </a:lnTo>
                  <a:lnTo>
                    <a:pt x="1368743" y="0"/>
                  </a:lnTo>
                  <a:lnTo>
                    <a:pt x="0" y="0"/>
                  </a:lnTo>
                  <a:close/>
                </a:path>
              </a:pathLst>
            </a:custGeom>
            <a:grpFill/>
            <a:ln w="9525" cap="flat">
              <a:noFill/>
              <a:prstDash val="solid"/>
              <a:miter/>
            </a:ln>
          </p:spPr>
          <p:txBody>
            <a:bodyPr lIns="0" tIns="0" rIns="0" bIns="0" rtlCol="0" anchor="ctr"/>
            <a:lstStyle/>
            <a:p>
              <a:endParaRPr lang="de-DE" sz="100" noProof="0"/>
            </a:p>
          </p:txBody>
        </p:sp>
        <p:sp>
          <p:nvSpPr>
            <p:cNvPr id="52" name="s">
              <a:extLst>
                <a:ext uri="{FF2B5EF4-FFF2-40B4-BE49-F238E27FC236}">
                  <a16:creationId xmlns:a16="http://schemas.microsoft.com/office/drawing/2014/main" id="{8ACB0DDA-D27B-4184-92E1-8FEB6541A740}"/>
                </a:ext>
              </a:extLst>
            </p:cNvPr>
            <p:cNvSpPr/>
            <p:nvPr/>
          </p:nvSpPr>
          <p:spPr bwMode="black">
            <a:xfrm>
              <a:off x="7714204" y="1899664"/>
              <a:ext cx="1495239" cy="1275213"/>
            </a:xfrm>
            <a:custGeom>
              <a:avLst/>
              <a:gdLst>
                <a:gd name="connsiteX0" fmla="*/ 1211770 w 1495234"/>
                <a:gd name="connsiteY0" fmla="*/ 229076 h 1275207"/>
                <a:gd name="connsiteX1" fmla="*/ 1211770 w 1495234"/>
                <a:gd name="connsiteY1" fmla="*/ 348234 h 1275207"/>
                <a:gd name="connsiteX2" fmla="*/ 1479995 w 1495234"/>
                <a:gd name="connsiteY2" fmla="*/ 291084 h 1275207"/>
                <a:gd name="connsiteX3" fmla="*/ 1479995 w 1495234"/>
                <a:gd name="connsiteY3" fmla="*/ 277368 h 1275207"/>
                <a:gd name="connsiteX4" fmla="*/ 1145477 w 1495234"/>
                <a:gd name="connsiteY4" fmla="*/ 0 h 1275207"/>
                <a:gd name="connsiteX5" fmla="*/ 388905 w 1495234"/>
                <a:gd name="connsiteY5" fmla="*/ 0 h 1275207"/>
                <a:gd name="connsiteX6" fmla="*/ 54197 w 1495234"/>
                <a:gd name="connsiteY6" fmla="*/ 301561 h 1275207"/>
                <a:gd name="connsiteX7" fmla="*/ 54197 w 1495234"/>
                <a:gd name="connsiteY7" fmla="*/ 443294 h 1275207"/>
                <a:gd name="connsiteX8" fmla="*/ 388905 w 1495234"/>
                <a:gd name="connsiteY8" fmla="*/ 744665 h 1275207"/>
                <a:gd name="connsiteX9" fmla="*/ 1214818 w 1495234"/>
                <a:gd name="connsiteY9" fmla="*/ 744665 h 1275207"/>
                <a:gd name="connsiteX10" fmla="*/ 1214818 w 1495234"/>
                <a:gd name="connsiteY10" fmla="*/ 1037177 h 1275207"/>
                <a:gd name="connsiteX11" fmla="*/ 277177 w 1495234"/>
                <a:gd name="connsiteY11" fmla="*/ 1037177 h 1275207"/>
                <a:gd name="connsiteX12" fmla="*/ 277177 w 1495234"/>
                <a:gd name="connsiteY12" fmla="*/ 902875 h 1275207"/>
                <a:gd name="connsiteX13" fmla="*/ 0 w 1495234"/>
                <a:gd name="connsiteY13" fmla="*/ 954214 h 1275207"/>
                <a:gd name="connsiteX14" fmla="*/ 0 w 1495234"/>
                <a:gd name="connsiteY14" fmla="*/ 973836 h 1275207"/>
                <a:gd name="connsiteX15" fmla="*/ 334518 w 1495234"/>
                <a:gd name="connsiteY15" fmla="*/ 1275207 h 1275207"/>
                <a:gd name="connsiteX16" fmla="*/ 1163669 w 1495234"/>
                <a:gd name="connsiteY16" fmla="*/ 1275207 h 1275207"/>
                <a:gd name="connsiteX17" fmla="*/ 1495234 w 1495234"/>
                <a:gd name="connsiteY17" fmla="*/ 973836 h 1275207"/>
                <a:gd name="connsiteX18" fmla="*/ 1495234 w 1495234"/>
                <a:gd name="connsiteY18" fmla="*/ 798957 h 1275207"/>
                <a:gd name="connsiteX19" fmla="*/ 1163669 w 1495234"/>
                <a:gd name="connsiteY19" fmla="*/ 497586 h 1275207"/>
                <a:gd name="connsiteX20" fmla="*/ 334518 w 1495234"/>
                <a:gd name="connsiteY20" fmla="*/ 497586 h 1275207"/>
                <a:gd name="connsiteX21" fmla="*/ 334518 w 1495234"/>
                <a:gd name="connsiteY21" fmla="*/ 229076 h 1275207"/>
                <a:gd name="connsiteX22" fmla="*/ 1211770 w 1495234"/>
                <a:gd name="connsiteY22" fmla="*/ 229076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95234" h="1275207">
                  <a:moveTo>
                    <a:pt x="1211770" y="229076"/>
                  </a:moveTo>
                  <a:lnTo>
                    <a:pt x="1211770" y="348234"/>
                  </a:lnTo>
                  <a:lnTo>
                    <a:pt x="1479995" y="291084"/>
                  </a:lnTo>
                  <a:lnTo>
                    <a:pt x="1479995" y="277368"/>
                  </a:lnTo>
                  <a:cubicBezTo>
                    <a:pt x="1479995" y="54388"/>
                    <a:pt x="1380649" y="0"/>
                    <a:pt x="1145477" y="0"/>
                  </a:cubicBezTo>
                  <a:lnTo>
                    <a:pt x="388905" y="0"/>
                  </a:lnTo>
                  <a:cubicBezTo>
                    <a:pt x="138684" y="0"/>
                    <a:pt x="54197" y="60388"/>
                    <a:pt x="54197" y="301561"/>
                  </a:cubicBezTo>
                  <a:lnTo>
                    <a:pt x="54197" y="443294"/>
                  </a:lnTo>
                  <a:cubicBezTo>
                    <a:pt x="54197" y="684467"/>
                    <a:pt x="138684" y="744665"/>
                    <a:pt x="388905" y="744665"/>
                  </a:cubicBezTo>
                  <a:lnTo>
                    <a:pt x="1214818" y="744665"/>
                  </a:lnTo>
                  <a:lnTo>
                    <a:pt x="1214818" y="1037177"/>
                  </a:lnTo>
                  <a:lnTo>
                    <a:pt x="277177" y="1037177"/>
                  </a:lnTo>
                  <a:lnTo>
                    <a:pt x="277177" y="902875"/>
                  </a:lnTo>
                  <a:lnTo>
                    <a:pt x="0" y="954214"/>
                  </a:lnTo>
                  <a:lnTo>
                    <a:pt x="0" y="973836"/>
                  </a:lnTo>
                  <a:cubicBezTo>
                    <a:pt x="0" y="1212056"/>
                    <a:pt x="81343" y="1275207"/>
                    <a:pt x="334518" y="1275207"/>
                  </a:cubicBezTo>
                  <a:lnTo>
                    <a:pt x="1163669" y="1275207"/>
                  </a:lnTo>
                  <a:cubicBezTo>
                    <a:pt x="1416844" y="1275207"/>
                    <a:pt x="1495234" y="1212056"/>
                    <a:pt x="1495234" y="973836"/>
                  </a:cubicBezTo>
                  <a:lnTo>
                    <a:pt x="1495234" y="798957"/>
                  </a:lnTo>
                  <a:cubicBezTo>
                    <a:pt x="1495234" y="557784"/>
                    <a:pt x="1416939" y="497586"/>
                    <a:pt x="1163669" y="497586"/>
                  </a:cubicBezTo>
                  <a:lnTo>
                    <a:pt x="334518" y="497586"/>
                  </a:lnTo>
                  <a:lnTo>
                    <a:pt x="334518" y="229076"/>
                  </a:lnTo>
                  <a:lnTo>
                    <a:pt x="1211770" y="229076"/>
                  </a:lnTo>
                  <a:close/>
                </a:path>
              </a:pathLst>
            </a:custGeom>
            <a:grpFill/>
            <a:ln w="9525" cap="flat">
              <a:noFill/>
              <a:prstDash val="solid"/>
              <a:miter/>
            </a:ln>
          </p:spPr>
          <p:txBody>
            <a:bodyPr lIns="0" tIns="0" rIns="0" bIns="0" rtlCol="0" anchor="ctr"/>
            <a:lstStyle/>
            <a:p>
              <a:endParaRPr lang="de-DE" sz="100" noProof="0"/>
            </a:p>
          </p:txBody>
        </p:sp>
        <p:sp>
          <p:nvSpPr>
            <p:cNvPr id="53" name="&amp;">
              <a:extLst>
                <a:ext uri="{FF2B5EF4-FFF2-40B4-BE49-F238E27FC236}">
                  <a16:creationId xmlns:a16="http://schemas.microsoft.com/office/drawing/2014/main" id="{69D8CA69-9CD5-4BDF-B967-4B0ADD7058A0}"/>
                </a:ext>
              </a:extLst>
            </p:cNvPr>
            <p:cNvSpPr/>
            <p:nvPr/>
          </p:nvSpPr>
          <p:spPr bwMode="black">
            <a:xfrm>
              <a:off x="9995063" y="1619247"/>
              <a:ext cx="2104259" cy="1555528"/>
            </a:xfrm>
            <a:custGeom>
              <a:avLst/>
              <a:gdLst>
                <a:gd name="connsiteX0" fmla="*/ 304514 w 2104263"/>
                <a:gd name="connsiteY0" fmla="*/ 1284161 h 1555527"/>
                <a:gd name="connsiteX1" fmla="*/ 304514 w 2104263"/>
                <a:gd name="connsiteY1" fmla="*/ 1018985 h 1555527"/>
                <a:gd name="connsiteX2" fmla="*/ 702373 w 2104263"/>
                <a:gd name="connsiteY2" fmla="*/ 771811 h 1555527"/>
                <a:gd name="connsiteX3" fmla="*/ 1169575 w 2104263"/>
                <a:gd name="connsiteY3" fmla="*/ 1160717 h 1555527"/>
                <a:gd name="connsiteX4" fmla="*/ 1024890 w 2104263"/>
                <a:gd name="connsiteY4" fmla="*/ 1284256 h 1555527"/>
                <a:gd name="connsiteX5" fmla="*/ 304514 w 2104263"/>
                <a:gd name="connsiteY5" fmla="*/ 1284256 h 1555527"/>
                <a:gd name="connsiteX6" fmla="*/ 388811 w 2104263"/>
                <a:gd name="connsiteY6" fmla="*/ 1555528 h 1555527"/>
                <a:gd name="connsiteX7" fmla="*/ 943547 w 2104263"/>
                <a:gd name="connsiteY7" fmla="*/ 1555528 h 1555527"/>
                <a:gd name="connsiteX8" fmla="*/ 1235964 w 2104263"/>
                <a:gd name="connsiteY8" fmla="*/ 1461992 h 1555527"/>
                <a:gd name="connsiteX9" fmla="*/ 1374649 w 2104263"/>
                <a:gd name="connsiteY9" fmla="*/ 1338453 h 1555527"/>
                <a:gd name="connsiteX10" fmla="*/ 1630870 w 2104263"/>
                <a:gd name="connsiteY10" fmla="*/ 1555528 h 1555527"/>
                <a:gd name="connsiteX11" fmla="*/ 2104264 w 2104263"/>
                <a:gd name="connsiteY11" fmla="*/ 1555528 h 1555527"/>
                <a:gd name="connsiteX12" fmla="*/ 1612869 w 2104263"/>
                <a:gd name="connsiteY12" fmla="*/ 1142429 h 1555527"/>
                <a:gd name="connsiteX13" fmla="*/ 1971580 w 2104263"/>
                <a:gd name="connsiteY13" fmla="*/ 844106 h 1555527"/>
                <a:gd name="connsiteX14" fmla="*/ 1766507 w 2104263"/>
                <a:gd name="connsiteY14" fmla="*/ 666274 h 1555527"/>
                <a:gd name="connsiteX15" fmla="*/ 1404747 w 2104263"/>
                <a:gd name="connsiteY15" fmla="*/ 967645 h 1555527"/>
                <a:gd name="connsiteX16" fmla="*/ 672180 w 2104263"/>
                <a:gd name="connsiteY16" fmla="*/ 358712 h 1555527"/>
                <a:gd name="connsiteX17" fmla="*/ 672180 w 2104263"/>
                <a:gd name="connsiteY17" fmla="*/ 247174 h 1555527"/>
                <a:gd name="connsiteX18" fmla="*/ 1181767 w 2104263"/>
                <a:gd name="connsiteY18" fmla="*/ 247174 h 1555527"/>
                <a:gd name="connsiteX19" fmla="*/ 1181767 w 2104263"/>
                <a:gd name="connsiteY19" fmla="*/ 455295 h 1555527"/>
                <a:gd name="connsiteX20" fmla="*/ 1461992 w 2104263"/>
                <a:gd name="connsiteY20" fmla="*/ 407099 h 1555527"/>
                <a:gd name="connsiteX21" fmla="*/ 1461992 w 2104263"/>
                <a:gd name="connsiteY21" fmla="*/ 313563 h 1555527"/>
                <a:gd name="connsiteX22" fmla="*/ 1076134 w 2104263"/>
                <a:gd name="connsiteY22" fmla="*/ 0 h 1555527"/>
                <a:gd name="connsiteX23" fmla="*/ 762763 w 2104263"/>
                <a:gd name="connsiteY23" fmla="*/ 0 h 1555527"/>
                <a:gd name="connsiteX24" fmla="*/ 376905 w 2104263"/>
                <a:gd name="connsiteY24" fmla="*/ 283369 h 1555527"/>
                <a:gd name="connsiteX25" fmla="*/ 376905 w 2104263"/>
                <a:gd name="connsiteY25" fmla="*/ 370713 h 1555527"/>
                <a:gd name="connsiteX26" fmla="*/ 509588 w 2104263"/>
                <a:gd name="connsiteY26" fmla="*/ 605885 h 1555527"/>
                <a:gd name="connsiteX27" fmla="*/ 192881 w 2104263"/>
                <a:gd name="connsiteY27" fmla="*/ 795909 h 1555527"/>
                <a:gd name="connsiteX28" fmla="*/ 0 w 2104263"/>
                <a:gd name="connsiteY28" fmla="*/ 1085279 h 1555527"/>
                <a:gd name="connsiteX29" fmla="*/ 0 w 2104263"/>
                <a:gd name="connsiteY29" fmla="*/ 1187768 h 1555527"/>
                <a:gd name="connsiteX30" fmla="*/ 388811 w 2104263"/>
                <a:gd name="connsiteY30" fmla="*/ 1555528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04263" h="1555527">
                  <a:moveTo>
                    <a:pt x="304514" y="1284161"/>
                  </a:moveTo>
                  <a:lnTo>
                    <a:pt x="304514" y="1018985"/>
                  </a:lnTo>
                  <a:lnTo>
                    <a:pt x="702373" y="771811"/>
                  </a:lnTo>
                  <a:lnTo>
                    <a:pt x="1169575" y="1160717"/>
                  </a:lnTo>
                  <a:lnTo>
                    <a:pt x="1024890" y="1284256"/>
                  </a:lnTo>
                  <a:lnTo>
                    <a:pt x="304514" y="1284256"/>
                  </a:lnTo>
                  <a:close/>
                  <a:moveTo>
                    <a:pt x="388811" y="1555528"/>
                  </a:moveTo>
                  <a:lnTo>
                    <a:pt x="943547" y="1555528"/>
                  </a:lnTo>
                  <a:cubicBezTo>
                    <a:pt x="1073087" y="1555528"/>
                    <a:pt x="1136428" y="1549527"/>
                    <a:pt x="1235964" y="1461992"/>
                  </a:cubicBezTo>
                  <a:lnTo>
                    <a:pt x="1374649" y="1338453"/>
                  </a:lnTo>
                  <a:lnTo>
                    <a:pt x="1630870" y="1555528"/>
                  </a:lnTo>
                  <a:lnTo>
                    <a:pt x="2104264" y="1555528"/>
                  </a:lnTo>
                  <a:lnTo>
                    <a:pt x="1612869" y="1142429"/>
                  </a:lnTo>
                  <a:lnTo>
                    <a:pt x="1971580" y="844106"/>
                  </a:lnTo>
                  <a:lnTo>
                    <a:pt x="1766507" y="666274"/>
                  </a:lnTo>
                  <a:lnTo>
                    <a:pt x="1404747" y="967645"/>
                  </a:lnTo>
                  <a:lnTo>
                    <a:pt x="672180" y="358712"/>
                  </a:lnTo>
                  <a:lnTo>
                    <a:pt x="672180" y="247174"/>
                  </a:lnTo>
                  <a:lnTo>
                    <a:pt x="1181767" y="247174"/>
                  </a:lnTo>
                  <a:lnTo>
                    <a:pt x="1181767" y="455295"/>
                  </a:lnTo>
                  <a:lnTo>
                    <a:pt x="1461992" y="407099"/>
                  </a:lnTo>
                  <a:lnTo>
                    <a:pt x="1461992" y="313563"/>
                  </a:lnTo>
                  <a:cubicBezTo>
                    <a:pt x="1461992" y="60389"/>
                    <a:pt x="1356456" y="0"/>
                    <a:pt x="1076134" y="0"/>
                  </a:cubicBezTo>
                  <a:lnTo>
                    <a:pt x="762763" y="0"/>
                  </a:lnTo>
                  <a:cubicBezTo>
                    <a:pt x="497395" y="0"/>
                    <a:pt x="376905" y="60389"/>
                    <a:pt x="376905" y="283369"/>
                  </a:cubicBezTo>
                  <a:lnTo>
                    <a:pt x="376905" y="370713"/>
                  </a:lnTo>
                  <a:cubicBezTo>
                    <a:pt x="376905" y="461200"/>
                    <a:pt x="419100" y="530543"/>
                    <a:pt x="509588" y="605885"/>
                  </a:cubicBezTo>
                  <a:lnTo>
                    <a:pt x="192881" y="795909"/>
                  </a:lnTo>
                  <a:cubicBezTo>
                    <a:pt x="57341" y="877253"/>
                    <a:pt x="0" y="925449"/>
                    <a:pt x="0" y="1085279"/>
                  </a:cubicBezTo>
                  <a:lnTo>
                    <a:pt x="0" y="1187768"/>
                  </a:lnTo>
                  <a:cubicBezTo>
                    <a:pt x="0" y="1480185"/>
                    <a:pt x="96488" y="1555528"/>
                    <a:pt x="388811" y="1555528"/>
                  </a:cubicBezTo>
                </a:path>
              </a:pathLst>
            </a:custGeom>
            <a:grpFill/>
            <a:ln w="9525" cap="flat">
              <a:noFill/>
              <a:prstDash val="solid"/>
              <a:miter/>
            </a:ln>
          </p:spPr>
          <p:txBody>
            <a:bodyPr lIns="0" tIns="0" rIns="0" bIns="0" rtlCol="0" anchor="ctr"/>
            <a:lstStyle/>
            <a:p>
              <a:endParaRPr lang="de-DE" sz="100" noProof="0"/>
            </a:p>
          </p:txBody>
        </p:sp>
        <p:sp>
          <p:nvSpPr>
            <p:cNvPr id="42" name="s">
              <a:extLst>
                <a:ext uri="{FF2B5EF4-FFF2-40B4-BE49-F238E27FC236}">
                  <a16:creationId xmlns:a16="http://schemas.microsoft.com/office/drawing/2014/main" id="{0AA249F9-DDB9-48C6-AD7D-F13C3B4AE9E3}"/>
                </a:ext>
              </a:extLst>
            </p:cNvPr>
            <p:cNvSpPr/>
            <p:nvPr/>
          </p:nvSpPr>
          <p:spPr bwMode="black">
            <a:xfrm>
              <a:off x="95247" y="3686081"/>
              <a:ext cx="1739650" cy="1555528"/>
            </a:xfrm>
            <a:custGeom>
              <a:avLst/>
              <a:gdLst>
                <a:gd name="connsiteX0" fmla="*/ 1398842 w 1739645"/>
                <a:gd name="connsiteY0" fmla="*/ 271367 h 1555527"/>
                <a:gd name="connsiteX1" fmla="*/ 1398842 w 1739645"/>
                <a:gd name="connsiteY1" fmla="*/ 439865 h 1555527"/>
                <a:gd name="connsiteX2" fmla="*/ 1718405 w 1739645"/>
                <a:gd name="connsiteY2" fmla="*/ 364522 h 1555527"/>
                <a:gd name="connsiteX3" fmla="*/ 1718405 w 1739645"/>
                <a:gd name="connsiteY3" fmla="*/ 340709 h 1555527"/>
                <a:gd name="connsiteX4" fmla="*/ 1332548 w 1739645"/>
                <a:gd name="connsiteY4" fmla="*/ 0 h 1555527"/>
                <a:gd name="connsiteX5" fmla="*/ 449199 w 1739645"/>
                <a:gd name="connsiteY5" fmla="*/ 0 h 1555527"/>
                <a:gd name="connsiteX6" fmla="*/ 63341 w 1739645"/>
                <a:gd name="connsiteY6" fmla="*/ 367855 h 1555527"/>
                <a:gd name="connsiteX7" fmla="*/ 63341 w 1739645"/>
                <a:gd name="connsiteY7" fmla="*/ 539496 h 1555527"/>
                <a:gd name="connsiteX8" fmla="*/ 449199 w 1739645"/>
                <a:gd name="connsiteY8" fmla="*/ 907351 h 1555527"/>
                <a:gd name="connsiteX9" fmla="*/ 1419987 w 1739645"/>
                <a:gd name="connsiteY9" fmla="*/ 907351 h 1555527"/>
                <a:gd name="connsiteX10" fmla="*/ 1419987 w 1739645"/>
                <a:gd name="connsiteY10" fmla="*/ 1263110 h 1555527"/>
                <a:gd name="connsiteX11" fmla="*/ 319754 w 1739645"/>
                <a:gd name="connsiteY11" fmla="*/ 1263110 h 1555527"/>
                <a:gd name="connsiteX12" fmla="*/ 319754 w 1739645"/>
                <a:gd name="connsiteY12" fmla="*/ 1095661 h 1555527"/>
                <a:gd name="connsiteX13" fmla="*/ 0 w 1739645"/>
                <a:gd name="connsiteY13" fmla="*/ 1162050 h 1555527"/>
                <a:gd name="connsiteX14" fmla="*/ 0 w 1739645"/>
                <a:gd name="connsiteY14" fmla="*/ 1187768 h 1555527"/>
                <a:gd name="connsiteX15" fmla="*/ 388906 w 1739645"/>
                <a:gd name="connsiteY15" fmla="*/ 1555528 h 1555527"/>
                <a:gd name="connsiteX16" fmla="*/ 1350740 w 1739645"/>
                <a:gd name="connsiteY16" fmla="*/ 1555528 h 1555527"/>
                <a:gd name="connsiteX17" fmla="*/ 1739646 w 1739645"/>
                <a:gd name="connsiteY17" fmla="*/ 1187768 h 1555527"/>
                <a:gd name="connsiteX18" fmla="*/ 1739646 w 1739645"/>
                <a:gd name="connsiteY18" fmla="*/ 973741 h 1555527"/>
                <a:gd name="connsiteX19" fmla="*/ 1350740 w 1739645"/>
                <a:gd name="connsiteY19" fmla="*/ 605885 h 1555527"/>
                <a:gd name="connsiteX20" fmla="*/ 379857 w 1739645"/>
                <a:gd name="connsiteY20" fmla="*/ 605885 h 1555527"/>
                <a:gd name="connsiteX21" fmla="*/ 379857 w 1739645"/>
                <a:gd name="connsiteY21" fmla="*/ 271367 h 1555527"/>
                <a:gd name="connsiteX22" fmla="*/ 1398842 w 1739645"/>
                <a:gd name="connsiteY22" fmla="*/ 271367 h 1555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39645" h="1555527">
                  <a:moveTo>
                    <a:pt x="1398842" y="271367"/>
                  </a:moveTo>
                  <a:lnTo>
                    <a:pt x="1398842" y="439865"/>
                  </a:lnTo>
                  <a:lnTo>
                    <a:pt x="1718405" y="364522"/>
                  </a:lnTo>
                  <a:lnTo>
                    <a:pt x="1718405" y="340709"/>
                  </a:lnTo>
                  <a:cubicBezTo>
                    <a:pt x="1718405" y="72295"/>
                    <a:pt x="1609916" y="0"/>
                    <a:pt x="1332548" y="0"/>
                  </a:cubicBezTo>
                  <a:lnTo>
                    <a:pt x="449199" y="0"/>
                  </a:lnTo>
                  <a:cubicBezTo>
                    <a:pt x="156781" y="0"/>
                    <a:pt x="63341" y="75343"/>
                    <a:pt x="63341" y="367855"/>
                  </a:cubicBezTo>
                  <a:lnTo>
                    <a:pt x="63341" y="539496"/>
                  </a:lnTo>
                  <a:cubicBezTo>
                    <a:pt x="63341" y="832009"/>
                    <a:pt x="156877" y="907351"/>
                    <a:pt x="449199" y="907351"/>
                  </a:cubicBezTo>
                  <a:lnTo>
                    <a:pt x="1419987" y="907351"/>
                  </a:lnTo>
                  <a:lnTo>
                    <a:pt x="1419987" y="1263110"/>
                  </a:lnTo>
                  <a:lnTo>
                    <a:pt x="319754" y="1263110"/>
                  </a:lnTo>
                  <a:lnTo>
                    <a:pt x="319754" y="1095661"/>
                  </a:lnTo>
                  <a:lnTo>
                    <a:pt x="0" y="1162050"/>
                  </a:lnTo>
                  <a:lnTo>
                    <a:pt x="0" y="1187768"/>
                  </a:lnTo>
                  <a:cubicBezTo>
                    <a:pt x="0" y="1480185"/>
                    <a:pt x="96488" y="1555528"/>
                    <a:pt x="388906" y="1555528"/>
                  </a:cubicBezTo>
                  <a:lnTo>
                    <a:pt x="1350740" y="1555528"/>
                  </a:lnTo>
                  <a:cubicBezTo>
                    <a:pt x="1643158" y="1555528"/>
                    <a:pt x="1739646" y="1480185"/>
                    <a:pt x="1739646" y="1187768"/>
                  </a:cubicBezTo>
                  <a:lnTo>
                    <a:pt x="1739646" y="973741"/>
                  </a:lnTo>
                  <a:cubicBezTo>
                    <a:pt x="1739646" y="681228"/>
                    <a:pt x="1643158" y="605885"/>
                    <a:pt x="1350740" y="605885"/>
                  </a:cubicBezTo>
                  <a:lnTo>
                    <a:pt x="379857" y="605885"/>
                  </a:lnTo>
                  <a:lnTo>
                    <a:pt x="379857" y="271367"/>
                  </a:lnTo>
                  <a:lnTo>
                    <a:pt x="1398842" y="271367"/>
                  </a:lnTo>
                  <a:close/>
                </a:path>
              </a:pathLst>
            </a:custGeom>
            <a:grpFill/>
            <a:ln w="9525" cap="flat">
              <a:noFill/>
              <a:prstDash val="solid"/>
              <a:miter/>
            </a:ln>
          </p:spPr>
          <p:txBody>
            <a:bodyPr lIns="0" tIns="0" rIns="0" bIns="0" rtlCol="0" anchor="ctr"/>
            <a:lstStyle/>
            <a:p>
              <a:endParaRPr lang="de-DE" sz="100" noProof="0"/>
            </a:p>
          </p:txBody>
        </p:sp>
        <p:sp>
          <p:nvSpPr>
            <p:cNvPr id="43" name="o">
              <a:extLst>
                <a:ext uri="{FF2B5EF4-FFF2-40B4-BE49-F238E27FC236}">
                  <a16:creationId xmlns:a16="http://schemas.microsoft.com/office/drawing/2014/main" id="{4F8DDB14-5D63-45FC-989E-0CAC9914761F}"/>
                </a:ext>
              </a:extLst>
            </p:cNvPr>
            <p:cNvSpPr/>
            <p:nvPr/>
          </p:nvSpPr>
          <p:spPr bwMode="black">
            <a:xfrm>
              <a:off x="2206937" y="3966587"/>
              <a:ext cx="1682019" cy="1275212"/>
            </a:xfrm>
            <a:custGeom>
              <a:avLst/>
              <a:gdLst>
                <a:gd name="connsiteX0" fmla="*/ 326041 w 1682019"/>
                <a:gd name="connsiteY0" fmla="*/ 234982 h 1275207"/>
                <a:gd name="connsiteX1" fmla="*/ 1374648 w 1682019"/>
                <a:gd name="connsiteY1" fmla="*/ 234982 h 1275207"/>
                <a:gd name="connsiteX2" fmla="*/ 1374648 w 1682019"/>
                <a:gd name="connsiteY2" fmla="*/ 1030891 h 1275207"/>
                <a:gd name="connsiteX3" fmla="*/ 326041 w 1682019"/>
                <a:gd name="connsiteY3" fmla="*/ 1030891 h 1275207"/>
                <a:gd name="connsiteX4" fmla="*/ 326041 w 1682019"/>
                <a:gd name="connsiteY4" fmla="*/ 234982 h 1275207"/>
                <a:gd name="connsiteX5" fmla="*/ 0 w 1682019"/>
                <a:gd name="connsiteY5" fmla="*/ 301371 h 1275207"/>
                <a:gd name="connsiteX6" fmla="*/ 0 w 1682019"/>
                <a:gd name="connsiteY6" fmla="*/ 973646 h 1275207"/>
                <a:gd name="connsiteX7" fmla="*/ 338233 w 1682019"/>
                <a:gd name="connsiteY7" fmla="*/ 1275207 h 1275207"/>
                <a:gd name="connsiteX8" fmla="*/ 1343787 w 1682019"/>
                <a:gd name="connsiteY8" fmla="*/ 1275207 h 1275207"/>
                <a:gd name="connsiteX9" fmla="*/ 1682020 w 1682019"/>
                <a:gd name="connsiteY9" fmla="*/ 973646 h 1275207"/>
                <a:gd name="connsiteX10" fmla="*/ 1682020 w 1682019"/>
                <a:gd name="connsiteY10" fmla="*/ 301371 h 1275207"/>
                <a:gd name="connsiteX11" fmla="*/ 1343787 w 1682019"/>
                <a:gd name="connsiteY11" fmla="*/ 0 h 1275207"/>
                <a:gd name="connsiteX12" fmla="*/ 338233 w 1682019"/>
                <a:gd name="connsiteY12" fmla="*/ 0 h 1275207"/>
                <a:gd name="connsiteX13" fmla="*/ 0 w 1682019"/>
                <a:gd name="connsiteY13" fmla="*/ 301371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82019" h="1275207">
                  <a:moveTo>
                    <a:pt x="326041" y="234982"/>
                  </a:moveTo>
                  <a:lnTo>
                    <a:pt x="1374648" y="234982"/>
                  </a:lnTo>
                  <a:lnTo>
                    <a:pt x="1374648" y="1030891"/>
                  </a:lnTo>
                  <a:lnTo>
                    <a:pt x="326041" y="1030891"/>
                  </a:lnTo>
                  <a:lnTo>
                    <a:pt x="326041" y="234982"/>
                  </a:lnTo>
                  <a:close/>
                  <a:moveTo>
                    <a:pt x="0" y="301371"/>
                  </a:moveTo>
                  <a:lnTo>
                    <a:pt x="0" y="973646"/>
                  </a:lnTo>
                  <a:cubicBezTo>
                    <a:pt x="0" y="1214819"/>
                    <a:pt x="79915" y="1275207"/>
                    <a:pt x="338233" y="1275207"/>
                  </a:cubicBezTo>
                  <a:lnTo>
                    <a:pt x="1343787" y="1275207"/>
                  </a:lnTo>
                  <a:cubicBezTo>
                    <a:pt x="1598962" y="1275207"/>
                    <a:pt x="1682020" y="1214819"/>
                    <a:pt x="1682020" y="973646"/>
                  </a:cubicBezTo>
                  <a:lnTo>
                    <a:pt x="1682020" y="301371"/>
                  </a:lnTo>
                  <a:cubicBezTo>
                    <a:pt x="1682020" y="57150"/>
                    <a:pt x="1598867" y="0"/>
                    <a:pt x="1343787" y="0"/>
                  </a:cubicBezTo>
                  <a:lnTo>
                    <a:pt x="338233" y="0"/>
                  </a:lnTo>
                  <a:cubicBezTo>
                    <a:pt x="83153" y="0"/>
                    <a:pt x="0" y="57150"/>
                    <a:pt x="0" y="301371"/>
                  </a:cubicBezTo>
                </a:path>
              </a:pathLst>
            </a:custGeom>
            <a:grpFill/>
            <a:ln w="9525" cap="flat">
              <a:noFill/>
              <a:prstDash val="solid"/>
              <a:miter/>
            </a:ln>
          </p:spPr>
          <p:txBody>
            <a:bodyPr lIns="0" tIns="0" rIns="0" bIns="0" rtlCol="0" anchor="ctr"/>
            <a:lstStyle/>
            <a:p>
              <a:endParaRPr lang="de-DE" sz="100" noProof="0"/>
            </a:p>
          </p:txBody>
        </p:sp>
        <p:sp>
          <p:nvSpPr>
            <p:cNvPr id="44" name="m">
              <a:extLst>
                <a:ext uri="{FF2B5EF4-FFF2-40B4-BE49-F238E27FC236}">
                  <a16:creationId xmlns:a16="http://schemas.microsoft.com/office/drawing/2014/main" id="{8ED63FA9-3FC0-4FA8-AA4D-0CDCD4B98913}"/>
                </a:ext>
              </a:extLst>
            </p:cNvPr>
            <p:cNvSpPr/>
            <p:nvPr/>
          </p:nvSpPr>
          <p:spPr bwMode="black">
            <a:xfrm>
              <a:off x="4290154" y="3966498"/>
              <a:ext cx="1815752" cy="1275212"/>
            </a:xfrm>
            <a:custGeom>
              <a:avLst/>
              <a:gdLst>
                <a:gd name="connsiteX0" fmla="*/ 1560576 w 1815750"/>
                <a:gd name="connsiteY0" fmla="*/ 0 h 1275207"/>
                <a:gd name="connsiteX1" fmla="*/ 927163 w 1815750"/>
                <a:gd name="connsiteY1" fmla="*/ 756571 h 1275207"/>
                <a:gd name="connsiteX2" fmla="*/ 290703 w 1815750"/>
                <a:gd name="connsiteY2" fmla="*/ 0 h 1275207"/>
                <a:gd name="connsiteX3" fmla="*/ 0 w 1815750"/>
                <a:gd name="connsiteY3" fmla="*/ 0 h 1275207"/>
                <a:gd name="connsiteX4" fmla="*/ 0 w 1815750"/>
                <a:gd name="connsiteY4" fmla="*/ 1275207 h 1275207"/>
                <a:gd name="connsiteX5" fmla="*/ 290703 w 1815750"/>
                <a:gd name="connsiteY5" fmla="*/ 1275207 h 1275207"/>
                <a:gd name="connsiteX6" fmla="*/ 290703 w 1815750"/>
                <a:gd name="connsiteY6" fmla="*/ 419100 h 1275207"/>
                <a:gd name="connsiteX7" fmla="*/ 877919 w 1815750"/>
                <a:gd name="connsiteY7" fmla="*/ 1121474 h 1275207"/>
                <a:gd name="connsiteX8" fmla="*/ 939356 w 1815750"/>
                <a:gd name="connsiteY8" fmla="*/ 1121474 h 1275207"/>
                <a:gd name="connsiteX9" fmla="*/ 1520571 w 1815750"/>
                <a:gd name="connsiteY9" fmla="*/ 397859 h 1275207"/>
                <a:gd name="connsiteX10" fmla="*/ 1520571 w 1815750"/>
                <a:gd name="connsiteY10" fmla="*/ 1275207 h 1275207"/>
                <a:gd name="connsiteX11" fmla="*/ 1815751 w 1815750"/>
                <a:gd name="connsiteY11" fmla="*/ 1275207 h 1275207"/>
                <a:gd name="connsiteX12" fmla="*/ 1815751 w 1815750"/>
                <a:gd name="connsiteY12"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5750" h="1275207">
                  <a:moveTo>
                    <a:pt x="1560576" y="0"/>
                  </a:moveTo>
                  <a:lnTo>
                    <a:pt x="927163" y="756571"/>
                  </a:lnTo>
                  <a:lnTo>
                    <a:pt x="290703" y="0"/>
                  </a:lnTo>
                  <a:lnTo>
                    <a:pt x="0" y="0"/>
                  </a:lnTo>
                  <a:lnTo>
                    <a:pt x="0" y="1275207"/>
                  </a:lnTo>
                  <a:lnTo>
                    <a:pt x="290703" y="1275207"/>
                  </a:lnTo>
                  <a:lnTo>
                    <a:pt x="290703" y="419100"/>
                  </a:lnTo>
                  <a:lnTo>
                    <a:pt x="877919" y="1121474"/>
                  </a:lnTo>
                  <a:lnTo>
                    <a:pt x="939356" y="1121474"/>
                  </a:lnTo>
                  <a:lnTo>
                    <a:pt x="1520571" y="397859"/>
                  </a:lnTo>
                  <a:lnTo>
                    <a:pt x="1520571" y="1275207"/>
                  </a:lnTo>
                  <a:lnTo>
                    <a:pt x="1815751" y="1275207"/>
                  </a:lnTo>
                  <a:lnTo>
                    <a:pt x="1815751" y="0"/>
                  </a:lnTo>
                  <a:close/>
                </a:path>
              </a:pathLst>
            </a:custGeom>
            <a:grpFill/>
            <a:ln w="9525" cap="flat">
              <a:noFill/>
              <a:prstDash val="solid"/>
              <a:miter/>
            </a:ln>
          </p:spPr>
          <p:txBody>
            <a:bodyPr lIns="0" tIns="0" rIns="0" bIns="0" rtlCol="0" anchor="ctr"/>
            <a:lstStyle/>
            <a:p>
              <a:endParaRPr lang="de-DE" sz="100" noProof="0"/>
            </a:p>
          </p:txBody>
        </p:sp>
        <p:sp>
          <p:nvSpPr>
            <p:cNvPr id="45" name="m">
              <a:extLst>
                <a:ext uri="{FF2B5EF4-FFF2-40B4-BE49-F238E27FC236}">
                  <a16:creationId xmlns:a16="http://schemas.microsoft.com/office/drawing/2014/main" id="{E171DB5F-A1B2-45FC-97CF-E4CD4180AE61}"/>
                </a:ext>
              </a:extLst>
            </p:cNvPr>
            <p:cNvSpPr/>
            <p:nvPr/>
          </p:nvSpPr>
          <p:spPr bwMode="black">
            <a:xfrm>
              <a:off x="6535096" y="3966498"/>
              <a:ext cx="1815752" cy="1275212"/>
            </a:xfrm>
            <a:custGeom>
              <a:avLst/>
              <a:gdLst>
                <a:gd name="connsiteX0" fmla="*/ 1560672 w 1815750"/>
                <a:gd name="connsiteY0" fmla="*/ 0 h 1275207"/>
                <a:gd name="connsiteX1" fmla="*/ 927164 w 1815750"/>
                <a:gd name="connsiteY1" fmla="*/ 756571 h 1275207"/>
                <a:gd name="connsiteX2" fmla="*/ 290799 w 1815750"/>
                <a:gd name="connsiteY2" fmla="*/ 0 h 1275207"/>
                <a:gd name="connsiteX3" fmla="*/ 0 w 1815750"/>
                <a:gd name="connsiteY3" fmla="*/ 0 h 1275207"/>
                <a:gd name="connsiteX4" fmla="*/ 0 w 1815750"/>
                <a:gd name="connsiteY4" fmla="*/ 1275207 h 1275207"/>
                <a:gd name="connsiteX5" fmla="*/ 290799 w 1815750"/>
                <a:gd name="connsiteY5" fmla="*/ 1275207 h 1275207"/>
                <a:gd name="connsiteX6" fmla="*/ 290799 w 1815750"/>
                <a:gd name="connsiteY6" fmla="*/ 419100 h 1275207"/>
                <a:gd name="connsiteX7" fmla="*/ 878015 w 1815750"/>
                <a:gd name="connsiteY7" fmla="*/ 1121474 h 1275207"/>
                <a:gd name="connsiteX8" fmla="*/ 939546 w 1815750"/>
                <a:gd name="connsiteY8" fmla="*/ 1121474 h 1275207"/>
                <a:gd name="connsiteX9" fmla="*/ 1520571 w 1815750"/>
                <a:gd name="connsiteY9" fmla="*/ 397859 h 1275207"/>
                <a:gd name="connsiteX10" fmla="*/ 1520571 w 1815750"/>
                <a:gd name="connsiteY10" fmla="*/ 1275207 h 1275207"/>
                <a:gd name="connsiteX11" fmla="*/ 1815751 w 1815750"/>
                <a:gd name="connsiteY11" fmla="*/ 1275207 h 1275207"/>
                <a:gd name="connsiteX12" fmla="*/ 1815751 w 1815750"/>
                <a:gd name="connsiteY12"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5750" h="1275207">
                  <a:moveTo>
                    <a:pt x="1560672" y="0"/>
                  </a:moveTo>
                  <a:lnTo>
                    <a:pt x="927164" y="756571"/>
                  </a:lnTo>
                  <a:lnTo>
                    <a:pt x="290799" y="0"/>
                  </a:lnTo>
                  <a:lnTo>
                    <a:pt x="0" y="0"/>
                  </a:lnTo>
                  <a:lnTo>
                    <a:pt x="0" y="1275207"/>
                  </a:lnTo>
                  <a:lnTo>
                    <a:pt x="290799" y="1275207"/>
                  </a:lnTo>
                  <a:lnTo>
                    <a:pt x="290799" y="419100"/>
                  </a:lnTo>
                  <a:lnTo>
                    <a:pt x="878015" y="1121474"/>
                  </a:lnTo>
                  <a:lnTo>
                    <a:pt x="939546" y="1121474"/>
                  </a:lnTo>
                  <a:lnTo>
                    <a:pt x="1520571" y="397859"/>
                  </a:lnTo>
                  <a:lnTo>
                    <a:pt x="1520571" y="1275207"/>
                  </a:lnTo>
                  <a:lnTo>
                    <a:pt x="1815751" y="1275207"/>
                  </a:lnTo>
                  <a:lnTo>
                    <a:pt x="1815751" y="0"/>
                  </a:lnTo>
                  <a:close/>
                </a:path>
              </a:pathLst>
            </a:custGeom>
            <a:grpFill/>
            <a:ln w="9525" cap="flat">
              <a:noFill/>
              <a:prstDash val="solid"/>
              <a:miter/>
            </a:ln>
          </p:spPr>
          <p:txBody>
            <a:bodyPr lIns="0" tIns="0" rIns="0" bIns="0" rtlCol="0" anchor="ctr"/>
            <a:lstStyle/>
            <a:p>
              <a:endParaRPr lang="de-DE" sz="100" noProof="0"/>
            </a:p>
          </p:txBody>
        </p:sp>
        <p:sp>
          <p:nvSpPr>
            <p:cNvPr id="46" name="e">
              <a:extLst>
                <a:ext uri="{FF2B5EF4-FFF2-40B4-BE49-F238E27FC236}">
                  <a16:creationId xmlns:a16="http://schemas.microsoft.com/office/drawing/2014/main" id="{98A429B4-53FB-45C6-A819-28371A1537FB}"/>
                </a:ext>
              </a:extLst>
            </p:cNvPr>
            <p:cNvSpPr/>
            <p:nvPr/>
          </p:nvSpPr>
          <p:spPr bwMode="black">
            <a:xfrm>
              <a:off x="8765757" y="3966498"/>
              <a:ext cx="1411313" cy="1275212"/>
            </a:xfrm>
            <a:custGeom>
              <a:avLst/>
              <a:gdLst>
                <a:gd name="connsiteX0" fmla="*/ 0 w 1411319"/>
                <a:gd name="connsiteY0" fmla="*/ 0 h 1275207"/>
                <a:gd name="connsiteX1" fmla="*/ 0 w 1411319"/>
                <a:gd name="connsiteY1" fmla="*/ 1275207 h 1275207"/>
                <a:gd name="connsiteX2" fmla="*/ 1411319 w 1411319"/>
                <a:gd name="connsiteY2" fmla="*/ 1275207 h 1275207"/>
                <a:gd name="connsiteX3" fmla="*/ 1411319 w 1411319"/>
                <a:gd name="connsiteY3" fmla="*/ 1036987 h 1275207"/>
                <a:gd name="connsiteX4" fmla="*/ 319850 w 1411319"/>
                <a:gd name="connsiteY4" fmla="*/ 1036987 h 1275207"/>
                <a:gd name="connsiteX5" fmla="*/ 319850 w 1411319"/>
                <a:gd name="connsiteY5" fmla="*/ 723424 h 1275207"/>
                <a:gd name="connsiteX6" fmla="*/ 947166 w 1411319"/>
                <a:gd name="connsiteY6" fmla="*/ 723424 h 1275207"/>
                <a:gd name="connsiteX7" fmla="*/ 947166 w 1411319"/>
                <a:gd name="connsiteY7" fmla="*/ 503396 h 1275207"/>
                <a:gd name="connsiteX8" fmla="*/ 319850 w 1411319"/>
                <a:gd name="connsiteY8" fmla="*/ 503396 h 1275207"/>
                <a:gd name="connsiteX9" fmla="*/ 319850 w 1411319"/>
                <a:gd name="connsiteY9" fmla="*/ 226219 h 1275207"/>
                <a:gd name="connsiteX10" fmla="*/ 1395984 w 1411319"/>
                <a:gd name="connsiteY10" fmla="*/ 226219 h 1275207"/>
                <a:gd name="connsiteX11" fmla="*/ 1395984 w 1411319"/>
                <a:gd name="connsiteY11" fmla="*/ 0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11319" h="1275207">
                  <a:moveTo>
                    <a:pt x="0" y="0"/>
                  </a:moveTo>
                  <a:lnTo>
                    <a:pt x="0" y="1275207"/>
                  </a:lnTo>
                  <a:lnTo>
                    <a:pt x="1411319" y="1275207"/>
                  </a:lnTo>
                  <a:lnTo>
                    <a:pt x="1411319" y="1036987"/>
                  </a:lnTo>
                  <a:lnTo>
                    <a:pt x="319850" y="1036987"/>
                  </a:lnTo>
                  <a:lnTo>
                    <a:pt x="319850" y="723424"/>
                  </a:lnTo>
                  <a:lnTo>
                    <a:pt x="947166" y="723424"/>
                  </a:lnTo>
                  <a:lnTo>
                    <a:pt x="947166" y="503396"/>
                  </a:lnTo>
                  <a:lnTo>
                    <a:pt x="319850" y="503396"/>
                  </a:lnTo>
                  <a:lnTo>
                    <a:pt x="319850" y="226219"/>
                  </a:lnTo>
                  <a:lnTo>
                    <a:pt x="1395984" y="226219"/>
                  </a:lnTo>
                  <a:lnTo>
                    <a:pt x="1395984" y="0"/>
                  </a:lnTo>
                  <a:close/>
                </a:path>
              </a:pathLst>
            </a:custGeom>
            <a:grpFill/>
            <a:ln w="9525" cap="flat">
              <a:noFill/>
              <a:prstDash val="solid"/>
              <a:miter/>
            </a:ln>
          </p:spPr>
          <p:txBody>
            <a:bodyPr lIns="0" tIns="0" rIns="0" bIns="0" rtlCol="0" anchor="ctr"/>
            <a:lstStyle/>
            <a:p>
              <a:endParaRPr lang="de-DE" sz="100" noProof="0"/>
            </a:p>
          </p:txBody>
        </p:sp>
        <p:sp>
          <p:nvSpPr>
            <p:cNvPr id="47" name="r">
              <a:extLst>
                <a:ext uri="{FF2B5EF4-FFF2-40B4-BE49-F238E27FC236}">
                  <a16:creationId xmlns:a16="http://schemas.microsoft.com/office/drawing/2014/main" id="{ED9A35F4-380A-43BC-8F2D-EF29F637FAEA}"/>
                </a:ext>
              </a:extLst>
            </p:cNvPr>
            <p:cNvSpPr/>
            <p:nvPr/>
          </p:nvSpPr>
          <p:spPr bwMode="black">
            <a:xfrm>
              <a:off x="10504356" y="3966498"/>
              <a:ext cx="1579811" cy="1275212"/>
            </a:xfrm>
            <a:custGeom>
              <a:avLst/>
              <a:gdLst>
                <a:gd name="connsiteX0" fmla="*/ 1015937 w 1579817"/>
                <a:gd name="connsiteY0" fmla="*/ 220028 h 1275207"/>
                <a:gd name="connsiteX1" fmla="*/ 1157669 w 1579817"/>
                <a:gd name="connsiteY1" fmla="*/ 322517 h 1275207"/>
                <a:gd name="connsiteX2" fmla="*/ 1157669 w 1579817"/>
                <a:gd name="connsiteY2" fmla="*/ 470249 h 1275207"/>
                <a:gd name="connsiteX3" fmla="*/ 1015937 w 1579817"/>
                <a:gd name="connsiteY3" fmla="*/ 572738 h 1275207"/>
                <a:gd name="connsiteX4" fmla="*/ 307467 w 1579817"/>
                <a:gd name="connsiteY4" fmla="*/ 572738 h 1275207"/>
                <a:gd name="connsiteX5" fmla="*/ 307467 w 1579817"/>
                <a:gd name="connsiteY5" fmla="*/ 220028 h 1275207"/>
                <a:gd name="connsiteX6" fmla="*/ 1015937 w 1579817"/>
                <a:gd name="connsiteY6" fmla="*/ 220028 h 1275207"/>
                <a:gd name="connsiteX7" fmla="*/ 0 w 1579817"/>
                <a:gd name="connsiteY7" fmla="*/ 1275207 h 1275207"/>
                <a:gd name="connsiteX8" fmla="*/ 307563 w 1579817"/>
                <a:gd name="connsiteY8" fmla="*/ 1275207 h 1275207"/>
                <a:gd name="connsiteX9" fmla="*/ 307563 w 1579817"/>
                <a:gd name="connsiteY9" fmla="*/ 792766 h 1275207"/>
                <a:gd name="connsiteX10" fmla="*/ 599981 w 1579817"/>
                <a:gd name="connsiteY10" fmla="*/ 792766 h 1275207"/>
                <a:gd name="connsiteX11" fmla="*/ 1133570 w 1579817"/>
                <a:gd name="connsiteY11" fmla="*/ 1275207 h 1275207"/>
                <a:gd name="connsiteX12" fmla="*/ 1579818 w 1579817"/>
                <a:gd name="connsiteY12" fmla="*/ 1275207 h 1275207"/>
                <a:gd name="connsiteX13" fmla="*/ 973931 w 1579817"/>
                <a:gd name="connsiteY13" fmla="*/ 792766 h 1275207"/>
                <a:gd name="connsiteX14" fmla="*/ 1148811 w 1579817"/>
                <a:gd name="connsiteY14" fmla="*/ 792766 h 1275207"/>
                <a:gd name="connsiteX15" fmla="*/ 1447229 w 1579817"/>
                <a:gd name="connsiteY15" fmla="*/ 548545 h 1275207"/>
                <a:gd name="connsiteX16" fmla="*/ 1447229 w 1579817"/>
                <a:gd name="connsiteY16" fmla="*/ 247174 h 1275207"/>
                <a:gd name="connsiteX17" fmla="*/ 1148811 w 1579817"/>
                <a:gd name="connsiteY17" fmla="*/ 0 h 1275207"/>
                <a:gd name="connsiteX18" fmla="*/ 191 w 1579817"/>
                <a:gd name="connsiteY18" fmla="*/ 0 h 1275207"/>
                <a:gd name="connsiteX19" fmla="*/ 191 w 1579817"/>
                <a:gd name="connsiteY19" fmla="*/ 1275207 h 127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79817" h="1275207">
                  <a:moveTo>
                    <a:pt x="1015937" y="220028"/>
                  </a:moveTo>
                  <a:cubicBezTo>
                    <a:pt x="1109282" y="220028"/>
                    <a:pt x="1157669" y="238220"/>
                    <a:pt x="1157669" y="322517"/>
                  </a:cubicBezTo>
                  <a:lnTo>
                    <a:pt x="1157669" y="470249"/>
                  </a:lnTo>
                  <a:cubicBezTo>
                    <a:pt x="1157669" y="554736"/>
                    <a:pt x="1109282" y="572738"/>
                    <a:pt x="1015937" y="572738"/>
                  </a:cubicBezTo>
                  <a:lnTo>
                    <a:pt x="307467" y="572738"/>
                  </a:lnTo>
                  <a:lnTo>
                    <a:pt x="307467" y="220028"/>
                  </a:lnTo>
                  <a:lnTo>
                    <a:pt x="1015937" y="220028"/>
                  </a:lnTo>
                  <a:close/>
                  <a:moveTo>
                    <a:pt x="0" y="1275207"/>
                  </a:moveTo>
                  <a:lnTo>
                    <a:pt x="307563" y="1275207"/>
                  </a:lnTo>
                  <a:lnTo>
                    <a:pt x="307563" y="792766"/>
                  </a:lnTo>
                  <a:lnTo>
                    <a:pt x="599981" y="792766"/>
                  </a:lnTo>
                  <a:lnTo>
                    <a:pt x="1133570" y="1275207"/>
                  </a:lnTo>
                  <a:lnTo>
                    <a:pt x="1579818" y="1275207"/>
                  </a:lnTo>
                  <a:lnTo>
                    <a:pt x="973931" y="792766"/>
                  </a:lnTo>
                  <a:lnTo>
                    <a:pt x="1148811" y="792766"/>
                  </a:lnTo>
                  <a:cubicBezTo>
                    <a:pt x="1353693" y="792766"/>
                    <a:pt x="1447229" y="723424"/>
                    <a:pt x="1447229" y="548545"/>
                  </a:cubicBezTo>
                  <a:lnTo>
                    <a:pt x="1447229" y="247174"/>
                  </a:lnTo>
                  <a:cubicBezTo>
                    <a:pt x="1447229" y="69342"/>
                    <a:pt x="1353693" y="0"/>
                    <a:pt x="1148811" y="0"/>
                  </a:cubicBezTo>
                  <a:lnTo>
                    <a:pt x="191" y="0"/>
                  </a:lnTo>
                  <a:lnTo>
                    <a:pt x="191" y="1275207"/>
                  </a:lnTo>
                  <a:close/>
                </a:path>
              </a:pathLst>
            </a:custGeom>
            <a:grpFill/>
            <a:ln w="9525" cap="flat">
              <a:noFill/>
              <a:prstDash val="solid"/>
              <a:miter/>
            </a:ln>
          </p:spPr>
          <p:txBody>
            <a:bodyPr lIns="0" tIns="0" rIns="0" bIns="0" rtlCol="0" anchor="ctr"/>
            <a:lstStyle/>
            <a:p>
              <a:endParaRPr lang="de-DE" sz="100" noProof="0"/>
            </a:p>
          </p:txBody>
        </p:sp>
      </p:grpSp>
      <p:sp>
        <p:nvSpPr>
          <p:cNvPr id="4" name="empower - DO NOT DELETE!!!">
            <a:extLst>
              <a:ext uri="{FF2B5EF4-FFF2-40B4-BE49-F238E27FC236}">
                <a16:creationId xmlns:a16="http://schemas.microsoft.com/office/drawing/2014/main" id="{D87469AE-7372-420D-9093-E3348AA0DA77}"/>
              </a:ext>
              <a:ext uri="{C183D7F6-B498-43B3-948B-1728B52AA6E4}">
                <adec:decorative xmlns:adec="http://schemas.microsoft.com/office/drawing/2017/decorative" val="1"/>
              </a:ext>
            </a:extLst>
          </p:cNvPr>
          <p:cNvSpPr/>
          <p:nvPr>
            <p:custDataLst>
              <p:tags r:id="rId45"/>
            </p:custDataLst>
          </p:nvPr>
        </p:nvSpPr>
        <p:spPr>
          <a:xfrm>
            <a:off x="0" y="0"/>
            <a:ext cx="0" cy="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spcBef>
                <a:spcPts val="400"/>
              </a:spcBef>
              <a:spcAft>
                <a:spcPts val="400"/>
              </a:spcAft>
            </a:pPr>
            <a:endParaRPr lang="de-DE" sz="1400" noProof="0"/>
          </a:p>
        </p:txBody>
      </p:sp>
      <p:sp>
        <p:nvSpPr>
          <p:cNvPr id="7" name="empower - DO NOT DELETE!!!" hidden="1">
            <a:extLst>
              <a:ext uri="{FF2B5EF4-FFF2-40B4-BE49-F238E27FC236}">
                <a16:creationId xmlns:a16="http://schemas.microsoft.com/office/drawing/2014/main" id="{9E7284E8-77CF-B842-1BAF-81E3B7F9F162}"/>
              </a:ext>
            </a:extLst>
          </p:cNvPr>
          <p:cNvSpPr/>
          <p:nvPr userDrawn="1">
            <p:custDataLst>
              <p:tags r:id="rId46"/>
            </p:custDataLst>
          </p:nvPr>
        </p:nvSpPr>
        <p:spPr>
          <a:xfrm>
            <a:off x="0" y="0"/>
            <a:ext cx="0" cy="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spcBef>
                <a:spcPts val="400"/>
              </a:spcBef>
              <a:spcAft>
                <a:spcPts val="400"/>
              </a:spcAft>
            </a:pPr>
            <a:endParaRPr lang="de-DE" sz="1400" err="1"/>
          </a:p>
        </p:txBody>
      </p:sp>
    </p:spTree>
    <p:extLst>
      <p:ext uri="{BB962C8B-B14F-4D97-AF65-F5344CB8AC3E}">
        <p14:creationId xmlns:p14="http://schemas.microsoft.com/office/powerpoint/2010/main" val="944658151"/>
      </p:ext>
    </p:extLst>
  </p:cSld>
  <p:clrMap bg1="lt1" tx1="dk1" bg2="lt2" tx2="dk2" accent1="accent1" accent2="accent2" accent3="accent3" accent4="accent4" accent5="accent5" accent6="accent6" hlink="hlink" folHlink="folHlink"/>
  <p:sldLayoutIdLst>
    <p:sldLayoutId id="2147483894" r:id="rId1"/>
    <p:sldLayoutId id="2147483986" r:id="rId2"/>
    <p:sldLayoutId id="2147483897" r:id="rId3"/>
    <p:sldLayoutId id="2147484122" r:id="rId4"/>
    <p:sldLayoutId id="2147483898" r:id="rId5"/>
    <p:sldLayoutId id="2147483993" r:id="rId6"/>
    <p:sldLayoutId id="2147483899" r:id="rId7"/>
    <p:sldLayoutId id="2147483994" r:id="rId8"/>
    <p:sldLayoutId id="2147483900" r:id="rId9"/>
    <p:sldLayoutId id="2147483995" r:id="rId10"/>
    <p:sldLayoutId id="2147483901" r:id="rId11"/>
    <p:sldLayoutId id="2147483996" r:id="rId12"/>
    <p:sldLayoutId id="2147483902" r:id="rId13"/>
    <p:sldLayoutId id="2147483997" r:id="rId14"/>
    <p:sldLayoutId id="2147483903" r:id="rId15"/>
    <p:sldLayoutId id="2147483998" r:id="rId16"/>
    <p:sldLayoutId id="2147483906" r:id="rId17"/>
    <p:sldLayoutId id="2147484001" r:id="rId18"/>
    <p:sldLayoutId id="2147484002" r:id="rId19"/>
    <p:sldLayoutId id="2147483907" r:id="rId20"/>
    <p:sldLayoutId id="2147483908" r:id="rId21"/>
    <p:sldLayoutId id="2147484003" r:id="rId22"/>
    <p:sldLayoutId id="2147483909" r:id="rId23"/>
    <p:sldLayoutId id="2147484006" r:id="rId24"/>
    <p:sldLayoutId id="2147483911" r:id="rId25"/>
    <p:sldLayoutId id="2147484008" r:id="rId26"/>
    <p:sldLayoutId id="2147483912" r:id="rId27"/>
    <p:sldLayoutId id="2147483914" r:id="rId28"/>
    <p:sldLayoutId id="2147483913" r:id="rId29"/>
    <p:sldLayoutId id="2147483917" r:id="rId30"/>
    <p:sldLayoutId id="2147483918" r:id="rId31"/>
    <p:sldLayoutId id="2147483919" r:id="rId32"/>
    <p:sldLayoutId id="2147483915" r:id="rId33"/>
    <p:sldLayoutId id="2147483916" r:id="rId34"/>
    <p:sldLayoutId id="2147484121" r:id="rId35"/>
    <p:sldLayoutId id="2147483990" r:id="rId36"/>
    <p:sldLayoutId id="2147484071" r:id="rId37"/>
    <p:sldLayoutId id="2147483922" r:id="rId38"/>
    <p:sldLayoutId id="2147484021" r:id="rId39"/>
    <p:sldLayoutId id="2147484123" r:id="rId40"/>
    <p:sldLayoutId id="2147484211" r:id="rId41"/>
    <p:sldLayoutId id="2147484212" r:id="rId4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85000"/>
        </a:lnSpc>
        <a:spcBef>
          <a:spcPct val="0"/>
        </a:spcBef>
        <a:buNone/>
        <a:defRPr sz="2400" kern="1200" cap="all"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400"/>
        </a:spcBef>
        <a:spcAft>
          <a:spcPts val="400"/>
        </a:spcAft>
        <a:buClr>
          <a:schemeClr val="tx1"/>
        </a:buClr>
        <a:buFont typeface="Wingdings" panose="05000000000000000000" pitchFamily="2" charset="2"/>
        <a:buNone/>
        <a:defRPr sz="1400" kern="1200">
          <a:solidFill>
            <a:schemeClr val="tx1"/>
          </a:solidFill>
          <a:latin typeface="+mn-lt"/>
          <a:ea typeface="+mn-ea"/>
          <a:cs typeface="+mn-cs"/>
        </a:defRPr>
      </a:lvl1pPr>
      <a:lvl2pPr marL="162000" indent="-162000" algn="l" defTabSz="914400" rtl="0" eaLnBrk="1" latinLnBrk="0" hangingPunct="1">
        <a:lnSpc>
          <a:spcPct val="100000"/>
        </a:lnSpc>
        <a:spcBef>
          <a:spcPts val="0"/>
        </a:spcBef>
        <a:spcAft>
          <a:spcPts val="400"/>
        </a:spcAft>
        <a:buClr>
          <a:schemeClr val="tx1"/>
        </a:buClr>
        <a:buFont typeface="Wingdings" panose="05000000000000000000" pitchFamily="2" charset="2"/>
        <a:buChar char="§"/>
        <a:defRPr sz="1400" kern="1200">
          <a:solidFill>
            <a:schemeClr val="tx1"/>
          </a:solidFill>
          <a:latin typeface="+mn-lt"/>
          <a:ea typeface="+mn-ea"/>
          <a:cs typeface="+mn-cs"/>
        </a:defRPr>
      </a:lvl2pPr>
      <a:lvl3pPr marL="324000" indent="-162000" algn="l" defTabSz="914400" rtl="0" eaLnBrk="1" latinLnBrk="0" hangingPunct="1">
        <a:lnSpc>
          <a:spcPct val="100000"/>
        </a:lnSpc>
        <a:spcBef>
          <a:spcPts val="0"/>
        </a:spcBef>
        <a:spcAft>
          <a:spcPts val="400"/>
        </a:spcAft>
        <a:buClr>
          <a:schemeClr val="tx1"/>
        </a:buClr>
        <a:buFont typeface="Symbol" panose="05050102010706020507" pitchFamily="18" charset="2"/>
        <a:buChar char="-"/>
        <a:defRPr sz="1400" kern="1200">
          <a:solidFill>
            <a:schemeClr val="tx1"/>
          </a:solidFill>
          <a:latin typeface="+mn-lt"/>
          <a:ea typeface="+mn-ea"/>
          <a:cs typeface="+mn-cs"/>
        </a:defRPr>
      </a:lvl3pPr>
      <a:lvl4pPr marL="486000" indent="-162000" algn="l" defTabSz="914400" rtl="0" eaLnBrk="1" latinLnBrk="0" hangingPunct="1">
        <a:lnSpc>
          <a:spcPct val="100000"/>
        </a:lnSpc>
        <a:spcBef>
          <a:spcPts val="0"/>
        </a:spcBef>
        <a:spcAft>
          <a:spcPts val="400"/>
        </a:spcAft>
        <a:buClr>
          <a:schemeClr val="tx1"/>
        </a:buClr>
        <a:buFont typeface="Arial" panose="020B0604020202020204" pitchFamily="34" charset="0"/>
        <a:buChar char="•"/>
        <a:defRPr sz="1400" kern="1200">
          <a:solidFill>
            <a:schemeClr val="tx1"/>
          </a:solidFill>
          <a:latin typeface="+mn-lt"/>
          <a:ea typeface="+mn-ea"/>
          <a:cs typeface="+mn-cs"/>
        </a:defRPr>
      </a:lvl4pPr>
      <a:lvl5pPr marL="0" indent="0" algn="l" defTabSz="914400" rtl="0" eaLnBrk="1" latinLnBrk="0" hangingPunct="1">
        <a:lnSpc>
          <a:spcPct val="100000"/>
        </a:lnSpc>
        <a:spcBef>
          <a:spcPts val="400"/>
        </a:spcBef>
        <a:spcAft>
          <a:spcPts val="400"/>
        </a:spcAft>
        <a:buFontTx/>
        <a:buNone/>
        <a:defRPr sz="1600" b="1" kern="1200">
          <a:solidFill>
            <a:schemeClr val="tx1"/>
          </a:solidFill>
          <a:latin typeface="+mn-lt"/>
          <a:ea typeface="+mn-ea"/>
          <a:cs typeface="+mn-cs"/>
        </a:defRPr>
      </a:lvl5pPr>
      <a:lvl6pPr marL="0" indent="0" algn="l" defTabSz="914400" rtl="0" eaLnBrk="1" latinLnBrk="0" hangingPunct="1">
        <a:lnSpc>
          <a:spcPct val="100000"/>
        </a:lnSpc>
        <a:spcBef>
          <a:spcPts val="400"/>
        </a:spcBef>
        <a:spcAft>
          <a:spcPts val="400"/>
        </a:spcAft>
        <a:buFontTx/>
        <a:buNone/>
        <a:defRPr sz="1600" b="1" kern="1200" cap="all" baseline="0">
          <a:solidFill>
            <a:schemeClr val="accent3"/>
          </a:solidFill>
          <a:latin typeface="+mn-lt"/>
          <a:ea typeface="+mn-ea"/>
          <a:cs typeface="+mn-cs"/>
        </a:defRPr>
      </a:lvl6pPr>
      <a:lvl7pPr marL="0" indent="0" algn="l" defTabSz="914400" rtl="0" eaLnBrk="1" latinLnBrk="0" hangingPunct="1">
        <a:lnSpc>
          <a:spcPct val="100000"/>
        </a:lnSpc>
        <a:spcBef>
          <a:spcPts val="400"/>
        </a:spcBef>
        <a:spcAft>
          <a:spcPts val="400"/>
        </a:spcAft>
        <a:buFontTx/>
        <a:buNone/>
        <a:defRPr sz="1600" b="1" kern="1200" cap="all" baseline="0">
          <a:solidFill>
            <a:schemeClr val="accent1"/>
          </a:solidFill>
          <a:latin typeface="+mn-lt"/>
          <a:ea typeface="+mn-ea"/>
          <a:cs typeface="+mn-cs"/>
        </a:defRPr>
      </a:lvl7pPr>
      <a:lvl8pPr marL="0" indent="0" algn="l" defTabSz="914400" rtl="0" eaLnBrk="1" latinLnBrk="0" hangingPunct="1">
        <a:lnSpc>
          <a:spcPct val="100000"/>
        </a:lnSpc>
        <a:spcBef>
          <a:spcPts val="400"/>
        </a:spcBef>
        <a:spcAft>
          <a:spcPts val="400"/>
        </a:spcAft>
        <a:buFontTx/>
        <a:buNone/>
        <a:defRPr sz="1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30">
          <p15:clr>
            <a:srgbClr val="F26B43"/>
          </p15:clr>
        </p15:guide>
        <p15:guide id="2" pos="7349">
          <p15:clr>
            <a:srgbClr val="F26B43"/>
          </p15:clr>
        </p15:guide>
        <p15:guide id="3" orient="horz" pos="423">
          <p15:clr>
            <a:srgbClr val="F26B43"/>
          </p15:clr>
        </p15:guide>
        <p15:guide id="5" orient="horz" pos="1008">
          <p15:clr>
            <a:srgbClr val="F26B43"/>
          </p15:clr>
        </p15:guide>
        <p15:guide id="6" orient="horz" pos="384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oleObject" Target="../embeddings/oleObject2.bin"/><Relationship Id="rId5" Type="http://schemas.openxmlformats.org/officeDocument/2006/relationships/image" Target="../media/image1.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emriq_svg1.svg"/><Relationship Id="rId5" Type="http://schemas.openxmlformats.org/officeDocument/2006/relationships/image" Target="../media/image11.png"/><Relationship Id="rId6" Type="http://schemas.openxmlformats.org/officeDocument/2006/relationships/image" Target="../media/emriq_svg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emriq_svg3.svg"/><Relationship Id="rId5" Type="http://schemas.openxmlformats.org/officeDocument/2006/relationships/image" Target="../media/image13.png"/><Relationship Id="rId6" Type="http://schemas.openxmlformats.org/officeDocument/2006/relationships/image" Target="../media/emriq_svg4.svg"/><Relationship Id="rId7" Type="http://schemas.openxmlformats.org/officeDocument/2006/relationships/image" Target="../media/image14.png"/><Relationship Id="rId8" Type="http://schemas.openxmlformats.org/officeDocument/2006/relationships/image" Target="../media/emriq_svg5.svg"/><Relationship Id="rId9" Type="http://schemas.openxmlformats.org/officeDocument/2006/relationships/image" Target="../media/image15.png"/><Relationship Id="rId10" Type="http://schemas.openxmlformats.org/officeDocument/2006/relationships/image" Target="../media/emriq_svg6.svg"/><Relationship Id="rId11" Type="http://schemas.openxmlformats.org/officeDocument/2006/relationships/image" Target="../media/image16.png"/><Relationship Id="rId12" Type="http://schemas.openxmlformats.org/officeDocument/2006/relationships/image" Target="../media/emriq_svg7.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emriq_svg8.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emriq_svg9.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emriq_svg10.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emriq_svg11.svg"/><Relationship Id="rId5" Type="http://schemas.openxmlformats.org/officeDocument/2006/relationships/image" Target="../media/image21.png"/><Relationship Id="rId6" Type="http://schemas.openxmlformats.org/officeDocument/2006/relationships/image" Target="../media/emriq_svg12.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22.png"/><Relationship Id="rId4" Type="http://schemas.openxmlformats.org/officeDocument/2006/relationships/image" Target="../media/emriq_svg13.svg"/><Relationship Id="rId5" Type="http://schemas.openxmlformats.org/officeDocument/2006/relationships/image" Target="../media/image23.png"/><Relationship Id="rId6" Type="http://schemas.openxmlformats.org/officeDocument/2006/relationships/image" Target="../media/emriq_svg14.svg"/><Relationship Id="rId7" Type="http://schemas.openxmlformats.org/officeDocument/2006/relationships/image" Target="../media/image24.png"/><Relationship Id="rId8" Type="http://schemas.openxmlformats.org/officeDocument/2006/relationships/image" Target="../media/emriq_svg15.svg"/><Relationship Id="rId9" Type="http://schemas.openxmlformats.org/officeDocument/2006/relationships/image" Target="../media/image25.png"/><Relationship Id="rId10" Type="http://schemas.openxmlformats.org/officeDocument/2006/relationships/image" Target="../media/emriq_svg16.svg"/><Relationship Id="rId11" Type="http://schemas.openxmlformats.org/officeDocument/2006/relationships/image" Target="../media/image26.png"/><Relationship Id="rId12" Type="http://schemas.openxmlformats.org/officeDocument/2006/relationships/image" Target="../media/emriq_svg17.svg"/><Relationship Id="rId13" Type="http://schemas.openxmlformats.org/officeDocument/2006/relationships/image" Target="../media/image27.png"/><Relationship Id="rId14" Type="http://schemas.openxmlformats.org/officeDocument/2006/relationships/image" Target="../media/emriq_svg18.svg"/><Relationship Id="rId15" Type="http://schemas.openxmlformats.org/officeDocument/2006/relationships/image" Target="../media/image28.png"/><Relationship Id="rId16" Type="http://schemas.openxmlformats.org/officeDocument/2006/relationships/image" Target="../media/emriq_svg19.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29.png"/><Relationship Id="rId4" Type="http://schemas.openxmlformats.org/officeDocument/2006/relationships/image" Target="../media/emriq_svg20.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emriq_svg2.svg"/><Relationship Id="rId5" Type="http://schemas.openxmlformats.org/officeDocument/2006/relationships/image" Target="../media/image30.png"/><Relationship Id="rId6" Type="http://schemas.openxmlformats.org/officeDocument/2006/relationships/image" Target="../media/emriq_svg2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EF19AE05-B64E-D52A-6BFD-38286FF8631B}"/>
              </a:ext>
            </a:extLst>
          </p:cNvPr>
          <p:cNvGraphicFramePr>
            <a:graphicFrameLocks/>
          </p:cNvGraphicFramePr>
          <p:nvPr>
            <p:custDataLst>
              <p:tags r:id="rId1"/>
            </p:custDataLst>
            <p:extLst>
              <p:ext uri="{D42A27DB-BD31-4B8C-83A1-F6EECF244321}">
                <p14:modId xmlns:p14="http://schemas.microsoft.com/office/powerpoint/2010/main" val="3162463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606" imgH="608" progId="TCLayout.ActiveDocument.1">
                  <p:embed/>
                </p:oleObj>
              </mc:Choice>
              <mc:Fallback>
                <p:oleObj name="think-cell Folie" r:id="rId4" imgW="606" imgH="608" progId="TCLayout.ActiveDocument.1">
                  <p:embed/>
                  <p:pic>
                    <p:nvPicPr>
                      <p:cNvPr id="2" name="think-cell data - do not delete" hidden="1">
                        <a:extLst>
                          <a:ext uri="{FF2B5EF4-FFF2-40B4-BE49-F238E27FC236}">
                            <a16:creationId xmlns:a16="http://schemas.microsoft.com/office/drawing/2014/main" id="{EF19AE05-B64E-D52A-6BFD-38286FF8631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0" name="Titel 9">
            <a:extLst>
              <a:ext uri="{FF2B5EF4-FFF2-40B4-BE49-F238E27FC236}">
                <a16:creationId xmlns:a16="http://schemas.microsoft.com/office/drawing/2014/main" id="{A43C0E60-E48E-326C-C88A-EB958563A39F}"/>
              </a:ext>
            </a:extLst>
          </p:cNvPr>
          <p:cNvSpPr>
            <a:spLocks noGrp="1"/>
          </p:cNvSpPr>
          <p:nvPr>
            <p:ph type="ctrTitle"/>
          </p:nvPr>
        </p:nvSpPr>
        <p:spPr>
          <a:xfrm>
            <a:off x="0" y="1126045"/>
            <a:ext cx="7921592" cy="4151098"/>
          </a:xfrm>
        </p:spPr>
        <p:txBody>
          <a:bodyPr vert="horz" rIns="0"/>
          <a:lstStyle/>
          <a:p>
            <a:r>
              <a:rPr lang="de-DE" sz="3700" dirty="0"/>
              <a:t>EMRIQ Kelmis</a:t>
            </a:r>
          </a:p>
        </p:txBody>
      </p:sp>
      <p:sp>
        <p:nvSpPr>
          <p:cNvPr id="11" name="Untertitel 10">
            <a:extLst>
              <a:ext uri="{FF2B5EF4-FFF2-40B4-BE49-F238E27FC236}">
                <a16:creationId xmlns:a16="http://schemas.microsoft.com/office/drawing/2014/main" id="{D9DE5952-EFD6-4040-D4AB-566B101A30B7}"/>
              </a:ext>
            </a:extLst>
          </p:cNvPr>
          <p:cNvSpPr>
            <a:spLocks noGrp="1"/>
          </p:cNvSpPr>
          <p:nvPr>
            <p:ph type="subTitle" idx="1"/>
          </p:nvPr>
        </p:nvSpPr>
        <p:spPr/>
        <p:txBody>
          <a:bodyPr/>
          <a:lstStyle/>
          <a:p>
            <a:pPr>
              <a:spcBef>
                <a:spcPts val="400"/>
              </a:spcBef>
            </a:pPr>
            <a:r>
              <a:rPr lang="de-DE" sz="1800" dirty="0">
                <a:solidFill>
                  <a:srgbClr val="005AA7"/>
                </a:solidFill>
              </a:rPr>
              <a:t>Städtebauliches Entwicklungskonzept mit Umsetzungsplan – Leistungskonzept</a:t>
            </a:r>
          </a:p>
          <a:p>
            <a:pPr>
              <a:spcBef>
                <a:spcPts val="900"/>
              </a:spcBef>
            </a:pPr>
            <a:r>
              <a:rPr lang="de-DE" sz="1300" dirty="0"/>
              <a:t>Ministerium der Deutschsprachigen Gemeinschaft  ·  Fachbereich Raumordnung, Wohnungswesen und Energie</a:t>
            </a:r>
          </a:p>
          <a:p>
            <a:pPr>
              <a:spcBef>
                <a:spcPts val="300"/>
              </a:spcBef>
            </a:pPr>
            <a:r>
              <a:rPr lang="de-DE" sz="1300" dirty="0"/>
              <a:t>Gesprächstermin  ·  14. Oktober 2026</a:t>
            </a:r>
          </a:p>
        </p:txBody>
      </p:sp>
      <p:sp>
        <p:nvSpPr>
          <p:cNvPr id="13" name="Textplatzhalter 12">
            <a:extLst>
              <a:ext uri="{FF2B5EF4-FFF2-40B4-BE49-F238E27FC236}">
                <a16:creationId xmlns:a16="http://schemas.microsoft.com/office/drawing/2014/main" id="{292924F1-09AE-C257-7315-AFEFA93E946B}"/>
              </a:ext>
            </a:extLst>
          </p:cNvPr>
          <p:cNvSpPr>
            <a:spLocks noGrp="1"/>
          </p:cNvSpPr>
          <p:nvPr>
            <p:ph type="body" sz="quarter" idx="16"/>
          </p:nvPr>
        </p:nvSpPr>
        <p:spPr/>
        <p:txBody>
          <a:bodyPr/>
          <a:lstStyle/>
          <a:p>
            <a:endParaRPr lang="de-DE"/>
          </a:p>
        </p:txBody>
      </p:sp>
      <p:sp>
        <p:nvSpPr>
          <p:cNvPr id="8" name="Foliennummernplatzhalter 7">
            <a:extLst>
              <a:ext uri="{FF2B5EF4-FFF2-40B4-BE49-F238E27FC236}">
                <a16:creationId xmlns:a16="http://schemas.microsoft.com/office/drawing/2014/main" id="{8D4E4676-C4B1-F403-6626-F492E6D3D163}"/>
              </a:ext>
            </a:extLst>
          </p:cNvPr>
          <p:cNvSpPr>
            <a:spLocks noGrp="1"/>
          </p:cNvSpPr>
          <p:nvPr>
            <p:ph type="sldNum" sz="quarter" idx="12"/>
          </p:nvPr>
        </p:nvSpPr>
        <p:spPr/>
        <p:txBody>
          <a:bodyPr/>
          <a:lstStyle/>
          <a:p>
            <a:fld id="{9829449A-3FF3-45CE-9F4F-09BADC0910C6}" type="slidenum">
              <a:rPr lang="de-DE"/>
              <a:pPr/>
              <a:t>1</a:t>
            </a:fld>
            <a:endParaRPr lang="de-DE"/>
          </a:p>
        </p:txBody>
      </p:sp>
      <p:sp>
        <p:nvSpPr>
          <p:cNvPr id="7" name="Fußzeilenplatzhalter 6">
            <a:extLst>
              <a:ext uri="{FF2B5EF4-FFF2-40B4-BE49-F238E27FC236}">
                <a16:creationId xmlns:a16="http://schemas.microsoft.com/office/drawing/2014/main" id="{40CB417D-9E85-AA17-26F3-4F08C452B7CE}"/>
              </a:ext>
            </a:extLst>
          </p:cNvPr>
          <p:cNvSpPr>
            <a:spLocks noGrp="1"/>
          </p:cNvSpPr>
          <p:nvPr>
            <p:ph type="ftr" sz="quarter" idx="11"/>
          </p:nvPr>
        </p:nvSpPr>
        <p:spPr/>
        <p:txBody>
          <a:bodyPr/>
          <a:lstStyle/>
          <a:p>
            <a:r>
              <a:rPr lang="de-DE"/>
              <a:t>EMRIQ Kelmis – Drees &amp; Sommer – 14.10.2026</a:t>
            </a:r>
          </a:p>
        </p:txBody>
      </p:sp>
    </p:spTree>
    <p:extLst>
      <p:ext uri="{BB962C8B-B14F-4D97-AF65-F5344CB8AC3E}">
        <p14:creationId xmlns:p14="http://schemas.microsoft.com/office/powerpoint/2010/main" val="3732431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Ausgangslage und Aufgabe</a:t>
            </a:r>
          </a:p>
        </p:txBody>
      </p:sp>
      <p:sp>
        <p:nvSpPr>
          <p:cNvPr id="3" name="Text Placeholder 2"/>
          <p:cNvSpPr>
            <a:spLocks noGrp="1"/>
          </p:cNvSpPr>
          <p:nvPr>
            <p:ph type="body" idx="14" sz="quarter"/>
          </p:nvPr>
        </p:nvSpPr>
        <p:spPr/>
        <p:txBody>
          <a:bodyPr/>
          <a:lstStyle/>
          <a:p>
            <a:r>
              <a:t>Ein Innovationsquartier mit klarem Profil – verankert in Kelmis und der Euregio</a:t>
            </a:r>
          </a:p>
        </p:txBody>
      </p:sp>
      <p:sp>
        <p:nvSpPr>
          <p:cNvPr id="4" name="Foliennummernplatzhalter"/>
          <p:cNvSpPr>
            <a:spLocks noGrp="1"/>
          </p:cNvSpPr>
          <p:nvPr>
            <p:ph type="sldNum" sz="quarter" idx="12"/>
          </p:nvPr>
        </p:nvSpPr>
        <p:spPr/>
        <p:txBody>
          <a:bodyPr/>
          <a:lstStyle/>
          <a:p>
            <a:fld id="{9829449A-3FF3-45CE-9F4F-09BADC0910C6}" type="slidenum">
              <a:rPr lang="de-DE"/>
              <a:t>‹Nr.›</a:t>
            </a:fld>
            <a:endParaRPr lang="de-DE"/>
          </a:p>
        </p:txBody>
      </p:sp>
      <p:sp>
        <p:nvSpPr>
          <p:cNvPr id="5" name="Fußzeilenplatzhalter"/>
          <p:cNvSpPr>
            <a:spLocks noGrp="1"/>
          </p:cNvSpPr>
          <p:nvPr>
            <p:ph type="ftr" sz="quarter" idx="11"/>
          </p:nvPr>
        </p:nvSpPr>
        <p:spPr/>
        <p:txBody>
          <a:bodyPr/>
          <a:lstStyle/>
          <a:p>
            <a:r>
              <a:rPr lang="de-DE"/>
              <a:t>EMRIQ Kelmis – Drees &amp; Sommer – 14.10.2026</a:t>
            </a:r>
          </a:p>
        </p:txBody>
      </p:sp>
      <p:pic>
        <p:nvPicPr>
          <p:cNvPr id="6" name="Lagekarte Euregio" descr="Lagekarte Euregio"/>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1207" y="1600200"/>
            <a:ext cx="5391302" cy="4476902"/>
          </a:xfrm>
          <a:prstGeom prst="rect">
            <a:avLst/>
          </a:prstGeom>
        </p:spPr>
      </p:pic>
      <p:sp>
        <p:nvSpPr>
          <p:cNvPr id="7" name="Text Absicht"/>
          <p:cNvSpPr txBox="1"/>
          <p:nvPr/>
        </p:nvSpPr>
        <p:spPr>
          <a:xfrm>
            <a:off x="6355080" y="1645920"/>
            <a:ext cx="5303520" cy="1417320"/>
          </a:xfrm>
          <a:prstGeom prst="rect">
            <a:avLst/>
          </a:prstGeom>
          <a:noFill/>
        </p:spPr>
        <p:txBody>
          <a:bodyPr wrap="square" lIns="0" rIns="0" tIns="0" bIns="0" anchor="t">
            <a:spAutoFit/>
          </a:bodyPr>
          <a:lstStyle/>
          <a:p>
            <a:pPr algn="l">
              <a:spcBef>
                <a:spcPts val="0"/>
              </a:spcBef>
              <a:spcAft>
                <a:spcPts val="600"/>
              </a:spcAft>
            </a:pPr>
            <a:r>
              <a:rPr sz="1600" b="1">
                <a:solidFill>
                  <a:srgbClr val="002965"/>
                </a:solidFill>
              </a:rPr>
              <a:t>Was die Deutschsprachige Gemeinschaft beabsichtigt</a:t>
            </a:r>
          </a:p>
          <a:p>
            <a:pPr algn="l">
              <a:spcBef>
                <a:spcPts val="0"/>
              </a:spcBef>
              <a:spcAft>
                <a:spcPts val="400"/>
              </a:spcAft>
            </a:pPr>
            <a:r>
              <a:rPr sz="1400" b="0">
                <a:solidFill>
                  <a:srgbClr val="404040"/>
                </a:solidFill>
              </a:rPr>
              <a:t>Ein Quartier, das Forschung, innovative Unternehmen, Produktion, Gründungen, Wohnen und Lebensqualität verbindet und die Brückenfunktion der DG zwischen Belgien, Nordrhein-Westfalen und den Hochschulen in Aachen, Lüttich und Maastricht stärkt.</a:t>
            </a:r>
          </a:p>
        </p:txBody>
      </p:sp>
      <p:sp>
        <p:nvSpPr>
          <p:cNvPr id="8" name="Überschrift Erfolgskriterien"/>
          <p:cNvSpPr txBox="1"/>
          <p:nvPr/>
        </p:nvSpPr>
        <p:spPr>
          <a:xfrm>
            <a:off x="6355080" y="3200400"/>
            <a:ext cx="5303520" cy="320040"/>
          </a:xfrm>
          <a:prstGeom prst="rect">
            <a:avLst/>
          </a:prstGeom>
          <a:noFill/>
        </p:spPr>
        <p:txBody>
          <a:bodyPr wrap="square" lIns="0" rIns="0" tIns="0" bIns="0" anchor="t">
            <a:spAutoFit/>
          </a:bodyPr>
          <a:lstStyle/>
          <a:p>
            <a:pPr algn="l">
              <a:spcBef>
                <a:spcPts val="0"/>
              </a:spcBef>
              <a:spcAft>
                <a:spcPts val="400"/>
              </a:spcAft>
            </a:pPr>
            <a:r>
              <a:rPr sz="1600" b="1">
                <a:solidFill>
                  <a:srgbClr val="002965"/>
                </a:solidFill>
              </a:rPr>
              <a:t>Woran wir den Erfolg messen</a:t>
            </a:r>
          </a:p>
        </p:txBody>
      </p:sp>
      <p:pic>
        <p:nvPicPr>
          <p:cNvPr id="9" name="Haken 1" descr="Haken 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55080" y="3630168"/>
            <a:ext cx="237744" cy="237744"/>
          </a:xfrm>
          <a:prstGeom prst="rect">
            <a:avLst/>
          </a:prstGeom>
        </p:spPr>
      </p:pic>
      <p:sp>
        <p:nvSpPr>
          <p:cNvPr id="10" name="Kriterium 1"/>
          <p:cNvSpPr txBox="1"/>
          <p:nvPr/>
        </p:nvSpPr>
        <p:spPr>
          <a:xfrm>
            <a:off x="6720840" y="3611880"/>
            <a:ext cx="4937760" cy="329184"/>
          </a:xfrm>
          <a:prstGeom prst="rect">
            <a:avLst/>
          </a:prstGeom>
          <a:noFill/>
        </p:spPr>
        <p:txBody>
          <a:bodyPr wrap="square" lIns="0" rIns="0" tIns="0" bIns="0" anchor="ctr">
            <a:spAutoFit/>
          </a:bodyPr>
          <a:lstStyle/>
          <a:p>
            <a:pPr algn="l">
              <a:spcBef>
                <a:spcPts val="0"/>
              </a:spcBef>
              <a:spcAft>
                <a:spcPts val="400"/>
              </a:spcAft>
            </a:pPr>
            <a:r>
              <a:rPr sz="1400" b="0">
                <a:solidFill>
                  <a:srgbClr val="404040"/>
                </a:solidFill>
              </a:rPr>
              <a:t>Schlüssige thematische Profilierung mit Alleinstellung in der Euregio</a:t>
            </a:r>
          </a:p>
        </p:txBody>
      </p:sp>
      <p:pic>
        <p:nvPicPr>
          <p:cNvPr id="11" name="Haken 2" descr="Haken 2"/>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55080" y="4032504"/>
            <a:ext cx="237744" cy="237744"/>
          </a:xfrm>
          <a:prstGeom prst="rect">
            <a:avLst/>
          </a:prstGeom>
        </p:spPr>
      </p:pic>
      <p:sp>
        <p:nvSpPr>
          <p:cNvPr id="12" name="Kriterium 2"/>
          <p:cNvSpPr txBox="1"/>
          <p:nvPr/>
        </p:nvSpPr>
        <p:spPr>
          <a:xfrm>
            <a:off x="6720840" y="4014216"/>
            <a:ext cx="4937760" cy="329184"/>
          </a:xfrm>
          <a:prstGeom prst="rect">
            <a:avLst/>
          </a:prstGeom>
          <a:noFill/>
        </p:spPr>
        <p:txBody>
          <a:bodyPr wrap="square" lIns="0" rIns="0" tIns="0" bIns="0" anchor="ctr">
            <a:spAutoFit/>
          </a:bodyPr>
          <a:lstStyle/>
          <a:p>
            <a:pPr algn="l">
              <a:spcBef>
                <a:spcPts val="0"/>
              </a:spcBef>
              <a:spcAft>
                <a:spcPts val="400"/>
              </a:spcAft>
            </a:pPr>
            <a:r>
              <a:rPr sz="1400" b="0">
                <a:solidFill>
                  <a:srgbClr val="404040"/>
                </a:solidFill>
              </a:rPr>
              <a:t>Nachgewiesene Bedarfe und klar beschriebene Zielgruppen</a:t>
            </a:r>
          </a:p>
        </p:txBody>
      </p:sp>
      <p:pic>
        <p:nvPicPr>
          <p:cNvPr id="13" name="Haken 3" descr="Haken 3"/>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55080" y="4434840"/>
            <a:ext cx="237744" cy="237744"/>
          </a:xfrm>
          <a:prstGeom prst="rect">
            <a:avLst/>
          </a:prstGeom>
        </p:spPr>
      </p:pic>
      <p:sp>
        <p:nvSpPr>
          <p:cNvPr id="14" name="Kriterium 3"/>
          <p:cNvSpPr txBox="1"/>
          <p:nvPr/>
        </p:nvSpPr>
        <p:spPr>
          <a:xfrm>
            <a:off x="6720840" y="4416552"/>
            <a:ext cx="4937760" cy="329184"/>
          </a:xfrm>
          <a:prstGeom prst="rect">
            <a:avLst/>
          </a:prstGeom>
          <a:noFill/>
        </p:spPr>
        <p:txBody>
          <a:bodyPr wrap="square" lIns="0" rIns="0" tIns="0" bIns="0" anchor="ctr">
            <a:spAutoFit/>
          </a:bodyPr>
          <a:lstStyle/>
          <a:p>
            <a:pPr algn="l">
              <a:spcBef>
                <a:spcPts val="0"/>
              </a:spcBef>
              <a:spcAft>
                <a:spcPts val="400"/>
              </a:spcAft>
            </a:pPr>
            <a:r>
              <a:rPr sz="1400" b="0">
                <a:solidFill>
                  <a:srgbClr val="404040"/>
                </a:solidFill>
              </a:rPr>
              <a:t>Robustes Struktur- und Nutzungskonzept mit Entwicklungsspielräumen</a:t>
            </a:r>
          </a:p>
        </p:txBody>
      </p:sp>
      <p:pic>
        <p:nvPicPr>
          <p:cNvPr id="15" name="Haken 4" descr="Haken 4"/>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55080" y="4837176"/>
            <a:ext cx="237744" cy="237744"/>
          </a:xfrm>
          <a:prstGeom prst="rect">
            <a:avLst/>
          </a:prstGeom>
        </p:spPr>
      </p:pic>
      <p:sp>
        <p:nvSpPr>
          <p:cNvPr id="16" name="Kriterium 4"/>
          <p:cNvSpPr txBox="1"/>
          <p:nvPr/>
        </p:nvSpPr>
        <p:spPr>
          <a:xfrm>
            <a:off x="6720840" y="4818888"/>
            <a:ext cx="4937760" cy="329184"/>
          </a:xfrm>
          <a:prstGeom prst="rect">
            <a:avLst/>
          </a:prstGeom>
          <a:noFill/>
        </p:spPr>
        <p:txBody>
          <a:bodyPr wrap="square" lIns="0" rIns="0" tIns="0" bIns="0" anchor="ctr">
            <a:spAutoFit/>
          </a:bodyPr>
          <a:lstStyle/>
          <a:p>
            <a:pPr algn="l">
              <a:spcBef>
                <a:spcPts val="0"/>
              </a:spcBef>
              <a:spcAft>
                <a:spcPts val="400"/>
              </a:spcAft>
            </a:pPr>
            <a:r>
              <a:rPr sz="1400" b="0">
                <a:solidFill>
                  <a:srgbClr val="404040"/>
                </a:solidFill>
              </a:rPr>
              <a:t>Wirtschaftlich und organisatorisch tragfähiges Umsetzungsmodell</a:t>
            </a:r>
          </a:p>
        </p:txBody>
      </p:sp>
      <p:pic>
        <p:nvPicPr>
          <p:cNvPr id="17" name="Haken 5" descr="Haken 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55080" y="5239512"/>
            <a:ext cx="237744" cy="237744"/>
          </a:xfrm>
          <a:prstGeom prst="rect">
            <a:avLst/>
          </a:prstGeom>
        </p:spPr>
      </p:pic>
      <p:sp>
        <p:nvSpPr>
          <p:cNvPr id="18" name="Kriterium 5"/>
          <p:cNvSpPr txBox="1"/>
          <p:nvPr/>
        </p:nvSpPr>
        <p:spPr>
          <a:xfrm>
            <a:off x="6720840" y="5221224"/>
            <a:ext cx="4937760" cy="329184"/>
          </a:xfrm>
          <a:prstGeom prst="rect">
            <a:avLst/>
          </a:prstGeom>
          <a:noFill/>
        </p:spPr>
        <p:txBody>
          <a:bodyPr wrap="square" lIns="0" rIns="0" tIns="0" bIns="0" anchor="ctr">
            <a:spAutoFit/>
          </a:bodyPr>
          <a:lstStyle/>
          <a:p>
            <a:pPr algn="l">
              <a:spcBef>
                <a:spcPts val="0"/>
              </a:spcBef>
              <a:spcAft>
                <a:spcPts val="400"/>
              </a:spcAft>
            </a:pPr>
            <a:r>
              <a:rPr sz="1400" b="0">
                <a:solidFill>
                  <a:srgbClr val="404040"/>
                </a:solidFill>
              </a:rPr>
              <a:t>Priorisierte Roadmap mit Kosten, Folgekosten und Zuständigkeiten</a:t>
            </a:r>
          </a:p>
        </p:txBody>
      </p:sp>
      <p:pic>
        <p:nvPicPr>
          <p:cNvPr id="19" name="Haken 6" descr="Haken 6"/>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55080" y="5641848"/>
            <a:ext cx="237744" cy="237744"/>
          </a:xfrm>
          <a:prstGeom prst="rect">
            <a:avLst/>
          </a:prstGeom>
        </p:spPr>
      </p:pic>
      <p:sp>
        <p:nvSpPr>
          <p:cNvPr id="20" name="Kriterium 6"/>
          <p:cNvSpPr txBox="1"/>
          <p:nvPr/>
        </p:nvSpPr>
        <p:spPr>
          <a:xfrm>
            <a:off x="6720840" y="5623560"/>
            <a:ext cx="4937760" cy="329184"/>
          </a:xfrm>
          <a:prstGeom prst="rect">
            <a:avLst/>
          </a:prstGeom>
          <a:noFill/>
        </p:spPr>
        <p:txBody>
          <a:bodyPr wrap="square" lIns="0" rIns="0" tIns="0" bIns="0" anchor="ctr">
            <a:spAutoFit/>
          </a:bodyPr>
          <a:lstStyle/>
          <a:p>
            <a:pPr algn="l">
              <a:spcBef>
                <a:spcPts val="0"/>
              </a:spcBef>
              <a:spcAft>
                <a:spcPts val="400"/>
              </a:spcAft>
            </a:pPr>
            <a:r>
              <a:rPr sz="1400" b="0">
                <a:solidFill>
                  <a:srgbClr val="404040"/>
                </a:solidFill>
              </a:rPr>
              <a:t>Standortstory in Deutsch, Französisch und Englisch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Unser Ansatz</a:t>
            </a:r>
          </a:p>
        </p:txBody>
      </p:sp>
      <p:sp>
        <p:nvSpPr>
          <p:cNvPr id="3" name="Text Placeholder 2"/>
          <p:cNvSpPr>
            <a:spLocks noGrp="1"/>
          </p:cNvSpPr>
          <p:nvPr>
            <p:ph type="body" idx="14" sz="quarter"/>
          </p:nvPr>
        </p:nvSpPr>
        <p:spPr/>
        <p:txBody>
          <a:bodyPr/>
          <a:lstStyle/>
          <a:p>
            <a:r>
              <a:t>Strategie, Planung und Umsetzung in einem Prozess – aufbauend auf den vorhandenen Grundlagen</a:t>
            </a:r>
          </a:p>
        </p:txBody>
      </p:sp>
      <p:sp>
        <p:nvSpPr>
          <p:cNvPr id="4" name="Foliennummernplatzhalter"/>
          <p:cNvSpPr>
            <a:spLocks noGrp="1"/>
          </p:cNvSpPr>
          <p:nvPr>
            <p:ph type="sldNum" sz="quarter" idx="12"/>
          </p:nvPr>
        </p:nvSpPr>
        <p:spPr/>
        <p:txBody>
          <a:bodyPr/>
          <a:lstStyle/>
          <a:p>
            <a:fld id="{9829449A-3FF3-45CE-9F4F-09BADC0910C6}" type="slidenum">
              <a:rPr lang="de-DE"/>
              <a:t>‹Nr.›</a:t>
            </a:fld>
            <a:endParaRPr lang="de-DE"/>
          </a:p>
        </p:txBody>
      </p:sp>
      <p:sp>
        <p:nvSpPr>
          <p:cNvPr id="5" name="Fußzeilenplatzhalter"/>
          <p:cNvSpPr>
            <a:spLocks noGrp="1"/>
          </p:cNvSpPr>
          <p:nvPr>
            <p:ph type="ftr" sz="quarter" idx="11"/>
          </p:nvPr>
        </p:nvSpPr>
        <p:spPr/>
        <p:txBody>
          <a:bodyPr/>
          <a:lstStyle/>
          <a:p>
            <a:r>
              <a:rPr lang="de-DE"/>
              <a:t>EMRIQ Kelmis – Drees &amp; Sommer – 14.10.2026</a:t>
            </a:r>
          </a:p>
        </p:txBody>
      </p:sp>
      <p:sp>
        <p:nvSpPr>
          <p:cNvPr id="6" name="Karte Grundlagen nutzen"/>
          <p:cNvSpPr/>
          <p:nvPr/>
        </p:nvSpPr>
        <p:spPr>
          <a:xfrm>
            <a:off x="521207" y="1691640"/>
            <a:ext cx="2578608" cy="3154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con-Kreis grundlagen"/>
          <p:cNvSpPr/>
          <p:nvPr/>
        </p:nvSpPr>
        <p:spPr>
          <a:xfrm>
            <a:off x="749808" y="1920240"/>
            <a:ext cx="685800" cy="685800"/>
          </a:xfrm>
          <a:prstGeom prst="ellipse">
            <a:avLst/>
          </a:prstGeom>
          <a:solidFill>
            <a:srgbClr val="005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Icon grundlagen" descr="Icon grundlage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6968" y="2057400"/>
            <a:ext cx="411479" cy="411479"/>
          </a:xfrm>
          <a:prstGeom prst="rect">
            <a:avLst/>
          </a:prstGeom>
        </p:spPr>
      </p:pic>
      <p:sp>
        <p:nvSpPr>
          <p:cNvPr id="9" name="Titel Grundlagen nutzen"/>
          <p:cNvSpPr txBox="1"/>
          <p:nvPr/>
        </p:nvSpPr>
        <p:spPr>
          <a:xfrm>
            <a:off x="749808" y="2697480"/>
            <a:ext cx="2121408" cy="502920"/>
          </a:xfrm>
          <a:prstGeom prst="rect">
            <a:avLst/>
          </a:prstGeom>
          <a:noFill/>
        </p:spPr>
        <p:txBody>
          <a:bodyPr wrap="square" lIns="0" rIns="0" tIns="0" bIns="0" anchor="b">
            <a:spAutoFit/>
          </a:bodyPr>
          <a:lstStyle/>
          <a:p>
            <a:pPr algn="l">
              <a:spcBef>
                <a:spcPts val="0"/>
              </a:spcBef>
              <a:spcAft>
                <a:spcPts val="400"/>
              </a:spcAft>
            </a:pPr>
            <a:r>
              <a:rPr sz="1600" b="1">
                <a:solidFill>
                  <a:srgbClr val="002965"/>
                </a:solidFill>
              </a:rPr>
              <a:t>Grundlagen nutzen</a:t>
            </a:r>
          </a:p>
        </p:txBody>
      </p:sp>
      <p:sp>
        <p:nvSpPr>
          <p:cNvPr id="10" name="Text Grundlagen nutzen"/>
          <p:cNvSpPr txBox="1"/>
          <p:nvPr/>
        </p:nvSpPr>
        <p:spPr>
          <a:xfrm>
            <a:off x="749808" y="3310128"/>
            <a:ext cx="2121408" cy="1463040"/>
          </a:xfrm>
          <a:prstGeom prst="rect">
            <a:avLst/>
          </a:prstGeom>
          <a:noFill/>
        </p:spPr>
        <p:txBody>
          <a:bodyPr wrap="square" lIns="0" rIns="0" tIns="0" bIns="0" anchor="t">
            <a:spAutoFit/>
          </a:bodyPr>
          <a:lstStyle/>
          <a:p>
            <a:pPr algn="l">
              <a:spcBef>
                <a:spcPts val="0"/>
              </a:spcBef>
              <a:spcAft>
                <a:spcPts val="400"/>
              </a:spcAft>
            </a:pPr>
            <a:r>
              <a:rPr sz="1400" b="0">
                <a:solidFill>
                  <a:srgbClr val="404040"/>
                </a:solidFill>
              </a:rPr>
              <a:t>Fachgutachten Raumordnung, Gewerbeflächenstrategie, OBL'EU und MORO werden zu Beginn zusammengeführt. Wir ergänzen gezielt, statt neu zu analysieren.</a:t>
            </a:r>
          </a:p>
        </p:txBody>
      </p:sp>
      <p:sp>
        <p:nvSpPr>
          <p:cNvPr id="11" name="Karte Fokussieren"/>
          <p:cNvSpPr/>
          <p:nvPr/>
        </p:nvSpPr>
        <p:spPr>
          <a:xfrm>
            <a:off x="3374135" y="1691640"/>
            <a:ext cx="2578608" cy="3154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con-Kreis fokus"/>
          <p:cNvSpPr/>
          <p:nvPr/>
        </p:nvSpPr>
        <p:spPr>
          <a:xfrm>
            <a:off x="3602735" y="1920240"/>
            <a:ext cx="685800" cy="685800"/>
          </a:xfrm>
          <a:prstGeom prst="ellipse">
            <a:avLst/>
          </a:prstGeom>
          <a:solidFill>
            <a:srgbClr val="005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Icon fokus" descr="Icon fokus"/>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739896" y="2057400"/>
            <a:ext cx="411479" cy="411479"/>
          </a:xfrm>
          <a:prstGeom prst="rect">
            <a:avLst/>
          </a:prstGeom>
        </p:spPr>
      </p:pic>
      <p:sp>
        <p:nvSpPr>
          <p:cNvPr id="14" name="Titel Fokussieren"/>
          <p:cNvSpPr txBox="1"/>
          <p:nvPr/>
        </p:nvSpPr>
        <p:spPr>
          <a:xfrm>
            <a:off x="3602735" y="2697480"/>
            <a:ext cx="2121408" cy="502920"/>
          </a:xfrm>
          <a:prstGeom prst="rect">
            <a:avLst/>
          </a:prstGeom>
          <a:noFill/>
        </p:spPr>
        <p:txBody>
          <a:bodyPr wrap="square" lIns="0" rIns="0" tIns="0" bIns="0" anchor="b">
            <a:spAutoFit/>
          </a:bodyPr>
          <a:lstStyle/>
          <a:p>
            <a:pPr algn="l">
              <a:spcBef>
                <a:spcPts val="0"/>
              </a:spcBef>
              <a:spcAft>
                <a:spcPts val="400"/>
              </a:spcAft>
            </a:pPr>
            <a:r>
              <a:rPr sz="1600" b="1">
                <a:solidFill>
                  <a:srgbClr val="002965"/>
                </a:solidFill>
              </a:rPr>
              <a:t>Fokussieren</a:t>
            </a:r>
          </a:p>
        </p:txBody>
      </p:sp>
      <p:sp>
        <p:nvSpPr>
          <p:cNvPr id="15" name="Text Fokussieren"/>
          <p:cNvSpPr txBox="1"/>
          <p:nvPr/>
        </p:nvSpPr>
        <p:spPr>
          <a:xfrm>
            <a:off x="3602735" y="3310128"/>
            <a:ext cx="2121408" cy="1463040"/>
          </a:xfrm>
          <a:prstGeom prst="rect">
            <a:avLst/>
          </a:prstGeom>
          <a:noFill/>
        </p:spPr>
        <p:txBody>
          <a:bodyPr wrap="square" lIns="0" rIns="0" tIns="0" bIns="0" anchor="t">
            <a:spAutoFit/>
          </a:bodyPr>
          <a:lstStyle/>
          <a:p>
            <a:pPr algn="l">
              <a:spcBef>
                <a:spcPts val="0"/>
              </a:spcBef>
              <a:spcAft>
                <a:spcPts val="400"/>
              </a:spcAft>
            </a:pPr>
            <a:r>
              <a:rPr sz="1400" b="0">
                <a:solidFill>
                  <a:srgbClr val="404040"/>
                </a:solidFill>
              </a:rPr>
              <a:t>Ein Thema statt Campusstrategie. Schwerpunkte werden transparent bewertet; die DG entscheidet auf nachvollziehbarer Grundlage.</a:t>
            </a:r>
          </a:p>
        </p:txBody>
      </p:sp>
      <p:sp>
        <p:nvSpPr>
          <p:cNvPr id="16" name="Karte Rechnen"/>
          <p:cNvSpPr/>
          <p:nvPr/>
        </p:nvSpPr>
        <p:spPr>
          <a:xfrm>
            <a:off x="6227064" y="1691640"/>
            <a:ext cx="2578608" cy="3154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con-Kreis rechnen"/>
          <p:cNvSpPr/>
          <p:nvPr/>
        </p:nvSpPr>
        <p:spPr>
          <a:xfrm>
            <a:off x="6455664" y="1920240"/>
            <a:ext cx="685800" cy="685800"/>
          </a:xfrm>
          <a:prstGeom prst="ellipse">
            <a:avLst/>
          </a:prstGeom>
          <a:solidFill>
            <a:srgbClr val="005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Icon rechnen" descr="Icon rechnen"/>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92824" y="2057400"/>
            <a:ext cx="411479" cy="411479"/>
          </a:xfrm>
          <a:prstGeom prst="rect">
            <a:avLst/>
          </a:prstGeom>
        </p:spPr>
      </p:pic>
      <p:sp>
        <p:nvSpPr>
          <p:cNvPr id="19" name="Titel Rechnen"/>
          <p:cNvSpPr txBox="1"/>
          <p:nvPr/>
        </p:nvSpPr>
        <p:spPr>
          <a:xfrm>
            <a:off x="6455664" y="2697480"/>
            <a:ext cx="2121408" cy="502920"/>
          </a:xfrm>
          <a:prstGeom prst="rect">
            <a:avLst/>
          </a:prstGeom>
          <a:noFill/>
        </p:spPr>
        <p:txBody>
          <a:bodyPr wrap="square" lIns="0" rIns="0" tIns="0" bIns="0" anchor="b">
            <a:spAutoFit/>
          </a:bodyPr>
          <a:lstStyle/>
          <a:p>
            <a:pPr algn="l">
              <a:spcBef>
                <a:spcPts val="0"/>
              </a:spcBef>
              <a:spcAft>
                <a:spcPts val="400"/>
              </a:spcAft>
            </a:pPr>
            <a:r>
              <a:rPr sz="1600" b="1">
                <a:solidFill>
                  <a:srgbClr val="002965"/>
                </a:solidFill>
              </a:rPr>
              <a:t>Rechnen</a:t>
            </a:r>
          </a:p>
        </p:txBody>
      </p:sp>
      <p:sp>
        <p:nvSpPr>
          <p:cNvPr id="20" name="Text Rechnen"/>
          <p:cNvSpPr txBox="1"/>
          <p:nvPr/>
        </p:nvSpPr>
        <p:spPr>
          <a:xfrm>
            <a:off x="6455664" y="3310128"/>
            <a:ext cx="2121408" cy="1463040"/>
          </a:xfrm>
          <a:prstGeom prst="rect">
            <a:avLst/>
          </a:prstGeom>
          <a:noFill/>
        </p:spPr>
        <p:txBody>
          <a:bodyPr wrap="square" lIns="0" rIns="0" tIns="0" bIns="0" anchor="t">
            <a:spAutoFit/>
          </a:bodyPr>
          <a:lstStyle/>
          <a:p>
            <a:pPr algn="l">
              <a:spcBef>
                <a:spcPts val="0"/>
              </a:spcBef>
              <a:spcAft>
                <a:spcPts val="400"/>
              </a:spcAft>
            </a:pPr>
            <a:r>
              <a:rPr sz="1400" b="0">
                <a:solidFill>
                  <a:srgbClr val="404040"/>
                </a:solidFill>
              </a:rPr>
              <a:t>Das Quartier wird aus Sicht von Eigentümer, Käufern und Investoren durchgerechnet: Exit-Szenarien, Grundstückswerte, Finanzierungsbedarf.</a:t>
            </a:r>
          </a:p>
        </p:txBody>
      </p:sp>
      <p:sp>
        <p:nvSpPr>
          <p:cNvPr id="21" name="Karte Umsetzen und vermitteln"/>
          <p:cNvSpPr/>
          <p:nvPr/>
        </p:nvSpPr>
        <p:spPr>
          <a:xfrm>
            <a:off x="9079992" y="1691640"/>
            <a:ext cx="2578608" cy="3154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con-Kreis umsetzen"/>
          <p:cNvSpPr/>
          <p:nvPr/>
        </p:nvSpPr>
        <p:spPr>
          <a:xfrm>
            <a:off x="9308592" y="1920240"/>
            <a:ext cx="685800" cy="685800"/>
          </a:xfrm>
          <a:prstGeom prst="ellipse">
            <a:avLst/>
          </a:prstGeom>
          <a:solidFill>
            <a:srgbClr val="005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Icon umsetzen" descr="Icon umsetzen"/>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445752" y="2057400"/>
            <a:ext cx="411479" cy="411479"/>
          </a:xfrm>
          <a:prstGeom prst="rect">
            <a:avLst/>
          </a:prstGeom>
        </p:spPr>
      </p:pic>
      <p:sp>
        <p:nvSpPr>
          <p:cNvPr id="24" name="Titel Umsetzen und vermitteln"/>
          <p:cNvSpPr txBox="1"/>
          <p:nvPr/>
        </p:nvSpPr>
        <p:spPr>
          <a:xfrm>
            <a:off x="9308592" y="2697480"/>
            <a:ext cx="2121408" cy="502920"/>
          </a:xfrm>
          <a:prstGeom prst="rect">
            <a:avLst/>
          </a:prstGeom>
          <a:noFill/>
        </p:spPr>
        <p:txBody>
          <a:bodyPr wrap="square" lIns="0" rIns="0" tIns="0" bIns="0" anchor="b">
            <a:spAutoFit/>
          </a:bodyPr>
          <a:lstStyle/>
          <a:p>
            <a:pPr algn="l">
              <a:spcBef>
                <a:spcPts val="0"/>
              </a:spcBef>
              <a:spcAft>
                <a:spcPts val="400"/>
              </a:spcAft>
            </a:pPr>
            <a:r>
              <a:rPr sz="1600" b="1">
                <a:solidFill>
                  <a:srgbClr val="002965"/>
                </a:solidFill>
              </a:rPr>
              <a:t>Umsetzen und vermitteln</a:t>
            </a:r>
          </a:p>
        </p:txBody>
      </p:sp>
      <p:sp>
        <p:nvSpPr>
          <p:cNvPr id="25" name="Text Umsetzen und vermitteln"/>
          <p:cNvSpPr txBox="1"/>
          <p:nvPr/>
        </p:nvSpPr>
        <p:spPr>
          <a:xfrm>
            <a:off x="9308592" y="3310128"/>
            <a:ext cx="2121408" cy="1463040"/>
          </a:xfrm>
          <a:prstGeom prst="rect">
            <a:avLst/>
          </a:prstGeom>
          <a:noFill/>
        </p:spPr>
        <p:txBody>
          <a:bodyPr wrap="square" lIns="0" rIns="0" tIns="0" bIns="0" anchor="t">
            <a:spAutoFit/>
          </a:bodyPr>
          <a:lstStyle/>
          <a:p>
            <a:pPr algn="l">
              <a:spcBef>
                <a:spcPts val="0"/>
              </a:spcBef>
              <a:spcAft>
                <a:spcPts val="400"/>
              </a:spcAft>
            </a:pPr>
            <a:r>
              <a:rPr sz="1400" b="0">
                <a:solidFill>
                  <a:srgbClr val="404040"/>
                </a:solidFill>
              </a:rPr>
              <a:t>Roadmap mit Zuständigkeiten und Meilensteinen sowie eine dreisprachige Standortstory für Investoren und Fachkräfte.</a:t>
            </a:r>
          </a:p>
        </p:txBody>
      </p:sp>
      <p:sp>
        <p:nvSpPr>
          <p:cNvPr id="26" name="Team"/>
          <p:cNvSpPr/>
          <p:nvPr/>
        </p:nvSpPr>
        <p:spPr>
          <a:xfrm>
            <a:off x="521207" y="5074920"/>
            <a:ext cx="11137392" cy="960120"/>
          </a:xfrm>
          <a:prstGeom prst="rect">
            <a:avLst/>
          </a:prstGeom>
          <a:solidFill>
            <a:srgbClr val="0029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Icon-Kreis team"/>
          <p:cNvSpPr/>
          <p:nvPr/>
        </p:nvSpPr>
        <p:spPr>
          <a:xfrm>
            <a:off x="749808" y="5212080"/>
            <a:ext cx="685800" cy="685800"/>
          </a:xfrm>
          <a:prstGeom prst="ellipse">
            <a:avLst/>
          </a:prstGeom>
          <a:solidFill>
            <a:srgbClr val="005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Icon team" descr="Icon team"/>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6968" y="5349240"/>
            <a:ext cx="411479" cy="411479"/>
          </a:xfrm>
          <a:prstGeom prst="rect">
            <a:avLst/>
          </a:prstGeom>
        </p:spPr>
      </p:pic>
      <p:sp>
        <p:nvSpPr>
          <p:cNvPr id="29" name="Text Team"/>
          <p:cNvSpPr txBox="1"/>
          <p:nvPr/>
        </p:nvSpPr>
        <p:spPr>
          <a:xfrm>
            <a:off x="1691640" y="5138928"/>
            <a:ext cx="9784080" cy="841248"/>
          </a:xfrm>
          <a:prstGeom prst="rect">
            <a:avLst/>
          </a:prstGeom>
          <a:noFill/>
        </p:spPr>
        <p:txBody>
          <a:bodyPr wrap="square" lIns="0" rIns="0" tIns="0" bIns="0" anchor="ctr">
            <a:spAutoFit/>
          </a:bodyPr>
          <a:lstStyle/>
          <a:p>
            <a:pPr algn="l">
              <a:spcBef>
                <a:spcPts val="0"/>
              </a:spcBef>
              <a:spcAft>
                <a:spcPts val="400"/>
              </a:spcAft>
            </a:pPr>
            <a:r>
              <a:rPr sz="1400" b="1">
                <a:solidFill>
                  <a:srgbClr val="FFFFFF"/>
                </a:solidFill>
              </a:rPr>
              <a:t>Interdisziplinäres Kernteam: Stadt- und Quartiersentwicklung · Immobilienökonomie · Projektmanagement · Nachhaltigkeit · Mobilität · Kommunikation</a:t>
            </a:r>
          </a:p>
          <a:p>
            <a:pPr algn="l">
              <a:spcBef>
                <a:spcPts val="0"/>
              </a:spcBef>
              <a:spcAft>
                <a:spcPts val="400"/>
              </a:spcAft>
            </a:pPr>
            <a:r>
              <a:rPr sz="1400" b="0">
                <a:solidFill>
                  <a:srgbClr val="FFFFFF"/>
                </a:solidFill>
              </a:rPr>
              <a:t>Projektleitung und Team mit Deutsch, Französisch und Englisch · persönlicher Ansprechpartner, bei Bedarf vor Ort in Eupen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Leistungsumfang im Überblick</a:t>
            </a:r>
          </a:p>
        </p:txBody>
      </p:sp>
      <p:sp>
        <p:nvSpPr>
          <p:cNvPr id="3" name="Text Placeholder 2"/>
          <p:cNvSpPr>
            <a:spLocks noGrp="1"/>
          </p:cNvSpPr>
          <p:nvPr>
            <p:ph type="body" idx="14" sz="quarter"/>
          </p:nvPr>
        </p:nvSpPr>
        <p:spPr/>
        <p:txBody>
          <a:bodyPr/>
          <a:lstStyle/>
          <a:p>
            <a:r>
              <a:t>Acht Arbeitspakete in drei Phasen, begleitet von einem durchgängigen Abstimmungsprozess</a:t>
            </a:r>
          </a:p>
        </p:txBody>
      </p:sp>
      <p:sp>
        <p:nvSpPr>
          <p:cNvPr id="4" name="Foliennummernplatzhalter"/>
          <p:cNvSpPr>
            <a:spLocks noGrp="1"/>
          </p:cNvSpPr>
          <p:nvPr>
            <p:ph type="sldNum" sz="quarter" idx="12"/>
          </p:nvPr>
        </p:nvSpPr>
        <p:spPr/>
        <p:txBody>
          <a:bodyPr/>
          <a:lstStyle/>
          <a:p>
            <a:fld id="{9829449A-3FF3-45CE-9F4F-09BADC0910C6}" type="slidenum">
              <a:rPr lang="de-DE"/>
              <a:t>‹Nr.›</a:t>
            </a:fld>
            <a:endParaRPr lang="de-DE"/>
          </a:p>
        </p:txBody>
      </p:sp>
      <p:sp>
        <p:nvSpPr>
          <p:cNvPr id="5" name="Fußzeilenplatzhalter"/>
          <p:cNvSpPr>
            <a:spLocks noGrp="1"/>
          </p:cNvSpPr>
          <p:nvPr>
            <p:ph type="ftr" sz="quarter" idx="11"/>
          </p:nvPr>
        </p:nvSpPr>
        <p:spPr/>
        <p:txBody>
          <a:bodyPr/>
          <a:lstStyle/>
          <a:p>
            <a:r>
              <a:rPr lang="de-DE"/>
              <a:t>EMRIQ Kelmis – Drees &amp; Sommer – 14.10.2026</a:t>
            </a:r>
          </a:p>
        </p:txBody>
      </p:sp>
      <p:pic>
        <p:nvPicPr>
          <p:cNvPr id="6" name="Leistungsarchitektur" descr="Leistungsarchitektu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1207" y="1600200"/>
            <a:ext cx="11134648" cy="4438497"/>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 1–3: Grundlagen, Analyse und Themenprofil</a:t>
            </a:r>
          </a:p>
        </p:txBody>
      </p:sp>
      <p:sp>
        <p:nvSpPr>
          <p:cNvPr id="3" name="Text Placeholder 2"/>
          <p:cNvSpPr>
            <a:spLocks noGrp="1"/>
          </p:cNvSpPr>
          <p:nvPr>
            <p:ph type="body" idx="14" sz="quarter"/>
          </p:nvPr>
        </p:nvSpPr>
        <p:spPr/>
        <p:txBody>
          <a:bodyPr/>
          <a:lstStyle/>
          <a:p>
            <a:r>
              <a:t>Vom gemeinsamen Zielsystem zur begründeten thematischen Ausrichtung</a:t>
            </a:r>
          </a:p>
        </p:txBody>
      </p:sp>
      <p:sp>
        <p:nvSpPr>
          <p:cNvPr id="4" name="Foliennummernplatzhalter"/>
          <p:cNvSpPr>
            <a:spLocks noGrp="1"/>
          </p:cNvSpPr>
          <p:nvPr>
            <p:ph type="sldNum" sz="quarter" idx="12"/>
          </p:nvPr>
        </p:nvSpPr>
        <p:spPr/>
        <p:txBody>
          <a:bodyPr/>
          <a:lstStyle/>
          <a:p>
            <a:fld id="{9829449A-3FF3-45CE-9F4F-09BADC0910C6}" type="slidenum">
              <a:rPr lang="de-DE"/>
              <a:t>‹Nr.›</a:t>
            </a:fld>
            <a:endParaRPr lang="de-DE"/>
          </a:p>
        </p:txBody>
      </p:sp>
      <p:sp>
        <p:nvSpPr>
          <p:cNvPr id="5" name="Fußzeilenplatzhalter"/>
          <p:cNvSpPr>
            <a:spLocks noGrp="1"/>
          </p:cNvSpPr>
          <p:nvPr>
            <p:ph type="ftr" sz="quarter" idx="11"/>
          </p:nvPr>
        </p:nvSpPr>
        <p:spPr/>
        <p:txBody>
          <a:bodyPr/>
          <a:lstStyle/>
          <a:p>
            <a:r>
              <a:rPr lang="de-DE"/>
              <a:t>EMRIQ Kelmis – Drees &amp; Sommer – 14.10.2026</a:t>
            </a:r>
          </a:p>
        </p:txBody>
      </p:sp>
      <p:sp>
        <p:nvSpPr>
          <p:cNvPr id="6" name="Etikett AP 1"/>
          <p:cNvSpPr/>
          <p:nvPr/>
        </p:nvSpPr>
        <p:spPr>
          <a:xfrm>
            <a:off x="521207" y="1664208"/>
            <a:ext cx="566928" cy="246888"/>
          </a:xfrm>
          <a:prstGeom prst="rect">
            <a:avLst/>
          </a:prstGeom>
          <a:solidFill>
            <a:srgbClr val="0029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rPr>
              <a:t>AP 1</a:t>
            </a:r>
          </a:p>
        </p:txBody>
      </p:sp>
      <p:sp>
        <p:nvSpPr>
          <p:cNvPr id="7" name="Titel AP 1"/>
          <p:cNvSpPr txBox="1"/>
          <p:nvPr/>
        </p:nvSpPr>
        <p:spPr>
          <a:xfrm>
            <a:off x="1234440" y="1645920"/>
            <a:ext cx="4937760" cy="292608"/>
          </a:xfrm>
          <a:prstGeom prst="rect">
            <a:avLst/>
          </a:prstGeom>
          <a:noFill/>
        </p:spPr>
        <p:txBody>
          <a:bodyPr wrap="square" lIns="0" rIns="0" tIns="0" bIns="0" anchor="t">
            <a:spAutoFit/>
          </a:bodyPr>
          <a:lstStyle/>
          <a:p>
            <a:pPr algn="l">
              <a:spcBef>
                <a:spcPts val="0"/>
              </a:spcBef>
              <a:spcAft>
                <a:spcPts val="400"/>
              </a:spcAft>
            </a:pPr>
            <a:r>
              <a:rPr sz="1500" b="1">
                <a:solidFill>
                  <a:srgbClr val="002965"/>
                </a:solidFill>
              </a:rPr>
              <a:t>Projektstart, Grundlagen und Zielsystem</a:t>
            </a:r>
          </a:p>
        </p:txBody>
      </p:sp>
      <p:sp>
        <p:nvSpPr>
          <p:cNvPr id="8" name="Inhalt AP 1"/>
          <p:cNvSpPr txBox="1"/>
          <p:nvPr/>
        </p:nvSpPr>
        <p:spPr>
          <a:xfrm>
            <a:off x="1234440" y="1975104"/>
            <a:ext cx="4937760" cy="713232"/>
          </a:xfrm>
          <a:prstGeom prst="rect">
            <a:avLst/>
          </a:prstGeom>
          <a:noFill/>
        </p:spPr>
        <p:txBody>
          <a:bodyPr wrap="square" lIns="0" rIns="0" tIns="0" bIns="0" anchor="t">
            <a:spAutoFit/>
          </a:bodyPr>
          <a:lstStyle/>
          <a:p>
            <a:pPr algn="l" marL="182880" indent="-182880">
              <a:spcBef>
                <a:spcPts val="0"/>
              </a:spcBef>
              <a:spcAft>
                <a:spcPts val="200"/>
              </a:spcAft>
              <a:buClr>
                <a:srgbClr val="005AA7"/>
              </a:buClr>
              <a:buFont typeface="Arial"/>
              <a:buChar char="•"/>
            </a:pPr>
            <a:r>
              <a:rPr sz="1400" b="0">
                <a:solidFill>
                  <a:srgbClr val="404040"/>
                </a:solidFill>
              </a:rPr>
              <a:t>Auswertung vorhandener Gutachten, Strategien und Geodaten</a:t>
            </a:r>
          </a:p>
          <a:p>
            <a:pPr algn="l" marL="182880" indent="-182880">
              <a:spcBef>
                <a:spcPts val="0"/>
              </a:spcBef>
              <a:spcAft>
                <a:spcPts val="200"/>
              </a:spcAft>
              <a:buClr>
                <a:srgbClr val="005AA7"/>
              </a:buClr>
              <a:buFont typeface="Arial"/>
              <a:buChar char="•"/>
            </a:pPr>
            <a:r>
              <a:rPr sz="1400" b="0">
                <a:solidFill>
                  <a:srgbClr val="404040"/>
                </a:solidFill>
              </a:rPr>
              <a:t>Zielsystem, Betrachtungsraum und Kriterienrahmen</a:t>
            </a:r>
          </a:p>
        </p:txBody>
      </p:sp>
      <p:sp>
        <p:nvSpPr>
          <p:cNvPr id="9" name="Ergebnis AP 1"/>
          <p:cNvSpPr txBox="1"/>
          <p:nvPr/>
        </p:nvSpPr>
        <p:spPr>
          <a:xfrm>
            <a:off x="1234440" y="2670048"/>
            <a:ext cx="4937760" cy="274320"/>
          </a:xfrm>
          <a:prstGeom prst="rect">
            <a:avLst/>
          </a:prstGeom>
          <a:noFill/>
        </p:spPr>
        <p:txBody>
          <a:bodyPr wrap="square" lIns="0" rIns="0" tIns="0" bIns="0" anchor="t">
            <a:spAutoFit/>
          </a:bodyPr>
          <a:lstStyle/>
          <a:p>
            <a:pPr algn="l">
              <a:spcBef>
                <a:spcPts val="0"/>
              </a:spcBef>
              <a:spcAft>
                <a:spcPts val="400"/>
              </a:spcAft>
            </a:pPr>
            <a:r>
              <a:rPr sz="1400" b="1">
                <a:solidFill>
                  <a:srgbClr val="95C11F"/>
                </a:solidFill>
              </a:rPr>
              <a:t>Ergebnis: </a:t>
            </a:r>
            <a:r>
              <a:rPr sz="1400" b="0">
                <a:solidFill>
                  <a:srgbClr val="404040"/>
                </a:solidFill>
              </a:rPr>
              <a:t>Abgestimmte Arbeitsgrundlage und Bearbeitungsplan</a:t>
            </a:r>
          </a:p>
        </p:txBody>
      </p:sp>
      <p:sp>
        <p:nvSpPr>
          <p:cNvPr id="10" name="Etikett AP 2"/>
          <p:cNvSpPr/>
          <p:nvPr/>
        </p:nvSpPr>
        <p:spPr>
          <a:xfrm>
            <a:off x="521207" y="3145536"/>
            <a:ext cx="566928" cy="246888"/>
          </a:xfrm>
          <a:prstGeom prst="rect">
            <a:avLst/>
          </a:prstGeom>
          <a:solidFill>
            <a:srgbClr val="0029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rPr>
              <a:t>AP 2</a:t>
            </a:r>
          </a:p>
        </p:txBody>
      </p:sp>
      <p:sp>
        <p:nvSpPr>
          <p:cNvPr id="11" name="Titel AP 2"/>
          <p:cNvSpPr txBox="1"/>
          <p:nvPr/>
        </p:nvSpPr>
        <p:spPr>
          <a:xfrm>
            <a:off x="1234440" y="3127248"/>
            <a:ext cx="4937760" cy="292608"/>
          </a:xfrm>
          <a:prstGeom prst="rect">
            <a:avLst/>
          </a:prstGeom>
          <a:noFill/>
        </p:spPr>
        <p:txBody>
          <a:bodyPr wrap="square" lIns="0" rIns="0" tIns="0" bIns="0" anchor="t">
            <a:spAutoFit/>
          </a:bodyPr>
          <a:lstStyle/>
          <a:p>
            <a:pPr algn="l">
              <a:spcBef>
                <a:spcPts val="0"/>
              </a:spcBef>
              <a:spcAft>
                <a:spcPts val="400"/>
              </a:spcAft>
            </a:pPr>
            <a:r>
              <a:rPr sz="1500" b="1">
                <a:solidFill>
                  <a:srgbClr val="002965"/>
                </a:solidFill>
              </a:rPr>
              <a:t>Standort-, Markt- und Potenzialanalyse</a:t>
            </a:r>
          </a:p>
        </p:txBody>
      </p:sp>
      <p:sp>
        <p:nvSpPr>
          <p:cNvPr id="12" name="Inhalt AP 2"/>
          <p:cNvSpPr txBox="1"/>
          <p:nvPr/>
        </p:nvSpPr>
        <p:spPr>
          <a:xfrm>
            <a:off x="1234440" y="3456432"/>
            <a:ext cx="4937760" cy="713232"/>
          </a:xfrm>
          <a:prstGeom prst="rect">
            <a:avLst/>
          </a:prstGeom>
          <a:noFill/>
        </p:spPr>
        <p:txBody>
          <a:bodyPr wrap="square" lIns="0" rIns="0" tIns="0" bIns="0" anchor="t">
            <a:spAutoFit/>
          </a:bodyPr>
          <a:lstStyle/>
          <a:p>
            <a:pPr algn="l" marL="182880" indent="-182880">
              <a:spcBef>
                <a:spcPts val="0"/>
              </a:spcBef>
              <a:spcAft>
                <a:spcPts val="200"/>
              </a:spcAft>
              <a:buClr>
                <a:srgbClr val="005AA7"/>
              </a:buClr>
              <a:buFont typeface="Arial"/>
              <a:buChar char="•"/>
            </a:pPr>
            <a:r>
              <a:rPr sz="1400" b="0">
                <a:solidFill>
                  <a:srgbClr val="404040"/>
                </a:solidFill>
              </a:rPr>
              <a:t>Standort, Mobilität und Wohnungsmarkt</a:t>
            </a:r>
          </a:p>
          <a:p>
            <a:pPr algn="l" marL="182880" indent="-182880">
              <a:spcBef>
                <a:spcPts val="0"/>
              </a:spcBef>
              <a:spcAft>
                <a:spcPts val="200"/>
              </a:spcAft>
              <a:buClr>
                <a:srgbClr val="005AA7"/>
              </a:buClr>
              <a:buFont typeface="Arial"/>
              <a:buChar char="•"/>
            </a:pPr>
            <a:r>
              <a:rPr sz="1400" b="0">
                <a:solidFill>
                  <a:srgbClr val="404040"/>
                </a:solidFill>
              </a:rPr>
              <a:t>Vergleichsstandorte, Nachfrage, Effekte des Einstein-Teleskops</a:t>
            </a:r>
          </a:p>
        </p:txBody>
      </p:sp>
      <p:sp>
        <p:nvSpPr>
          <p:cNvPr id="13" name="Ergebnis AP 2"/>
          <p:cNvSpPr txBox="1"/>
          <p:nvPr/>
        </p:nvSpPr>
        <p:spPr>
          <a:xfrm>
            <a:off x="1234440" y="4151376"/>
            <a:ext cx="4937760" cy="274320"/>
          </a:xfrm>
          <a:prstGeom prst="rect">
            <a:avLst/>
          </a:prstGeom>
          <a:noFill/>
        </p:spPr>
        <p:txBody>
          <a:bodyPr wrap="square" lIns="0" rIns="0" tIns="0" bIns="0" anchor="t">
            <a:spAutoFit/>
          </a:bodyPr>
          <a:lstStyle/>
          <a:p>
            <a:pPr algn="l">
              <a:spcBef>
                <a:spcPts val="0"/>
              </a:spcBef>
              <a:spcAft>
                <a:spcPts val="400"/>
              </a:spcAft>
            </a:pPr>
            <a:r>
              <a:rPr sz="1400" b="1">
                <a:solidFill>
                  <a:srgbClr val="95C11F"/>
                </a:solidFill>
              </a:rPr>
              <a:t>Ergebnis: </a:t>
            </a:r>
            <a:r>
              <a:rPr sz="1400" b="0">
                <a:solidFill>
                  <a:srgbClr val="404040"/>
                </a:solidFill>
              </a:rPr>
              <a:t>Standortsteckbrief mit SWOT und Entwicklungshebeln</a:t>
            </a:r>
          </a:p>
        </p:txBody>
      </p:sp>
      <p:sp>
        <p:nvSpPr>
          <p:cNvPr id="14" name="Etikett AP 3"/>
          <p:cNvSpPr/>
          <p:nvPr/>
        </p:nvSpPr>
        <p:spPr>
          <a:xfrm>
            <a:off x="521207" y="4626864"/>
            <a:ext cx="566928" cy="246888"/>
          </a:xfrm>
          <a:prstGeom prst="rect">
            <a:avLst/>
          </a:prstGeom>
          <a:solidFill>
            <a:srgbClr val="0029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rPr>
              <a:t>AP 3</a:t>
            </a:r>
          </a:p>
        </p:txBody>
      </p:sp>
      <p:sp>
        <p:nvSpPr>
          <p:cNvPr id="15" name="Titel AP 3"/>
          <p:cNvSpPr txBox="1"/>
          <p:nvPr/>
        </p:nvSpPr>
        <p:spPr>
          <a:xfrm>
            <a:off x="1234440" y="4608576"/>
            <a:ext cx="4937760" cy="292608"/>
          </a:xfrm>
          <a:prstGeom prst="rect">
            <a:avLst/>
          </a:prstGeom>
          <a:noFill/>
        </p:spPr>
        <p:txBody>
          <a:bodyPr wrap="square" lIns="0" rIns="0" tIns="0" bIns="0" anchor="t">
            <a:spAutoFit/>
          </a:bodyPr>
          <a:lstStyle/>
          <a:p>
            <a:pPr algn="l">
              <a:spcBef>
                <a:spcPts val="0"/>
              </a:spcBef>
              <a:spcAft>
                <a:spcPts val="400"/>
              </a:spcAft>
            </a:pPr>
            <a:r>
              <a:rPr sz="1500" b="1">
                <a:solidFill>
                  <a:srgbClr val="002965"/>
                </a:solidFill>
              </a:rPr>
              <a:t>Themenprofil, Zielgruppen und Ecosystem</a:t>
            </a:r>
          </a:p>
        </p:txBody>
      </p:sp>
      <p:sp>
        <p:nvSpPr>
          <p:cNvPr id="16" name="Inhalt AP 3"/>
          <p:cNvSpPr txBox="1"/>
          <p:nvPr/>
        </p:nvSpPr>
        <p:spPr>
          <a:xfrm>
            <a:off x="1234440" y="4937760"/>
            <a:ext cx="4937760" cy="713232"/>
          </a:xfrm>
          <a:prstGeom prst="rect">
            <a:avLst/>
          </a:prstGeom>
          <a:noFill/>
        </p:spPr>
        <p:txBody>
          <a:bodyPr wrap="square" lIns="0" rIns="0" tIns="0" bIns="0" anchor="t">
            <a:spAutoFit/>
          </a:bodyPr>
          <a:lstStyle/>
          <a:p>
            <a:pPr algn="l" marL="182880" indent="-182880">
              <a:spcBef>
                <a:spcPts val="0"/>
              </a:spcBef>
              <a:spcAft>
                <a:spcPts val="200"/>
              </a:spcAft>
              <a:buClr>
                <a:srgbClr val="005AA7"/>
              </a:buClr>
              <a:buFont typeface="Arial"/>
              <a:buChar char="•"/>
            </a:pPr>
            <a:r>
              <a:rPr sz="1400" b="0">
                <a:solidFill>
                  <a:srgbClr val="404040"/>
                </a:solidFill>
              </a:rPr>
              <a:t>Bewertung der Schwerpunkte, Empfehlung mit Alternativen</a:t>
            </a:r>
          </a:p>
          <a:p>
            <a:pPr algn="l" marL="182880" indent="-182880">
              <a:spcBef>
                <a:spcPts val="0"/>
              </a:spcBef>
              <a:spcAft>
                <a:spcPts val="200"/>
              </a:spcAft>
              <a:buClr>
                <a:srgbClr val="005AA7"/>
              </a:buClr>
              <a:buFont typeface="Arial"/>
              <a:buChar char="•"/>
            </a:pPr>
            <a:r>
              <a:rPr sz="1400" b="0">
                <a:solidFill>
                  <a:srgbClr val="404040"/>
                </a:solidFill>
              </a:rPr>
              <a:t>Zielgruppen, Anforderungen, Partner- und Betreibermodell</a:t>
            </a:r>
          </a:p>
        </p:txBody>
      </p:sp>
      <p:sp>
        <p:nvSpPr>
          <p:cNvPr id="17" name="Ergebnis AP 3"/>
          <p:cNvSpPr txBox="1"/>
          <p:nvPr/>
        </p:nvSpPr>
        <p:spPr>
          <a:xfrm>
            <a:off x="1234440" y="5632704"/>
            <a:ext cx="4937760" cy="274320"/>
          </a:xfrm>
          <a:prstGeom prst="rect">
            <a:avLst/>
          </a:prstGeom>
          <a:noFill/>
        </p:spPr>
        <p:txBody>
          <a:bodyPr wrap="square" lIns="0" rIns="0" tIns="0" bIns="0" anchor="t">
            <a:spAutoFit/>
          </a:bodyPr>
          <a:lstStyle/>
          <a:p>
            <a:pPr algn="l">
              <a:spcBef>
                <a:spcPts val="0"/>
              </a:spcBef>
              <a:spcAft>
                <a:spcPts val="400"/>
              </a:spcAft>
            </a:pPr>
            <a:r>
              <a:rPr sz="1400" b="1">
                <a:solidFill>
                  <a:srgbClr val="95C11F"/>
                </a:solidFill>
              </a:rPr>
              <a:t>Ergebnis: </a:t>
            </a:r>
            <a:r>
              <a:rPr sz="1400" b="0">
                <a:solidFill>
                  <a:srgbClr val="404040"/>
                </a:solidFill>
              </a:rPr>
              <a:t>Begründetes Themen- und Zielgruppenprofil</a:t>
            </a:r>
          </a:p>
        </p:txBody>
      </p:sp>
      <p:pic>
        <p:nvPicPr>
          <p:cNvPr id="18" name="Trichter Themenprofil" descr="Trichter Themenprofil"/>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46520" y="1600200"/>
            <a:ext cx="5210251" cy="4438497"/>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 4–5: Entwicklungskonzept, Nachhaltigkeit und Mobilität</a:t>
            </a:r>
          </a:p>
        </p:txBody>
      </p:sp>
      <p:sp>
        <p:nvSpPr>
          <p:cNvPr id="3" name="Text Placeholder 2"/>
          <p:cNvSpPr>
            <a:spLocks noGrp="1"/>
          </p:cNvSpPr>
          <p:nvPr>
            <p:ph type="body" idx="14" sz="quarter"/>
          </p:nvPr>
        </p:nvSpPr>
        <p:spPr/>
        <p:txBody>
          <a:bodyPr/>
          <a:lstStyle/>
          <a:p>
            <a:r>
              <a:t>Varianten, Vorzugsvariante und Phasierung – verknüpft mit Ortskern und Bahnhof Hergenrath</a:t>
            </a:r>
          </a:p>
        </p:txBody>
      </p:sp>
      <p:sp>
        <p:nvSpPr>
          <p:cNvPr id="4" name="Foliennummernplatzhalter"/>
          <p:cNvSpPr>
            <a:spLocks noGrp="1"/>
          </p:cNvSpPr>
          <p:nvPr>
            <p:ph type="sldNum" sz="quarter" idx="12"/>
          </p:nvPr>
        </p:nvSpPr>
        <p:spPr/>
        <p:txBody>
          <a:bodyPr/>
          <a:lstStyle/>
          <a:p>
            <a:fld id="{9829449A-3FF3-45CE-9F4F-09BADC0910C6}" type="slidenum">
              <a:rPr lang="de-DE"/>
              <a:t>‹Nr.›</a:t>
            </a:fld>
            <a:endParaRPr lang="de-DE"/>
          </a:p>
        </p:txBody>
      </p:sp>
      <p:sp>
        <p:nvSpPr>
          <p:cNvPr id="5" name="Fußzeilenplatzhalter"/>
          <p:cNvSpPr>
            <a:spLocks noGrp="1"/>
          </p:cNvSpPr>
          <p:nvPr>
            <p:ph type="ftr" sz="quarter" idx="11"/>
          </p:nvPr>
        </p:nvSpPr>
        <p:spPr/>
        <p:txBody>
          <a:bodyPr/>
          <a:lstStyle/>
          <a:p>
            <a:r>
              <a:rPr lang="de-DE"/>
              <a:t>EMRIQ Kelmis – Drees &amp; Sommer – 14.10.2026</a:t>
            </a:r>
          </a:p>
        </p:txBody>
      </p:sp>
      <p:pic>
        <p:nvPicPr>
          <p:cNvPr id="6" name="Raumschema Kelmis" descr="Raumschema Kelmis"/>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1207" y="1600200"/>
            <a:ext cx="5848502" cy="4476902"/>
          </a:xfrm>
          <a:prstGeom prst="rect">
            <a:avLst/>
          </a:prstGeom>
        </p:spPr>
      </p:pic>
      <p:sp>
        <p:nvSpPr>
          <p:cNvPr id="7" name="Fläche AP 4"/>
          <p:cNvSpPr/>
          <p:nvPr/>
        </p:nvSpPr>
        <p:spPr>
          <a:xfrm>
            <a:off x="6629400" y="1645920"/>
            <a:ext cx="5029200" cy="2103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Etikett AP 4"/>
          <p:cNvSpPr/>
          <p:nvPr/>
        </p:nvSpPr>
        <p:spPr>
          <a:xfrm>
            <a:off x="6812280" y="1828800"/>
            <a:ext cx="566928" cy="246888"/>
          </a:xfrm>
          <a:prstGeom prst="rect">
            <a:avLst/>
          </a:prstGeom>
          <a:solidFill>
            <a:srgbClr val="0029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rPr>
              <a:t>AP 4</a:t>
            </a:r>
          </a:p>
        </p:txBody>
      </p:sp>
      <p:sp>
        <p:nvSpPr>
          <p:cNvPr id="9" name="Titel AP 4"/>
          <p:cNvSpPr txBox="1"/>
          <p:nvPr/>
        </p:nvSpPr>
        <p:spPr>
          <a:xfrm>
            <a:off x="7498079" y="1792224"/>
            <a:ext cx="4023360" cy="566928"/>
          </a:xfrm>
          <a:prstGeom prst="rect">
            <a:avLst/>
          </a:prstGeom>
          <a:noFill/>
        </p:spPr>
        <p:txBody>
          <a:bodyPr wrap="square" lIns="0" rIns="0" tIns="0" bIns="0" anchor="t">
            <a:spAutoFit/>
          </a:bodyPr>
          <a:lstStyle/>
          <a:p>
            <a:pPr algn="l">
              <a:spcBef>
                <a:spcPts val="0"/>
              </a:spcBef>
              <a:spcAft>
                <a:spcPts val="400"/>
              </a:spcAft>
            </a:pPr>
            <a:r>
              <a:rPr sz="1500" b="1">
                <a:solidFill>
                  <a:srgbClr val="002965"/>
                </a:solidFill>
              </a:rPr>
              <a:t>Städtebauliches Entwicklungs- und Nutzungskonzept</a:t>
            </a:r>
          </a:p>
        </p:txBody>
      </p:sp>
      <p:sp>
        <p:nvSpPr>
          <p:cNvPr id="10" name="Inhalt AP 4"/>
          <p:cNvSpPr txBox="1"/>
          <p:nvPr/>
        </p:nvSpPr>
        <p:spPr>
          <a:xfrm>
            <a:off x="6812280" y="2377440"/>
            <a:ext cx="4709160" cy="1325880"/>
          </a:xfrm>
          <a:prstGeom prst="rect">
            <a:avLst/>
          </a:prstGeom>
          <a:noFill/>
        </p:spPr>
        <p:txBody>
          <a:bodyPr wrap="square" lIns="0" rIns="0" tIns="0" bIns="0" anchor="t">
            <a:spAutoFit/>
          </a:bodyPr>
          <a:lstStyle/>
          <a:p>
            <a:pPr algn="l" marL="182880" indent="-182880">
              <a:spcBef>
                <a:spcPts val="0"/>
              </a:spcBef>
              <a:spcAft>
                <a:spcPts val="300"/>
              </a:spcAft>
              <a:buClr>
                <a:srgbClr val="005AA7"/>
              </a:buClr>
              <a:buFont typeface="Arial"/>
              <a:buChar char="•"/>
            </a:pPr>
            <a:r>
              <a:rPr sz="1400" b="0">
                <a:solidFill>
                  <a:srgbClr val="404040"/>
                </a:solidFill>
              </a:rPr>
              <a:t>Räumlich-funktionales Leitbild und Flächenprogramm</a:t>
            </a:r>
          </a:p>
          <a:p>
            <a:pPr algn="l" marL="182880" indent="-182880">
              <a:spcBef>
                <a:spcPts val="0"/>
              </a:spcBef>
              <a:spcAft>
                <a:spcPts val="300"/>
              </a:spcAft>
              <a:buClr>
                <a:srgbClr val="005AA7"/>
              </a:buClr>
              <a:buFont typeface="Arial"/>
              <a:buChar char="•"/>
            </a:pPr>
            <a:r>
              <a:rPr sz="1400" b="0">
                <a:solidFill>
                  <a:srgbClr val="404040"/>
                </a:solidFill>
              </a:rPr>
              <a:t>Städtebau, Freiraum, Erschließung, Infrastruktur</a:t>
            </a:r>
          </a:p>
          <a:p>
            <a:pPr algn="l" marL="182880" indent="-182880">
              <a:spcBef>
                <a:spcPts val="0"/>
              </a:spcBef>
              <a:spcAft>
                <a:spcPts val="300"/>
              </a:spcAft>
              <a:buClr>
                <a:srgbClr val="005AA7"/>
              </a:buClr>
              <a:buFont typeface="Arial"/>
              <a:buChar char="•"/>
            </a:pPr>
            <a:r>
              <a:rPr sz="1400" b="0">
                <a:solidFill>
                  <a:srgbClr val="404040"/>
                </a:solidFill>
              </a:rPr>
              <a:t>Variantenvergleich und Vorzugsvariante</a:t>
            </a:r>
          </a:p>
          <a:p>
            <a:pPr algn="l" marL="182880" indent="-182880">
              <a:spcBef>
                <a:spcPts val="0"/>
              </a:spcBef>
              <a:spcAft>
                <a:spcPts val="300"/>
              </a:spcAft>
              <a:buClr>
                <a:srgbClr val="005AA7"/>
              </a:buClr>
              <a:buFont typeface="Arial"/>
              <a:buChar char="•"/>
            </a:pPr>
            <a:r>
              <a:rPr sz="1400" b="0">
                <a:solidFill>
                  <a:srgbClr val="404040"/>
                </a:solidFill>
              </a:rPr>
              <a:t>Phasierung, Flexibilität, erste Aktivierungsmaßnahmen</a:t>
            </a:r>
          </a:p>
        </p:txBody>
      </p:sp>
      <p:sp>
        <p:nvSpPr>
          <p:cNvPr id="11" name="Fläche AP 5"/>
          <p:cNvSpPr/>
          <p:nvPr/>
        </p:nvSpPr>
        <p:spPr>
          <a:xfrm>
            <a:off x="6629400" y="3886200"/>
            <a:ext cx="5029200" cy="2103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tikett AP 5"/>
          <p:cNvSpPr/>
          <p:nvPr/>
        </p:nvSpPr>
        <p:spPr>
          <a:xfrm>
            <a:off x="6812280" y="4069080"/>
            <a:ext cx="566928" cy="246888"/>
          </a:xfrm>
          <a:prstGeom prst="rect">
            <a:avLst/>
          </a:prstGeom>
          <a:solidFill>
            <a:srgbClr val="0029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rPr>
              <a:t>AP 5</a:t>
            </a:r>
          </a:p>
        </p:txBody>
      </p:sp>
      <p:sp>
        <p:nvSpPr>
          <p:cNvPr id="13" name="Titel AP 5"/>
          <p:cNvSpPr txBox="1"/>
          <p:nvPr/>
        </p:nvSpPr>
        <p:spPr>
          <a:xfrm>
            <a:off x="7498079" y="4032504"/>
            <a:ext cx="4023360" cy="566928"/>
          </a:xfrm>
          <a:prstGeom prst="rect">
            <a:avLst/>
          </a:prstGeom>
          <a:noFill/>
        </p:spPr>
        <p:txBody>
          <a:bodyPr wrap="square" lIns="0" rIns="0" tIns="0" bIns="0" anchor="t">
            <a:spAutoFit/>
          </a:bodyPr>
          <a:lstStyle/>
          <a:p>
            <a:pPr algn="l">
              <a:spcBef>
                <a:spcPts val="0"/>
              </a:spcBef>
              <a:spcAft>
                <a:spcPts val="400"/>
              </a:spcAft>
            </a:pPr>
            <a:r>
              <a:rPr sz="1500" b="1">
                <a:solidFill>
                  <a:srgbClr val="002965"/>
                </a:solidFill>
              </a:rPr>
              <a:t>Nachhaltigkeit, Mobilität und Resilienz</a:t>
            </a:r>
          </a:p>
        </p:txBody>
      </p:sp>
      <p:sp>
        <p:nvSpPr>
          <p:cNvPr id="14" name="Inhalt AP 5"/>
          <p:cNvSpPr txBox="1"/>
          <p:nvPr/>
        </p:nvSpPr>
        <p:spPr>
          <a:xfrm>
            <a:off x="6812280" y="4617720"/>
            <a:ext cx="4709160" cy="1325880"/>
          </a:xfrm>
          <a:prstGeom prst="rect">
            <a:avLst/>
          </a:prstGeom>
          <a:noFill/>
        </p:spPr>
        <p:txBody>
          <a:bodyPr wrap="square" lIns="0" rIns="0" tIns="0" bIns="0" anchor="t">
            <a:spAutoFit/>
          </a:bodyPr>
          <a:lstStyle/>
          <a:p>
            <a:pPr algn="l" marL="182880" indent="-182880">
              <a:spcBef>
                <a:spcPts val="0"/>
              </a:spcBef>
              <a:spcAft>
                <a:spcPts val="300"/>
              </a:spcAft>
              <a:buClr>
                <a:srgbClr val="005AA7"/>
              </a:buClr>
              <a:buFont typeface="Arial"/>
              <a:buChar char="•"/>
            </a:pPr>
            <a:r>
              <a:rPr sz="1400" b="0">
                <a:solidFill>
                  <a:srgbClr val="404040"/>
                </a:solidFill>
              </a:rPr>
              <a:t>Ziele für Energie, Klima, Ressourcen, Biodiversität und soziale Qualität</a:t>
            </a:r>
          </a:p>
          <a:p>
            <a:pPr algn="l" marL="182880" indent="-182880">
              <a:spcBef>
                <a:spcPts val="0"/>
              </a:spcBef>
              <a:spcAft>
                <a:spcPts val="300"/>
              </a:spcAft>
              <a:buClr>
                <a:srgbClr val="005AA7"/>
              </a:buClr>
              <a:buFont typeface="Arial"/>
              <a:buChar char="•"/>
            </a:pPr>
            <a:r>
              <a:rPr sz="1400" b="0">
                <a:solidFill>
                  <a:srgbClr val="404040"/>
                </a:solidFill>
              </a:rPr>
              <a:t>Multimodale Erreichbarkeit mit weniger Autoverkehr</a:t>
            </a:r>
          </a:p>
          <a:p>
            <a:pPr algn="l" marL="182880" indent="-182880">
              <a:spcBef>
                <a:spcPts val="0"/>
              </a:spcBef>
              <a:spcAft>
                <a:spcPts val="300"/>
              </a:spcAft>
              <a:buClr>
                <a:srgbClr val="005AA7"/>
              </a:buClr>
              <a:buFont typeface="Arial"/>
              <a:buChar char="•"/>
            </a:pPr>
            <a:r>
              <a:rPr sz="1400" b="0">
                <a:solidFill>
                  <a:srgbClr val="404040"/>
                </a:solidFill>
              </a:rPr>
              <a:t>Klimaangepasste Freiräume, Regenwasser, zirkuläres Bauen</a:t>
            </a:r>
          </a:p>
          <a:p>
            <a:pPr algn="l" marL="182880" indent="-182880">
              <a:spcBef>
                <a:spcPts val="0"/>
              </a:spcBef>
              <a:spcAft>
                <a:spcPts val="300"/>
              </a:spcAft>
              <a:buClr>
                <a:srgbClr val="005AA7"/>
              </a:buClr>
              <a:buFont typeface="Arial"/>
              <a:buChar char="•"/>
            </a:pPr>
            <a:r>
              <a:rPr sz="1400" b="0">
                <a:solidFill>
                  <a:srgbClr val="404040"/>
                </a:solidFill>
              </a:rPr>
              <a:t>Messbare Indikatoren für Planung und Umsetzung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 6: Wirtschaftlichkeit, Business Case und Finanzierung</a:t>
            </a:r>
          </a:p>
        </p:txBody>
      </p:sp>
      <p:sp>
        <p:nvSpPr>
          <p:cNvPr id="3" name="Text Placeholder 2"/>
          <p:cNvSpPr>
            <a:spLocks noGrp="1"/>
          </p:cNvSpPr>
          <p:nvPr>
            <p:ph type="body" idx="14" sz="quarter"/>
          </p:nvPr>
        </p:nvSpPr>
        <p:spPr/>
        <p:txBody>
          <a:bodyPr/>
          <a:lstStyle/>
          <a:p>
            <a:r>
              <a:t>Das Quartier aus Sicht von Eigentümer, Käufern und Investoren rechnen</a:t>
            </a:r>
          </a:p>
        </p:txBody>
      </p:sp>
      <p:sp>
        <p:nvSpPr>
          <p:cNvPr id="4" name="Foliennummernplatzhalter"/>
          <p:cNvSpPr>
            <a:spLocks noGrp="1"/>
          </p:cNvSpPr>
          <p:nvPr>
            <p:ph type="sldNum" sz="quarter" idx="12"/>
          </p:nvPr>
        </p:nvSpPr>
        <p:spPr/>
        <p:txBody>
          <a:bodyPr/>
          <a:lstStyle/>
          <a:p>
            <a:fld id="{9829449A-3FF3-45CE-9F4F-09BADC0910C6}" type="slidenum">
              <a:rPr lang="de-DE"/>
              <a:t>‹Nr.›</a:t>
            </a:fld>
            <a:endParaRPr lang="de-DE"/>
          </a:p>
        </p:txBody>
      </p:sp>
      <p:sp>
        <p:nvSpPr>
          <p:cNvPr id="5" name="Fußzeilenplatzhalter"/>
          <p:cNvSpPr>
            <a:spLocks noGrp="1"/>
          </p:cNvSpPr>
          <p:nvPr>
            <p:ph type="ftr" sz="quarter" idx="11"/>
          </p:nvPr>
        </p:nvSpPr>
        <p:spPr/>
        <p:txBody>
          <a:bodyPr/>
          <a:lstStyle/>
          <a:p>
            <a:r>
              <a:rPr lang="de-DE"/>
              <a:t>EMRIQ Kelmis – Drees &amp; Sommer – 14.10.2026</a:t>
            </a:r>
          </a:p>
        </p:txBody>
      </p:sp>
      <p:sp>
        <p:nvSpPr>
          <p:cNvPr id="6" name="Überschrift Exit"/>
          <p:cNvSpPr txBox="1"/>
          <p:nvPr/>
        </p:nvSpPr>
        <p:spPr>
          <a:xfrm>
            <a:off x="521207" y="1627632"/>
            <a:ext cx="5486400" cy="274320"/>
          </a:xfrm>
          <a:prstGeom prst="rect">
            <a:avLst/>
          </a:prstGeom>
          <a:noFill/>
        </p:spPr>
        <p:txBody>
          <a:bodyPr wrap="square" lIns="0" rIns="0" tIns="0" bIns="0" anchor="t">
            <a:spAutoFit/>
          </a:bodyPr>
          <a:lstStyle/>
          <a:p>
            <a:pPr algn="l">
              <a:spcBef>
                <a:spcPts val="0"/>
              </a:spcBef>
              <a:spcAft>
                <a:spcPts val="400"/>
              </a:spcAft>
            </a:pPr>
            <a:r>
              <a:rPr sz="1500" b="1">
                <a:solidFill>
                  <a:srgbClr val="002965"/>
                </a:solidFill>
              </a:rPr>
              <a:t>Basisstrategie und Exit-Zeitpunkte</a:t>
            </a:r>
          </a:p>
        </p:txBody>
      </p:sp>
      <p:pic>
        <p:nvPicPr>
          <p:cNvPr id="7" name="Wertentwicklung Exit" descr="Wertentwicklung Exit"/>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1207" y="1938528"/>
            <a:ext cx="5486400" cy="2924251"/>
          </a:xfrm>
          <a:prstGeom prst="rect">
            <a:avLst/>
          </a:prstGeom>
        </p:spPr>
      </p:pic>
      <p:sp>
        <p:nvSpPr>
          <p:cNvPr id="8" name="Überschrift Residualwert"/>
          <p:cNvSpPr txBox="1"/>
          <p:nvPr/>
        </p:nvSpPr>
        <p:spPr>
          <a:xfrm>
            <a:off x="6263640" y="1627632"/>
            <a:ext cx="5394960" cy="274320"/>
          </a:xfrm>
          <a:prstGeom prst="rect">
            <a:avLst/>
          </a:prstGeom>
          <a:noFill/>
        </p:spPr>
        <p:txBody>
          <a:bodyPr wrap="square" lIns="0" rIns="0" tIns="0" bIns="0" anchor="t">
            <a:spAutoFit/>
          </a:bodyPr>
          <a:lstStyle/>
          <a:p>
            <a:pPr algn="l">
              <a:spcBef>
                <a:spcPts val="0"/>
              </a:spcBef>
              <a:spcAft>
                <a:spcPts val="400"/>
              </a:spcAft>
            </a:pPr>
            <a:r>
              <a:rPr sz="1500" b="1">
                <a:solidFill>
                  <a:srgbClr val="002965"/>
                </a:solidFill>
              </a:rPr>
              <a:t>Grundstückswert nach Residualwertmethode</a:t>
            </a:r>
          </a:p>
        </p:txBody>
      </p:sp>
      <p:pic>
        <p:nvPicPr>
          <p:cNvPr id="9" name="Residualwert" descr="Residualwert"/>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63640" y="1938528"/>
            <a:ext cx="5391302" cy="2924251"/>
          </a:xfrm>
          <a:prstGeom prst="rect">
            <a:avLst/>
          </a:prstGeom>
        </p:spPr>
      </p:pic>
      <p:sp>
        <p:nvSpPr>
          <p:cNvPr id="10" name="Karte Exit-Szenarien"/>
          <p:cNvSpPr/>
          <p:nvPr/>
        </p:nvSpPr>
        <p:spPr>
          <a:xfrm>
            <a:off x="521207" y="4956048"/>
            <a:ext cx="2578608" cy="11155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 Exit-Szenarien"/>
          <p:cNvSpPr txBox="1"/>
          <p:nvPr/>
        </p:nvSpPr>
        <p:spPr>
          <a:xfrm>
            <a:off x="685800" y="5029200"/>
            <a:ext cx="2249424" cy="987552"/>
          </a:xfrm>
          <a:prstGeom prst="rect">
            <a:avLst/>
          </a:prstGeom>
          <a:noFill/>
        </p:spPr>
        <p:txBody>
          <a:bodyPr wrap="square" lIns="0" rIns="0" tIns="0" bIns="0" anchor="t">
            <a:spAutoFit/>
          </a:bodyPr>
          <a:lstStyle/>
          <a:p>
            <a:pPr algn="l">
              <a:spcBef>
                <a:spcPts val="0"/>
              </a:spcBef>
              <a:spcAft>
                <a:spcPts val="200"/>
              </a:spcAft>
            </a:pPr>
            <a:r>
              <a:rPr sz="1400" b="1">
                <a:solidFill>
                  <a:srgbClr val="002965"/>
                </a:solidFill>
              </a:rPr>
              <a:t>Exit-Szenarien</a:t>
            </a:r>
          </a:p>
          <a:p>
            <a:pPr algn="l">
              <a:spcBef>
                <a:spcPts val="0"/>
              </a:spcBef>
              <a:spcAft>
                <a:spcPts val="400"/>
              </a:spcAft>
            </a:pPr>
            <a:r>
              <a:rPr sz="1300" b="0">
                <a:solidFill>
                  <a:srgbClr val="404040"/>
                </a:solidFill>
              </a:rPr>
              <a:t>Verkauf nach Planungsrecht, parallel zur Erschließung oder nach Vermarktungsstart</a:t>
            </a:r>
          </a:p>
        </p:txBody>
      </p:sp>
      <p:sp>
        <p:nvSpPr>
          <p:cNvPr id="12" name="Karte Slot-Sizes"/>
          <p:cNvSpPr/>
          <p:nvPr/>
        </p:nvSpPr>
        <p:spPr>
          <a:xfrm>
            <a:off x="3374135" y="4956048"/>
            <a:ext cx="2578608" cy="11155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 Slot-Sizes"/>
          <p:cNvSpPr txBox="1"/>
          <p:nvPr/>
        </p:nvSpPr>
        <p:spPr>
          <a:xfrm>
            <a:off x="3538727" y="5029200"/>
            <a:ext cx="2249424" cy="987552"/>
          </a:xfrm>
          <a:prstGeom prst="rect">
            <a:avLst/>
          </a:prstGeom>
          <a:noFill/>
        </p:spPr>
        <p:txBody>
          <a:bodyPr wrap="square" lIns="0" rIns="0" tIns="0" bIns="0" anchor="t">
            <a:spAutoFit/>
          </a:bodyPr>
          <a:lstStyle/>
          <a:p>
            <a:pPr algn="l">
              <a:spcBef>
                <a:spcPts val="0"/>
              </a:spcBef>
              <a:spcAft>
                <a:spcPts val="200"/>
              </a:spcAft>
            </a:pPr>
            <a:r>
              <a:rPr sz="1400" b="1">
                <a:solidFill>
                  <a:srgbClr val="002965"/>
                </a:solidFill>
              </a:rPr>
              <a:t>Slot-Sizes</a:t>
            </a:r>
          </a:p>
          <a:p>
            <a:pPr algn="l">
              <a:spcBef>
                <a:spcPts val="0"/>
              </a:spcBef>
              <a:spcAft>
                <a:spcPts val="400"/>
              </a:spcAft>
            </a:pPr>
            <a:r>
              <a:rPr sz="1300" b="0">
                <a:solidFill>
                  <a:srgbClr val="404040"/>
                </a:solidFill>
              </a:rPr>
              <a:t>Grundstücksgrößen, die finanzierbar und kapitalmarktfähig sind</a:t>
            </a:r>
          </a:p>
        </p:txBody>
      </p:sp>
      <p:sp>
        <p:nvSpPr>
          <p:cNvPr id="14" name="Karte Parzellierung"/>
          <p:cNvSpPr/>
          <p:nvPr/>
        </p:nvSpPr>
        <p:spPr>
          <a:xfrm>
            <a:off x="6227064" y="4956048"/>
            <a:ext cx="2578608" cy="11155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 Parzellierung"/>
          <p:cNvSpPr txBox="1"/>
          <p:nvPr/>
        </p:nvSpPr>
        <p:spPr>
          <a:xfrm>
            <a:off x="6391655" y="5029200"/>
            <a:ext cx="2249424" cy="987552"/>
          </a:xfrm>
          <a:prstGeom prst="rect">
            <a:avLst/>
          </a:prstGeom>
          <a:noFill/>
        </p:spPr>
        <p:txBody>
          <a:bodyPr wrap="square" lIns="0" rIns="0" tIns="0" bIns="0" anchor="t">
            <a:spAutoFit/>
          </a:bodyPr>
          <a:lstStyle/>
          <a:p>
            <a:pPr algn="l">
              <a:spcBef>
                <a:spcPts val="0"/>
              </a:spcBef>
              <a:spcAft>
                <a:spcPts val="200"/>
              </a:spcAft>
            </a:pPr>
            <a:r>
              <a:rPr sz="1400" b="1">
                <a:solidFill>
                  <a:srgbClr val="002965"/>
                </a:solidFill>
              </a:rPr>
              <a:t>Parzellierung</a:t>
            </a:r>
          </a:p>
          <a:p>
            <a:pPr algn="l">
              <a:spcBef>
                <a:spcPts val="0"/>
              </a:spcBef>
              <a:spcAft>
                <a:spcPts val="400"/>
              </a:spcAft>
            </a:pPr>
            <a:r>
              <a:rPr sz="1300" b="0">
                <a:solidFill>
                  <a:srgbClr val="404040"/>
                </a:solidFill>
              </a:rPr>
              <a:t>Eigenständig erschließbare, entwickelbare und vermarktbare Grundstücke</a:t>
            </a:r>
          </a:p>
        </p:txBody>
      </p:sp>
      <p:sp>
        <p:nvSpPr>
          <p:cNvPr id="16" name="Karte Öffentliche Hand"/>
          <p:cNvSpPr/>
          <p:nvPr/>
        </p:nvSpPr>
        <p:spPr>
          <a:xfrm>
            <a:off x="9079992" y="4956048"/>
            <a:ext cx="2578608" cy="111556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 Öffentliche Hand"/>
          <p:cNvSpPr txBox="1"/>
          <p:nvPr/>
        </p:nvSpPr>
        <p:spPr>
          <a:xfrm>
            <a:off x="9244584" y="5029200"/>
            <a:ext cx="2249424" cy="987552"/>
          </a:xfrm>
          <a:prstGeom prst="rect">
            <a:avLst/>
          </a:prstGeom>
          <a:noFill/>
        </p:spPr>
        <p:txBody>
          <a:bodyPr wrap="square" lIns="0" rIns="0" tIns="0" bIns="0" anchor="t">
            <a:spAutoFit/>
          </a:bodyPr>
          <a:lstStyle/>
          <a:p>
            <a:pPr algn="l">
              <a:spcBef>
                <a:spcPts val="0"/>
              </a:spcBef>
              <a:spcAft>
                <a:spcPts val="200"/>
              </a:spcAft>
            </a:pPr>
            <a:r>
              <a:rPr sz="1400" b="1">
                <a:solidFill>
                  <a:srgbClr val="002965"/>
                </a:solidFill>
              </a:rPr>
              <a:t>Öffentliche Hand</a:t>
            </a:r>
          </a:p>
          <a:p>
            <a:pPr algn="l">
              <a:spcBef>
                <a:spcPts val="0"/>
              </a:spcBef>
              <a:spcAft>
                <a:spcPts val="400"/>
              </a:spcAft>
            </a:pPr>
            <a:r>
              <a:rPr sz="1300" b="0">
                <a:solidFill>
                  <a:srgbClr val="404040"/>
                </a:solidFill>
              </a:rPr>
              <a:t>Kosten, Erlöse und Finanzierungsbedarf, Folgekosten und Einnahmen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 7–8: Umsetzung, Kommunikation und Vermarktung</a:t>
            </a:r>
          </a:p>
        </p:txBody>
      </p:sp>
      <p:sp>
        <p:nvSpPr>
          <p:cNvPr id="3" name="Text Placeholder 2"/>
          <p:cNvSpPr>
            <a:spLocks noGrp="1"/>
          </p:cNvSpPr>
          <p:nvPr>
            <p:ph type="body" idx="14" sz="quarter"/>
          </p:nvPr>
        </p:nvSpPr>
        <p:spPr/>
        <p:txBody>
          <a:bodyPr/>
          <a:lstStyle/>
          <a:p>
            <a:r>
              <a:t>Priorisierte Roadmap und schlanke, verbindliche Abstimmungsformate</a:t>
            </a:r>
          </a:p>
        </p:txBody>
      </p:sp>
      <p:sp>
        <p:nvSpPr>
          <p:cNvPr id="4" name="Foliennummernplatzhalter"/>
          <p:cNvSpPr>
            <a:spLocks noGrp="1"/>
          </p:cNvSpPr>
          <p:nvPr>
            <p:ph type="sldNum" sz="quarter" idx="12"/>
          </p:nvPr>
        </p:nvSpPr>
        <p:spPr/>
        <p:txBody>
          <a:bodyPr/>
          <a:lstStyle/>
          <a:p>
            <a:fld id="{9829449A-3FF3-45CE-9F4F-09BADC0910C6}" type="slidenum">
              <a:rPr lang="de-DE"/>
              <a:t>‹Nr.›</a:t>
            </a:fld>
            <a:endParaRPr lang="de-DE"/>
          </a:p>
        </p:txBody>
      </p:sp>
      <p:sp>
        <p:nvSpPr>
          <p:cNvPr id="5" name="Fußzeilenplatzhalter"/>
          <p:cNvSpPr>
            <a:spLocks noGrp="1"/>
          </p:cNvSpPr>
          <p:nvPr>
            <p:ph type="ftr" sz="quarter" idx="11"/>
          </p:nvPr>
        </p:nvSpPr>
        <p:spPr/>
        <p:txBody>
          <a:bodyPr/>
          <a:lstStyle/>
          <a:p>
            <a:r>
              <a:rPr lang="de-DE"/>
              <a:t>EMRIQ Kelmis – Drees &amp; Sommer – 14.10.2026</a:t>
            </a:r>
          </a:p>
        </p:txBody>
      </p:sp>
      <p:sp>
        <p:nvSpPr>
          <p:cNvPr id="6" name="Überschrift AP 7"/>
          <p:cNvSpPr txBox="1"/>
          <p:nvPr/>
        </p:nvSpPr>
        <p:spPr>
          <a:xfrm>
            <a:off x="521207" y="1627632"/>
            <a:ext cx="5394960" cy="274320"/>
          </a:xfrm>
          <a:prstGeom prst="rect">
            <a:avLst/>
          </a:prstGeom>
          <a:noFill/>
        </p:spPr>
        <p:txBody>
          <a:bodyPr wrap="square" lIns="0" rIns="0" tIns="0" bIns="0" anchor="t">
            <a:spAutoFit/>
          </a:bodyPr>
          <a:lstStyle/>
          <a:p>
            <a:pPr algn="l">
              <a:spcBef>
                <a:spcPts val="0"/>
              </a:spcBef>
              <a:spcAft>
                <a:spcPts val="400"/>
              </a:spcAft>
            </a:pPr>
            <a:r>
              <a:rPr sz="1500" b="1">
                <a:solidFill>
                  <a:srgbClr val="005AA7"/>
                </a:solidFill>
              </a:rPr>
              <a:t>AP 7  </a:t>
            </a:r>
            <a:r>
              <a:rPr sz="1500" b="1">
                <a:solidFill>
                  <a:srgbClr val="002965"/>
                </a:solidFill>
              </a:rPr>
              <a:t>Umsetzungsstrategie und Roadmap</a:t>
            </a:r>
          </a:p>
        </p:txBody>
      </p:sp>
      <p:sp>
        <p:nvSpPr>
          <p:cNvPr id="7" name="Icon-Kreis massnahmen"/>
          <p:cNvSpPr/>
          <p:nvPr/>
        </p:nvSpPr>
        <p:spPr>
          <a:xfrm>
            <a:off x="521207" y="2057400"/>
            <a:ext cx="566928" cy="566928"/>
          </a:xfrm>
          <a:prstGeom prst="ellipse">
            <a:avLst/>
          </a:prstGeom>
          <a:solidFill>
            <a:srgbClr val="005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Icon massnahmen" descr="Icon massnahme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4593" y="2170785"/>
            <a:ext cx="340156" cy="340156"/>
          </a:xfrm>
          <a:prstGeom prst="rect">
            <a:avLst/>
          </a:prstGeom>
        </p:spPr>
      </p:pic>
      <p:sp>
        <p:nvSpPr>
          <p:cNvPr id="9" name="AP 7 Punkt 1"/>
          <p:cNvSpPr txBox="1"/>
          <p:nvPr/>
        </p:nvSpPr>
        <p:spPr>
          <a:xfrm>
            <a:off x="1280160" y="2057400"/>
            <a:ext cx="4526280" cy="566928"/>
          </a:xfrm>
          <a:prstGeom prst="rect">
            <a:avLst/>
          </a:prstGeom>
          <a:noFill/>
        </p:spPr>
        <p:txBody>
          <a:bodyPr wrap="square" lIns="0" rIns="0" tIns="0" bIns="0" anchor="ctr">
            <a:spAutoFit/>
          </a:bodyPr>
          <a:lstStyle/>
          <a:p>
            <a:pPr algn="l">
              <a:spcBef>
                <a:spcPts val="0"/>
              </a:spcBef>
              <a:spcAft>
                <a:spcPts val="400"/>
              </a:spcAft>
            </a:pPr>
            <a:r>
              <a:rPr sz="1400" b="0">
                <a:solidFill>
                  <a:srgbClr val="404040"/>
                </a:solidFill>
              </a:rPr>
              <a:t>Top-10-Maßnahmenkatalog mit Prioritäten, Abhängigkeiten und Entscheidungsbedarfen</a:t>
            </a:r>
          </a:p>
        </p:txBody>
      </p:sp>
      <p:sp>
        <p:nvSpPr>
          <p:cNvPr id="10" name="Icon-Kreis termine"/>
          <p:cNvSpPr/>
          <p:nvPr/>
        </p:nvSpPr>
        <p:spPr>
          <a:xfrm>
            <a:off x="521207" y="2843784"/>
            <a:ext cx="566928" cy="566928"/>
          </a:xfrm>
          <a:prstGeom prst="ellipse">
            <a:avLst/>
          </a:prstGeom>
          <a:solidFill>
            <a:srgbClr val="005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Icon termine" descr="Icon termine"/>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4593" y="2957169"/>
            <a:ext cx="340156" cy="340156"/>
          </a:xfrm>
          <a:prstGeom prst="rect">
            <a:avLst/>
          </a:prstGeom>
        </p:spPr>
      </p:pic>
      <p:sp>
        <p:nvSpPr>
          <p:cNvPr id="12" name="AP 7 Punkt 2"/>
          <p:cNvSpPr txBox="1"/>
          <p:nvPr/>
        </p:nvSpPr>
        <p:spPr>
          <a:xfrm>
            <a:off x="1280160" y="2843784"/>
            <a:ext cx="4526280" cy="566928"/>
          </a:xfrm>
          <a:prstGeom prst="rect">
            <a:avLst/>
          </a:prstGeom>
          <a:noFill/>
        </p:spPr>
        <p:txBody>
          <a:bodyPr wrap="square" lIns="0" rIns="0" tIns="0" bIns="0" anchor="ctr">
            <a:spAutoFit/>
          </a:bodyPr>
          <a:lstStyle/>
          <a:p>
            <a:pPr algn="l">
              <a:spcBef>
                <a:spcPts val="0"/>
              </a:spcBef>
              <a:spcAft>
                <a:spcPts val="400"/>
              </a:spcAft>
            </a:pPr>
            <a:r>
              <a:rPr sz="1400" b="0">
                <a:solidFill>
                  <a:srgbClr val="404040"/>
                </a:solidFill>
              </a:rPr>
              <a:t>Termin- und Meilensteinplanung mit Abschluss deutlich vor dem 31.10.2028</a:t>
            </a:r>
          </a:p>
        </p:txBody>
      </p:sp>
      <p:sp>
        <p:nvSpPr>
          <p:cNvPr id="13" name="Icon-Kreis verantwortung"/>
          <p:cNvSpPr/>
          <p:nvPr/>
        </p:nvSpPr>
        <p:spPr>
          <a:xfrm>
            <a:off x="521207" y="3630168"/>
            <a:ext cx="566928" cy="566928"/>
          </a:xfrm>
          <a:prstGeom prst="ellipse">
            <a:avLst/>
          </a:prstGeom>
          <a:solidFill>
            <a:srgbClr val="005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Icon verantwortung" descr="Icon verantwortu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4593" y="3743553"/>
            <a:ext cx="340156" cy="340156"/>
          </a:xfrm>
          <a:prstGeom prst="rect">
            <a:avLst/>
          </a:prstGeom>
        </p:spPr>
      </p:pic>
      <p:sp>
        <p:nvSpPr>
          <p:cNvPr id="15" name="AP 7 Punkt 3"/>
          <p:cNvSpPr txBox="1"/>
          <p:nvPr/>
        </p:nvSpPr>
        <p:spPr>
          <a:xfrm>
            <a:off x="1280160" y="3630168"/>
            <a:ext cx="4526280" cy="566928"/>
          </a:xfrm>
          <a:prstGeom prst="rect">
            <a:avLst/>
          </a:prstGeom>
          <a:noFill/>
        </p:spPr>
        <p:txBody>
          <a:bodyPr wrap="square" lIns="0" rIns="0" tIns="0" bIns="0" anchor="ctr">
            <a:spAutoFit/>
          </a:bodyPr>
          <a:lstStyle/>
          <a:p>
            <a:pPr algn="l">
              <a:spcBef>
                <a:spcPts val="0"/>
              </a:spcBef>
              <a:spcAft>
                <a:spcPts val="400"/>
              </a:spcAft>
            </a:pPr>
            <a:r>
              <a:rPr sz="1400" b="0">
                <a:solidFill>
                  <a:srgbClr val="404040"/>
                </a:solidFill>
              </a:rPr>
              <a:t>Zuständigkeiten, Ressourcen und Schnittstellen</a:t>
            </a:r>
          </a:p>
        </p:txBody>
      </p:sp>
      <p:sp>
        <p:nvSpPr>
          <p:cNvPr id="16" name="Icon-Kreis verfahren"/>
          <p:cNvSpPr/>
          <p:nvPr/>
        </p:nvSpPr>
        <p:spPr>
          <a:xfrm>
            <a:off x="521207" y="4416552"/>
            <a:ext cx="566928" cy="566928"/>
          </a:xfrm>
          <a:prstGeom prst="ellipse">
            <a:avLst/>
          </a:prstGeom>
          <a:solidFill>
            <a:srgbClr val="005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Icon verfahren" descr="Icon verfahren"/>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4593" y="4529937"/>
            <a:ext cx="340156" cy="340156"/>
          </a:xfrm>
          <a:prstGeom prst="rect">
            <a:avLst/>
          </a:prstGeom>
        </p:spPr>
      </p:pic>
      <p:sp>
        <p:nvSpPr>
          <p:cNvPr id="18" name="AP 7 Punkt 4"/>
          <p:cNvSpPr txBox="1"/>
          <p:nvPr/>
        </p:nvSpPr>
        <p:spPr>
          <a:xfrm>
            <a:off x="1280160" y="4416552"/>
            <a:ext cx="4526280" cy="566928"/>
          </a:xfrm>
          <a:prstGeom prst="rect">
            <a:avLst/>
          </a:prstGeom>
          <a:noFill/>
        </p:spPr>
        <p:txBody>
          <a:bodyPr wrap="square" lIns="0" rIns="0" tIns="0" bIns="0" anchor="ctr">
            <a:spAutoFit/>
          </a:bodyPr>
          <a:lstStyle/>
          <a:p>
            <a:pPr algn="l">
              <a:spcBef>
                <a:spcPts val="0"/>
              </a:spcBef>
              <a:spcAft>
                <a:spcPts val="400"/>
              </a:spcAft>
            </a:pPr>
            <a:r>
              <a:rPr sz="1400" b="0">
                <a:solidFill>
                  <a:srgbClr val="404040"/>
                </a:solidFill>
              </a:rPr>
              <a:t>Genehmigungs-, Planungs- und Vergabefahrplan auf Verfahrensebene</a:t>
            </a:r>
          </a:p>
        </p:txBody>
      </p:sp>
      <p:sp>
        <p:nvSpPr>
          <p:cNvPr id="19" name="Icon-Kreis risiko"/>
          <p:cNvSpPr/>
          <p:nvPr/>
        </p:nvSpPr>
        <p:spPr>
          <a:xfrm>
            <a:off x="521207" y="5202936"/>
            <a:ext cx="566928" cy="566928"/>
          </a:xfrm>
          <a:prstGeom prst="ellipse">
            <a:avLst/>
          </a:prstGeom>
          <a:solidFill>
            <a:srgbClr val="005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Icon risiko" descr="Icon risiko"/>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4593" y="5316321"/>
            <a:ext cx="340156" cy="340156"/>
          </a:xfrm>
          <a:prstGeom prst="rect">
            <a:avLst/>
          </a:prstGeom>
        </p:spPr>
      </p:pic>
      <p:sp>
        <p:nvSpPr>
          <p:cNvPr id="21" name="AP 7 Punkt 5"/>
          <p:cNvSpPr txBox="1"/>
          <p:nvPr/>
        </p:nvSpPr>
        <p:spPr>
          <a:xfrm>
            <a:off x="1280160" y="5202936"/>
            <a:ext cx="4526280" cy="566928"/>
          </a:xfrm>
          <a:prstGeom prst="rect">
            <a:avLst/>
          </a:prstGeom>
          <a:noFill/>
        </p:spPr>
        <p:txBody>
          <a:bodyPr wrap="square" lIns="0" rIns="0" tIns="0" bIns="0" anchor="ctr">
            <a:spAutoFit/>
          </a:bodyPr>
          <a:lstStyle/>
          <a:p>
            <a:pPr algn="l">
              <a:spcBef>
                <a:spcPts val="0"/>
              </a:spcBef>
              <a:spcAft>
                <a:spcPts val="400"/>
              </a:spcAft>
            </a:pPr>
            <a:r>
              <a:rPr sz="1400" b="0">
                <a:solidFill>
                  <a:srgbClr val="404040"/>
                </a:solidFill>
              </a:rPr>
              <a:t>Risikoanalyse mit Gegenmaßnahmen</a:t>
            </a:r>
          </a:p>
        </p:txBody>
      </p:sp>
      <p:sp>
        <p:nvSpPr>
          <p:cNvPr id="22" name="Überschrift AP 8"/>
          <p:cNvSpPr txBox="1"/>
          <p:nvPr/>
        </p:nvSpPr>
        <p:spPr>
          <a:xfrm>
            <a:off x="6263640" y="1627632"/>
            <a:ext cx="5394960" cy="274320"/>
          </a:xfrm>
          <a:prstGeom prst="rect">
            <a:avLst/>
          </a:prstGeom>
          <a:noFill/>
        </p:spPr>
        <p:txBody>
          <a:bodyPr wrap="square" lIns="0" rIns="0" tIns="0" bIns="0" anchor="t">
            <a:spAutoFit/>
          </a:bodyPr>
          <a:lstStyle/>
          <a:p>
            <a:pPr algn="l">
              <a:spcBef>
                <a:spcPts val="0"/>
              </a:spcBef>
              <a:spcAft>
                <a:spcPts val="400"/>
              </a:spcAft>
            </a:pPr>
            <a:r>
              <a:rPr sz="1500" b="1">
                <a:solidFill>
                  <a:srgbClr val="005AA7"/>
                </a:solidFill>
              </a:rPr>
              <a:t>AP 8  </a:t>
            </a:r>
            <a:r>
              <a:rPr sz="1500" b="1">
                <a:solidFill>
                  <a:srgbClr val="002965"/>
                </a:solidFill>
              </a:rPr>
              <a:t>Kommunikation, Beteiligung und Vermarktung</a:t>
            </a:r>
          </a:p>
        </p:txBody>
      </p:sp>
      <p:sp>
        <p:nvSpPr>
          <p:cNvPr id="23" name="Format Auftakt"/>
          <p:cNvSpPr/>
          <p:nvPr/>
        </p:nvSpPr>
        <p:spPr>
          <a:xfrm>
            <a:off x="6263640" y="2057400"/>
            <a:ext cx="256032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Zahl Auftakt"/>
          <p:cNvSpPr txBox="1"/>
          <p:nvPr/>
        </p:nvSpPr>
        <p:spPr>
          <a:xfrm>
            <a:off x="6400800" y="2130552"/>
            <a:ext cx="685800" cy="914400"/>
          </a:xfrm>
          <a:prstGeom prst="rect">
            <a:avLst/>
          </a:prstGeom>
          <a:noFill/>
        </p:spPr>
        <p:txBody>
          <a:bodyPr wrap="square" lIns="0" rIns="0" tIns="0" bIns="0" anchor="ctr">
            <a:spAutoFit/>
          </a:bodyPr>
          <a:lstStyle/>
          <a:p>
            <a:pPr algn="ctr">
              <a:spcBef>
                <a:spcPts val="0"/>
              </a:spcBef>
              <a:spcAft>
                <a:spcPts val="400"/>
              </a:spcAft>
            </a:pPr>
            <a:r>
              <a:rPr sz="4000" b="1">
                <a:solidFill>
                  <a:srgbClr val="002965"/>
                </a:solidFill>
              </a:rPr>
              <a:t>1</a:t>
            </a:r>
          </a:p>
        </p:txBody>
      </p:sp>
      <p:sp>
        <p:nvSpPr>
          <p:cNvPr id="25" name="Text Auftakt"/>
          <p:cNvSpPr txBox="1"/>
          <p:nvPr/>
        </p:nvSpPr>
        <p:spPr>
          <a:xfrm>
            <a:off x="7132320" y="2148840"/>
            <a:ext cx="1645920" cy="868680"/>
          </a:xfrm>
          <a:prstGeom prst="rect">
            <a:avLst/>
          </a:prstGeom>
          <a:noFill/>
        </p:spPr>
        <p:txBody>
          <a:bodyPr wrap="square" lIns="0" rIns="0" tIns="0" bIns="0" anchor="ctr">
            <a:spAutoFit/>
          </a:bodyPr>
          <a:lstStyle/>
          <a:p>
            <a:pPr algn="l">
              <a:spcBef>
                <a:spcPts val="0"/>
              </a:spcBef>
              <a:spcAft>
                <a:spcPts val="200"/>
              </a:spcAft>
            </a:pPr>
            <a:r>
              <a:rPr sz="1400" b="1">
                <a:solidFill>
                  <a:srgbClr val="002965"/>
                </a:solidFill>
              </a:rPr>
              <a:t>Auftakt</a:t>
            </a:r>
          </a:p>
          <a:p>
            <a:pPr algn="l">
              <a:spcBef>
                <a:spcPts val="0"/>
              </a:spcBef>
              <a:spcAft>
                <a:spcPts val="400"/>
              </a:spcAft>
            </a:pPr>
            <a:r>
              <a:rPr sz="1300" b="0">
                <a:solidFill>
                  <a:srgbClr val="404040"/>
                </a:solidFill>
              </a:rPr>
              <a:t>digital, bis 90 Minuten</a:t>
            </a:r>
          </a:p>
        </p:txBody>
      </p:sp>
      <p:sp>
        <p:nvSpPr>
          <p:cNvPr id="26" name="Format Abstimmungen"/>
          <p:cNvSpPr/>
          <p:nvPr/>
        </p:nvSpPr>
        <p:spPr>
          <a:xfrm>
            <a:off x="9006840" y="2057400"/>
            <a:ext cx="256032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Zahl Abstimmungen"/>
          <p:cNvSpPr txBox="1"/>
          <p:nvPr/>
        </p:nvSpPr>
        <p:spPr>
          <a:xfrm>
            <a:off x="9144000" y="2130552"/>
            <a:ext cx="685800" cy="914400"/>
          </a:xfrm>
          <a:prstGeom prst="rect">
            <a:avLst/>
          </a:prstGeom>
          <a:noFill/>
        </p:spPr>
        <p:txBody>
          <a:bodyPr wrap="square" lIns="0" rIns="0" tIns="0" bIns="0" anchor="ctr">
            <a:spAutoFit/>
          </a:bodyPr>
          <a:lstStyle/>
          <a:p>
            <a:pPr algn="ctr">
              <a:spcBef>
                <a:spcPts val="0"/>
              </a:spcBef>
              <a:spcAft>
                <a:spcPts val="400"/>
              </a:spcAft>
            </a:pPr>
            <a:r>
              <a:rPr sz="4000" b="1">
                <a:solidFill>
                  <a:srgbClr val="002965"/>
                </a:solidFill>
              </a:rPr>
              <a:t>4</a:t>
            </a:r>
          </a:p>
        </p:txBody>
      </p:sp>
      <p:sp>
        <p:nvSpPr>
          <p:cNvPr id="28" name="Text Abstimmungen"/>
          <p:cNvSpPr txBox="1"/>
          <p:nvPr/>
        </p:nvSpPr>
        <p:spPr>
          <a:xfrm>
            <a:off x="9875519" y="2148840"/>
            <a:ext cx="1645920" cy="868680"/>
          </a:xfrm>
          <a:prstGeom prst="rect">
            <a:avLst/>
          </a:prstGeom>
          <a:noFill/>
        </p:spPr>
        <p:txBody>
          <a:bodyPr wrap="square" lIns="0" rIns="0" tIns="0" bIns="0" anchor="ctr">
            <a:spAutoFit/>
          </a:bodyPr>
          <a:lstStyle/>
          <a:p>
            <a:pPr algn="l">
              <a:spcBef>
                <a:spcPts val="0"/>
              </a:spcBef>
              <a:spcAft>
                <a:spcPts val="200"/>
              </a:spcAft>
            </a:pPr>
            <a:r>
              <a:rPr sz="1400" b="1">
                <a:solidFill>
                  <a:srgbClr val="002965"/>
                </a:solidFill>
              </a:rPr>
              <a:t>Abstimmungen</a:t>
            </a:r>
          </a:p>
          <a:p>
            <a:pPr algn="l">
              <a:spcBef>
                <a:spcPts val="0"/>
              </a:spcBef>
              <a:spcAft>
                <a:spcPts val="400"/>
              </a:spcAft>
            </a:pPr>
            <a:r>
              <a:rPr sz="1300" b="0">
                <a:solidFill>
                  <a:srgbClr val="404040"/>
                </a:solidFill>
              </a:rPr>
              <a:t>digital, je bis 45 Minuten</a:t>
            </a:r>
          </a:p>
        </p:txBody>
      </p:sp>
      <p:sp>
        <p:nvSpPr>
          <p:cNvPr id="29" name="Format Workshops"/>
          <p:cNvSpPr/>
          <p:nvPr/>
        </p:nvSpPr>
        <p:spPr>
          <a:xfrm>
            <a:off x="6263640" y="3264408"/>
            <a:ext cx="256032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Zahl Workshops"/>
          <p:cNvSpPr txBox="1"/>
          <p:nvPr/>
        </p:nvSpPr>
        <p:spPr>
          <a:xfrm>
            <a:off x="6400800" y="3337560"/>
            <a:ext cx="685800" cy="914400"/>
          </a:xfrm>
          <a:prstGeom prst="rect">
            <a:avLst/>
          </a:prstGeom>
          <a:noFill/>
        </p:spPr>
        <p:txBody>
          <a:bodyPr wrap="square" lIns="0" rIns="0" tIns="0" bIns="0" anchor="ctr">
            <a:spAutoFit/>
          </a:bodyPr>
          <a:lstStyle/>
          <a:p>
            <a:pPr algn="ctr">
              <a:spcBef>
                <a:spcPts val="0"/>
              </a:spcBef>
              <a:spcAft>
                <a:spcPts val="400"/>
              </a:spcAft>
            </a:pPr>
            <a:r>
              <a:rPr sz="4000" b="1">
                <a:solidFill>
                  <a:srgbClr val="002965"/>
                </a:solidFill>
              </a:rPr>
              <a:t>2</a:t>
            </a:r>
          </a:p>
        </p:txBody>
      </p:sp>
      <p:sp>
        <p:nvSpPr>
          <p:cNvPr id="31" name="Text Workshops"/>
          <p:cNvSpPr txBox="1"/>
          <p:nvPr/>
        </p:nvSpPr>
        <p:spPr>
          <a:xfrm>
            <a:off x="7132320" y="3355848"/>
            <a:ext cx="1645920" cy="868680"/>
          </a:xfrm>
          <a:prstGeom prst="rect">
            <a:avLst/>
          </a:prstGeom>
          <a:noFill/>
        </p:spPr>
        <p:txBody>
          <a:bodyPr wrap="square" lIns="0" rIns="0" tIns="0" bIns="0" anchor="ctr">
            <a:spAutoFit/>
          </a:bodyPr>
          <a:lstStyle/>
          <a:p>
            <a:pPr algn="l">
              <a:spcBef>
                <a:spcPts val="0"/>
              </a:spcBef>
              <a:spcAft>
                <a:spcPts val="200"/>
              </a:spcAft>
            </a:pPr>
            <a:r>
              <a:rPr sz="1400" b="1">
                <a:solidFill>
                  <a:srgbClr val="002965"/>
                </a:solidFill>
              </a:rPr>
              <a:t>Workshops</a:t>
            </a:r>
          </a:p>
          <a:p>
            <a:pPr algn="l">
              <a:spcBef>
                <a:spcPts val="0"/>
              </a:spcBef>
              <a:spcAft>
                <a:spcPts val="400"/>
              </a:spcAft>
            </a:pPr>
            <a:r>
              <a:rPr sz="1300" b="0">
                <a:solidFill>
                  <a:srgbClr val="404040"/>
                </a:solidFill>
              </a:rPr>
              <a:t>je bis 3 Stunden, einer in Präsenz</a:t>
            </a:r>
          </a:p>
        </p:txBody>
      </p:sp>
      <p:sp>
        <p:nvSpPr>
          <p:cNvPr id="32" name="Format Abschluss"/>
          <p:cNvSpPr/>
          <p:nvPr/>
        </p:nvSpPr>
        <p:spPr>
          <a:xfrm>
            <a:off x="9006840" y="3264408"/>
            <a:ext cx="256032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Zahl Abschluss"/>
          <p:cNvSpPr txBox="1"/>
          <p:nvPr/>
        </p:nvSpPr>
        <p:spPr>
          <a:xfrm>
            <a:off x="9144000" y="3337560"/>
            <a:ext cx="685800" cy="914400"/>
          </a:xfrm>
          <a:prstGeom prst="rect">
            <a:avLst/>
          </a:prstGeom>
          <a:noFill/>
        </p:spPr>
        <p:txBody>
          <a:bodyPr wrap="square" lIns="0" rIns="0" tIns="0" bIns="0" anchor="ctr">
            <a:spAutoFit/>
          </a:bodyPr>
          <a:lstStyle/>
          <a:p>
            <a:pPr algn="ctr">
              <a:spcBef>
                <a:spcPts val="0"/>
              </a:spcBef>
              <a:spcAft>
                <a:spcPts val="400"/>
              </a:spcAft>
            </a:pPr>
            <a:r>
              <a:rPr sz="4000" b="1">
                <a:solidFill>
                  <a:srgbClr val="002965"/>
                </a:solidFill>
              </a:rPr>
              <a:t>1</a:t>
            </a:r>
          </a:p>
        </p:txBody>
      </p:sp>
      <p:sp>
        <p:nvSpPr>
          <p:cNvPr id="34" name="Text Abschluss"/>
          <p:cNvSpPr txBox="1"/>
          <p:nvPr/>
        </p:nvSpPr>
        <p:spPr>
          <a:xfrm>
            <a:off x="9875519" y="3355848"/>
            <a:ext cx="1645920" cy="868680"/>
          </a:xfrm>
          <a:prstGeom prst="rect">
            <a:avLst/>
          </a:prstGeom>
          <a:noFill/>
        </p:spPr>
        <p:txBody>
          <a:bodyPr wrap="square" lIns="0" rIns="0" tIns="0" bIns="0" anchor="ctr">
            <a:spAutoFit/>
          </a:bodyPr>
          <a:lstStyle/>
          <a:p>
            <a:pPr algn="l">
              <a:spcBef>
                <a:spcPts val="0"/>
              </a:spcBef>
              <a:spcAft>
                <a:spcPts val="200"/>
              </a:spcAft>
            </a:pPr>
            <a:r>
              <a:rPr sz="1400" b="1">
                <a:solidFill>
                  <a:srgbClr val="002965"/>
                </a:solidFill>
              </a:rPr>
              <a:t>Abschluss</a:t>
            </a:r>
          </a:p>
          <a:p>
            <a:pPr algn="l">
              <a:spcBef>
                <a:spcPts val="0"/>
              </a:spcBef>
              <a:spcAft>
                <a:spcPts val="400"/>
              </a:spcAft>
            </a:pPr>
            <a:r>
              <a:rPr sz="1300" b="0">
                <a:solidFill>
                  <a:srgbClr val="404040"/>
                </a:solidFill>
              </a:rPr>
              <a:t>Präsentation, digital, bis 90 Minuten</a:t>
            </a:r>
          </a:p>
        </p:txBody>
      </p:sp>
      <p:sp>
        <p:nvSpPr>
          <p:cNvPr id="35" name="Vermarktung"/>
          <p:cNvSpPr/>
          <p:nvPr/>
        </p:nvSpPr>
        <p:spPr>
          <a:xfrm>
            <a:off x="6263640" y="4553712"/>
            <a:ext cx="5303520" cy="1481328"/>
          </a:xfrm>
          <a:prstGeom prst="rect">
            <a:avLst/>
          </a:prstGeom>
          <a:solidFill>
            <a:srgbClr val="0029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Icon-Kreis sprache"/>
          <p:cNvSpPr/>
          <p:nvPr/>
        </p:nvSpPr>
        <p:spPr>
          <a:xfrm>
            <a:off x="6464808" y="4736592"/>
            <a:ext cx="548640" cy="548640"/>
          </a:xfrm>
          <a:prstGeom prst="ellipse">
            <a:avLst/>
          </a:prstGeom>
          <a:solidFill>
            <a:srgbClr val="005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Icon sprache" descr="Icon sprache"/>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574536" y="4846320"/>
            <a:ext cx="329184" cy="329184"/>
          </a:xfrm>
          <a:prstGeom prst="rect">
            <a:avLst/>
          </a:prstGeom>
        </p:spPr>
      </p:pic>
      <p:sp>
        <p:nvSpPr>
          <p:cNvPr id="38" name="Icon-Kreis karte"/>
          <p:cNvSpPr/>
          <p:nvPr/>
        </p:nvSpPr>
        <p:spPr>
          <a:xfrm>
            <a:off x="6464808" y="5376672"/>
            <a:ext cx="548640" cy="548640"/>
          </a:xfrm>
          <a:prstGeom prst="ellipse">
            <a:avLst/>
          </a:prstGeom>
          <a:solidFill>
            <a:srgbClr val="005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Icon karte" descr="Icon karte"/>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574536" y="5486400"/>
            <a:ext cx="329184" cy="329184"/>
          </a:xfrm>
          <a:prstGeom prst="rect">
            <a:avLst/>
          </a:prstGeom>
        </p:spPr>
      </p:pic>
      <p:sp>
        <p:nvSpPr>
          <p:cNvPr id="40" name="Text Sprachen"/>
          <p:cNvSpPr txBox="1"/>
          <p:nvPr/>
        </p:nvSpPr>
        <p:spPr>
          <a:xfrm>
            <a:off x="7178040" y="4736592"/>
            <a:ext cx="4251960" cy="548640"/>
          </a:xfrm>
          <a:prstGeom prst="rect">
            <a:avLst/>
          </a:prstGeom>
          <a:noFill/>
        </p:spPr>
        <p:txBody>
          <a:bodyPr wrap="square" lIns="0" rIns="0" tIns="0" bIns="0" anchor="ctr">
            <a:spAutoFit/>
          </a:bodyPr>
          <a:lstStyle/>
          <a:p>
            <a:pPr algn="l">
              <a:spcBef>
                <a:spcPts val="0"/>
              </a:spcBef>
              <a:spcAft>
                <a:spcPts val="400"/>
              </a:spcAft>
            </a:pPr>
            <a:r>
              <a:rPr sz="1400" b="0">
                <a:solidFill>
                  <a:srgbClr val="FFFFFF"/>
                </a:solidFill>
              </a:rPr>
              <a:t>Standortstory und Vermarktungsbausteine in Deutsch, Französisch und Englisch</a:t>
            </a:r>
          </a:p>
        </p:txBody>
      </p:sp>
      <p:sp>
        <p:nvSpPr>
          <p:cNvPr id="41" name="Text GIS"/>
          <p:cNvSpPr txBox="1"/>
          <p:nvPr/>
        </p:nvSpPr>
        <p:spPr>
          <a:xfrm>
            <a:off x="7178040" y="5376672"/>
            <a:ext cx="4251960" cy="548640"/>
          </a:xfrm>
          <a:prstGeom prst="rect">
            <a:avLst/>
          </a:prstGeom>
          <a:noFill/>
        </p:spPr>
        <p:txBody>
          <a:bodyPr wrap="square" lIns="0" rIns="0" tIns="0" bIns="0" anchor="ctr">
            <a:spAutoFit/>
          </a:bodyPr>
          <a:lstStyle/>
          <a:p>
            <a:pPr algn="l">
              <a:spcBef>
                <a:spcPts val="0"/>
              </a:spcBef>
              <a:spcAft>
                <a:spcPts val="400"/>
              </a:spcAft>
            </a:pPr>
            <a:r>
              <a:rPr sz="1400" b="0">
                <a:solidFill>
                  <a:srgbClr val="FFFFFF"/>
                </a:solidFill>
              </a:rPr>
              <a:t>GIS-fähige Karten im belgischen Lambert-System, kurzfristige Aktivierungsmaßnahmen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Zeitplan und Meilensteine</a:t>
            </a:r>
          </a:p>
        </p:txBody>
      </p:sp>
      <p:sp>
        <p:nvSpPr>
          <p:cNvPr id="3" name="Text Placeholder 2"/>
          <p:cNvSpPr>
            <a:spLocks noGrp="1"/>
          </p:cNvSpPr>
          <p:nvPr>
            <p:ph type="body" idx="14" sz="quarter"/>
          </p:nvPr>
        </p:nvSpPr>
        <p:spPr/>
        <p:txBody>
          <a:bodyPr/>
          <a:lstStyle/>
          <a:p>
            <a:r>
              <a:t>Abschluss nach rund 16 Monaten – deutlich vor dem Endtermin am 31. Oktober 2028</a:t>
            </a:r>
          </a:p>
        </p:txBody>
      </p:sp>
      <p:sp>
        <p:nvSpPr>
          <p:cNvPr id="4" name="Foliennummernplatzhalter"/>
          <p:cNvSpPr>
            <a:spLocks noGrp="1"/>
          </p:cNvSpPr>
          <p:nvPr>
            <p:ph type="sldNum" sz="quarter" idx="12"/>
          </p:nvPr>
        </p:nvSpPr>
        <p:spPr/>
        <p:txBody>
          <a:bodyPr/>
          <a:lstStyle/>
          <a:p>
            <a:fld id="{9829449A-3FF3-45CE-9F4F-09BADC0910C6}" type="slidenum">
              <a:rPr lang="de-DE"/>
              <a:t>‹Nr.›</a:t>
            </a:fld>
            <a:endParaRPr lang="de-DE"/>
          </a:p>
        </p:txBody>
      </p:sp>
      <p:sp>
        <p:nvSpPr>
          <p:cNvPr id="5" name="Fußzeilenplatzhalter"/>
          <p:cNvSpPr>
            <a:spLocks noGrp="1"/>
          </p:cNvSpPr>
          <p:nvPr>
            <p:ph type="ftr" sz="quarter" idx="11"/>
          </p:nvPr>
        </p:nvSpPr>
        <p:spPr/>
        <p:txBody>
          <a:bodyPr/>
          <a:lstStyle/>
          <a:p>
            <a:r>
              <a:rPr lang="de-DE"/>
              <a:t>EMRIQ Kelmis – Drees &amp; Sommer – 14.10.2026</a:t>
            </a:r>
          </a:p>
        </p:txBody>
      </p:sp>
      <p:pic>
        <p:nvPicPr>
          <p:cNvPr id="6" name="Terminplan" descr="Terminpla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1207" y="1645920"/>
            <a:ext cx="11134648" cy="43434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Liefergegenstände und nächste Schritte</a:t>
            </a:r>
          </a:p>
        </p:txBody>
      </p:sp>
      <p:sp>
        <p:nvSpPr>
          <p:cNvPr id="3" name="Text Placeholder 2"/>
          <p:cNvSpPr>
            <a:spLocks noGrp="1"/>
          </p:cNvSpPr>
          <p:nvPr>
            <p:ph type="body" idx="14" sz="quarter"/>
          </p:nvPr>
        </p:nvSpPr>
        <p:spPr/>
        <p:txBody>
          <a:bodyPr/>
          <a:lstStyle/>
          <a:p>
            <a:r>
              <a:t>Was die Deutschsprachige Gemeinschaft erhält und wie wir starten</a:t>
            </a:r>
          </a:p>
        </p:txBody>
      </p:sp>
      <p:sp>
        <p:nvSpPr>
          <p:cNvPr id="4" name="Foliennummernplatzhalter"/>
          <p:cNvSpPr>
            <a:spLocks noGrp="1"/>
          </p:cNvSpPr>
          <p:nvPr>
            <p:ph type="sldNum" sz="quarter" idx="12"/>
          </p:nvPr>
        </p:nvSpPr>
        <p:spPr/>
        <p:txBody>
          <a:bodyPr/>
          <a:lstStyle/>
          <a:p>
            <a:fld id="{9829449A-3FF3-45CE-9F4F-09BADC0910C6}" type="slidenum">
              <a:rPr lang="de-DE"/>
              <a:t>‹Nr.›</a:t>
            </a:fld>
            <a:endParaRPr lang="de-DE"/>
          </a:p>
        </p:txBody>
      </p:sp>
      <p:sp>
        <p:nvSpPr>
          <p:cNvPr id="5" name="Fußzeilenplatzhalter"/>
          <p:cNvSpPr>
            <a:spLocks noGrp="1"/>
          </p:cNvSpPr>
          <p:nvPr>
            <p:ph type="ftr" sz="quarter" idx="11"/>
          </p:nvPr>
        </p:nvSpPr>
        <p:spPr/>
        <p:txBody>
          <a:bodyPr/>
          <a:lstStyle/>
          <a:p>
            <a:r>
              <a:rPr lang="de-DE"/>
              <a:t>EMRIQ Kelmis – Drees &amp; Sommer – 14.10.2026</a:t>
            </a:r>
          </a:p>
        </p:txBody>
      </p:sp>
      <p:sp>
        <p:nvSpPr>
          <p:cNvPr id="6" name="Überschrift Liefergegenstände"/>
          <p:cNvSpPr txBox="1"/>
          <p:nvPr/>
        </p:nvSpPr>
        <p:spPr>
          <a:xfrm>
            <a:off x="521207" y="1627632"/>
            <a:ext cx="6949440" cy="274320"/>
          </a:xfrm>
          <a:prstGeom prst="rect">
            <a:avLst/>
          </a:prstGeom>
          <a:noFill/>
        </p:spPr>
        <p:txBody>
          <a:bodyPr wrap="square" lIns="0" rIns="0" tIns="0" bIns="0" anchor="t">
            <a:spAutoFit/>
          </a:bodyPr>
          <a:lstStyle/>
          <a:p>
            <a:pPr algn="l">
              <a:spcBef>
                <a:spcPts val="0"/>
              </a:spcBef>
              <a:spcAft>
                <a:spcPts val="400"/>
              </a:spcAft>
            </a:pPr>
            <a:r>
              <a:rPr sz="1500" b="1">
                <a:solidFill>
                  <a:srgbClr val="002965"/>
                </a:solidFill>
              </a:rPr>
              <a:t>Liefergegenstände</a:t>
            </a:r>
          </a:p>
        </p:txBody>
      </p:sp>
      <p:pic>
        <p:nvPicPr>
          <p:cNvPr id="7" name="Haken L1" descr="Haken L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1207" y="2075688"/>
            <a:ext cx="237744" cy="237744"/>
          </a:xfrm>
          <a:prstGeom prst="rect">
            <a:avLst/>
          </a:prstGeom>
        </p:spPr>
      </p:pic>
      <p:sp>
        <p:nvSpPr>
          <p:cNvPr id="8" name="Liefergegenstand 1"/>
          <p:cNvSpPr txBox="1"/>
          <p:nvPr/>
        </p:nvSpPr>
        <p:spPr>
          <a:xfrm>
            <a:off x="868680" y="2029968"/>
            <a:ext cx="3063240" cy="512064"/>
          </a:xfrm>
          <a:prstGeom prst="rect">
            <a:avLst/>
          </a:prstGeom>
          <a:noFill/>
        </p:spPr>
        <p:txBody>
          <a:bodyPr wrap="square" lIns="0" rIns="0" tIns="0" bIns="0" anchor="t">
            <a:spAutoFit/>
          </a:bodyPr>
          <a:lstStyle/>
          <a:p>
            <a:pPr algn="l">
              <a:spcBef>
                <a:spcPts val="0"/>
              </a:spcBef>
              <a:spcAft>
                <a:spcPts val="400"/>
              </a:spcAft>
            </a:pPr>
            <a:r>
              <a:rPr sz="1300" b="0">
                <a:solidFill>
                  <a:srgbClr val="404040"/>
                </a:solidFill>
              </a:rPr>
              <a:t>Projekt- und Bearbeitungsplan mit Termin-, Risiko- und Entscheidungslogik</a:t>
            </a:r>
          </a:p>
        </p:txBody>
      </p:sp>
      <p:pic>
        <p:nvPicPr>
          <p:cNvPr id="9" name="Haken L2" descr="Haken L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1207" y="2642616"/>
            <a:ext cx="237744" cy="237744"/>
          </a:xfrm>
          <a:prstGeom prst="rect">
            <a:avLst/>
          </a:prstGeom>
        </p:spPr>
      </p:pic>
      <p:sp>
        <p:nvSpPr>
          <p:cNvPr id="10" name="Liefergegenstand 2"/>
          <p:cNvSpPr txBox="1"/>
          <p:nvPr/>
        </p:nvSpPr>
        <p:spPr>
          <a:xfrm>
            <a:off x="868680" y="2596896"/>
            <a:ext cx="3063240" cy="512064"/>
          </a:xfrm>
          <a:prstGeom prst="rect">
            <a:avLst/>
          </a:prstGeom>
          <a:noFill/>
        </p:spPr>
        <p:txBody>
          <a:bodyPr wrap="square" lIns="0" rIns="0" tIns="0" bIns="0" anchor="t">
            <a:spAutoFit/>
          </a:bodyPr>
          <a:lstStyle/>
          <a:p>
            <a:pPr algn="l">
              <a:spcBef>
                <a:spcPts val="0"/>
              </a:spcBef>
              <a:spcAft>
                <a:spcPts val="400"/>
              </a:spcAft>
            </a:pPr>
            <a:r>
              <a:rPr sz="1300" b="0">
                <a:solidFill>
                  <a:srgbClr val="404040"/>
                </a:solidFill>
              </a:rPr>
              <a:t>Standort-, Markt- und Potenzialanalyse mit Standortsteckbrief</a:t>
            </a:r>
          </a:p>
        </p:txBody>
      </p:sp>
      <p:pic>
        <p:nvPicPr>
          <p:cNvPr id="11" name="Haken L3" descr="Haken L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1207" y="3209544"/>
            <a:ext cx="237744" cy="237744"/>
          </a:xfrm>
          <a:prstGeom prst="rect">
            <a:avLst/>
          </a:prstGeom>
        </p:spPr>
      </p:pic>
      <p:sp>
        <p:nvSpPr>
          <p:cNvPr id="12" name="Liefergegenstand 3"/>
          <p:cNvSpPr txBox="1"/>
          <p:nvPr/>
        </p:nvSpPr>
        <p:spPr>
          <a:xfrm>
            <a:off x="868680" y="3163824"/>
            <a:ext cx="3063240" cy="512064"/>
          </a:xfrm>
          <a:prstGeom prst="rect">
            <a:avLst/>
          </a:prstGeom>
          <a:noFill/>
        </p:spPr>
        <p:txBody>
          <a:bodyPr wrap="square" lIns="0" rIns="0" tIns="0" bIns="0" anchor="t">
            <a:spAutoFit/>
          </a:bodyPr>
          <a:lstStyle/>
          <a:p>
            <a:pPr algn="l">
              <a:spcBef>
                <a:spcPts val="0"/>
              </a:spcBef>
              <a:spcAft>
                <a:spcPts val="400"/>
              </a:spcAft>
            </a:pPr>
            <a:r>
              <a:rPr sz="1300" b="0">
                <a:solidFill>
                  <a:srgbClr val="404040"/>
                </a:solidFill>
              </a:rPr>
              <a:t>Themen-, Zielgruppen- und Ecosystem-Konzept</a:t>
            </a:r>
          </a:p>
        </p:txBody>
      </p:sp>
      <p:pic>
        <p:nvPicPr>
          <p:cNvPr id="13" name="Haken L4" descr="Haken L4"/>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1207" y="3776472"/>
            <a:ext cx="237744" cy="237744"/>
          </a:xfrm>
          <a:prstGeom prst="rect">
            <a:avLst/>
          </a:prstGeom>
        </p:spPr>
      </p:pic>
      <p:sp>
        <p:nvSpPr>
          <p:cNvPr id="14" name="Liefergegenstand 4"/>
          <p:cNvSpPr txBox="1"/>
          <p:nvPr/>
        </p:nvSpPr>
        <p:spPr>
          <a:xfrm>
            <a:off x="868680" y="3730752"/>
            <a:ext cx="3063240" cy="512064"/>
          </a:xfrm>
          <a:prstGeom prst="rect">
            <a:avLst/>
          </a:prstGeom>
          <a:noFill/>
        </p:spPr>
        <p:txBody>
          <a:bodyPr wrap="square" lIns="0" rIns="0" tIns="0" bIns="0" anchor="t">
            <a:spAutoFit/>
          </a:bodyPr>
          <a:lstStyle/>
          <a:p>
            <a:pPr algn="l">
              <a:spcBef>
                <a:spcPts val="0"/>
              </a:spcBef>
              <a:spcAft>
                <a:spcPts val="400"/>
              </a:spcAft>
            </a:pPr>
            <a:r>
              <a:rPr sz="1300" b="0">
                <a:solidFill>
                  <a:srgbClr val="404040"/>
                </a:solidFill>
              </a:rPr>
              <a:t>Entwicklungs- und Nutzungskonzept mit Vorzugsvariante</a:t>
            </a:r>
          </a:p>
        </p:txBody>
      </p:sp>
      <p:pic>
        <p:nvPicPr>
          <p:cNvPr id="15" name="Haken L5" descr="Haken L5"/>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1207" y="4343400"/>
            <a:ext cx="237744" cy="237744"/>
          </a:xfrm>
          <a:prstGeom prst="rect">
            <a:avLst/>
          </a:prstGeom>
        </p:spPr>
      </p:pic>
      <p:sp>
        <p:nvSpPr>
          <p:cNvPr id="16" name="Liefergegenstand 5"/>
          <p:cNvSpPr txBox="1"/>
          <p:nvPr/>
        </p:nvSpPr>
        <p:spPr>
          <a:xfrm>
            <a:off x="868680" y="4297680"/>
            <a:ext cx="3063240" cy="512064"/>
          </a:xfrm>
          <a:prstGeom prst="rect">
            <a:avLst/>
          </a:prstGeom>
          <a:noFill/>
        </p:spPr>
        <p:txBody>
          <a:bodyPr wrap="square" lIns="0" rIns="0" tIns="0" bIns="0" anchor="t">
            <a:spAutoFit/>
          </a:bodyPr>
          <a:lstStyle/>
          <a:p>
            <a:pPr algn="l">
              <a:spcBef>
                <a:spcPts val="0"/>
              </a:spcBef>
              <a:spcAft>
                <a:spcPts val="400"/>
              </a:spcAft>
            </a:pPr>
            <a:r>
              <a:rPr sz="1300" b="0">
                <a:solidFill>
                  <a:srgbClr val="404040"/>
                </a:solidFill>
              </a:rPr>
              <a:t>Nachhaltigkeits-, Mobilitäts- und Infrastrukturkonzept</a:t>
            </a:r>
          </a:p>
        </p:txBody>
      </p:sp>
      <p:pic>
        <p:nvPicPr>
          <p:cNvPr id="17" name="Haken L6" descr="Haken L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87368" y="2075688"/>
            <a:ext cx="237744" cy="237744"/>
          </a:xfrm>
          <a:prstGeom prst="rect">
            <a:avLst/>
          </a:prstGeom>
        </p:spPr>
      </p:pic>
      <p:sp>
        <p:nvSpPr>
          <p:cNvPr id="18" name="Liefergegenstand 6"/>
          <p:cNvSpPr txBox="1"/>
          <p:nvPr/>
        </p:nvSpPr>
        <p:spPr>
          <a:xfrm>
            <a:off x="4434840" y="2029968"/>
            <a:ext cx="3063240" cy="512064"/>
          </a:xfrm>
          <a:prstGeom prst="rect">
            <a:avLst/>
          </a:prstGeom>
          <a:noFill/>
        </p:spPr>
        <p:txBody>
          <a:bodyPr wrap="square" lIns="0" rIns="0" tIns="0" bIns="0" anchor="t">
            <a:spAutoFit/>
          </a:bodyPr>
          <a:lstStyle/>
          <a:p>
            <a:pPr algn="l">
              <a:spcBef>
                <a:spcPts val="0"/>
              </a:spcBef>
              <a:spcAft>
                <a:spcPts val="400"/>
              </a:spcAft>
            </a:pPr>
            <a:r>
              <a:rPr sz="1300" b="0">
                <a:solidFill>
                  <a:srgbClr val="404040"/>
                </a:solidFill>
              </a:rPr>
              <a:t>Wirtschaftlichkeitsbetrachtung mit offengelegten Annahmen</a:t>
            </a:r>
          </a:p>
        </p:txBody>
      </p:sp>
      <p:pic>
        <p:nvPicPr>
          <p:cNvPr id="19" name="Haken L7" descr="Haken L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87368" y="2642616"/>
            <a:ext cx="237744" cy="237744"/>
          </a:xfrm>
          <a:prstGeom prst="rect">
            <a:avLst/>
          </a:prstGeom>
        </p:spPr>
      </p:pic>
      <p:sp>
        <p:nvSpPr>
          <p:cNvPr id="20" name="Liefergegenstand 7"/>
          <p:cNvSpPr txBox="1"/>
          <p:nvPr/>
        </p:nvSpPr>
        <p:spPr>
          <a:xfrm>
            <a:off x="4434840" y="2596896"/>
            <a:ext cx="3063240" cy="512064"/>
          </a:xfrm>
          <a:prstGeom prst="rect">
            <a:avLst/>
          </a:prstGeom>
          <a:noFill/>
        </p:spPr>
        <p:txBody>
          <a:bodyPr wrap="square" lIns="0" rIns="0" tIns="0" bIns="0" anchor="t">
            <a:spAutoFit/>
          </a:bodyPr>
          <a:lstStyle/>
          <a:p>
            <a:pPr algn="l">
              <a:spcBef>
                <a:spcPts val="0"/>
              </a:spcBef>
              <a:spcAft>
                <a:spcPts val="400"/>
              </a:spcAft>
            </a:pPr>
            <a:r>
              <a:rPr sz="1300" b="0">
                <a:solidFill>
                  <a:srgbClr val="404040"/>
                </a:solidFill>
              </a:rPr>
              <a:t>Finanzierungs-, Förder-, Träger- und Betreibermodell</a:t>
            </a:r>
          </a:p>
        </p:txBody>
      </p:sp>
      <p:pic>
        <p:nvPicPr>
          <p:cNvPr id="21" name="Haken L8" descr="Haken L8"/>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87368" y="3209544"/>
            <a:ext cx="237744" cy="237744"/>
          </a:xfrm>
          <a:prstGeom prst="rect">
            <a:avLst/>
          </a:prstGeom>
        </p:spPr>
      </p:pic>
      <p:sp>
        <p:nvSpPr>
          <p:cNvPr id="22" name="Liefergegenstand 8"/>
          <p:cNvSpPr txBox="1"/>
          <p:nvPr/>
        </p:nvSpPr>
        <p:spPr>
          <a:xfrm>
            <a:off x="4434840" y="3163824"/>
            <a:ext cx="3063240" cy="512064"/>
          </a:xfrm>
          <a:prstGeom prst="rect">
            <a:avLst/>
          </a:prstGeom>
          <a:noFill/>
        </p:spPr>
        <p:txBody>
          <a:bodyPr wrap="square" lIns="0" rIns="0" tIns="0" bIns="0" anchor="t">
            <a:spAutoFit/>
          </a:bodyPr>
          <a:lstStyle/>
          <a:p>
            <a:pPr algn="l">
              <a:spcBef>
                <a:spcPts val="0"/>
              </a:spcBef>
              <a:spcAft>
                <a:spcPts val="400"/>
              </a:spcAft>
            </a:pPr>
            <a:r>
              <a:rPr sz="1300" b="0">
                <a:solidFill>
                  <a:srgbClr val="404040"/>
                </a:solidFill>
              </a:rPr>
              <a:t>Umsetzungsplan mit Maßnahmen, Prioritäten und Zuständigkeiten</a:t>
            </a:r>
          </a:p>
        </p:txBody>
      </p:sp>
      <p:pic>
        <p:nvPicPr>
          <p:cNvPr id="23" name="Haken L9" descr="Haken L9"/>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87368" y="3776472"/>
            <a:ext cx="237744" cy="237744"/>
          </a:xfrm>
          <a:prstGeom prst="rect">
            <a:avLst/>
          </a:prstGeom>
        </p:spPr>
      </p:pic>
      <p:sp>
        <p:nvSpPr>
          <p:cNvPr id="24" name="Liefergegenstand 9"/>
          <p:cNvSpPr txBox="1"/>
          <p:nvPr/>
        </p:nvSpPr>
        <p:spPr>
          <a:xfrm>
            <a:off x="4434840" y="3730752"/>
            <a:ext cx="3063240" cy="512064"/>
          </a:xfrm>
          <a:prstGeom prst="rect">
            <a:avLst/>
          </a:prstGeom>
          <a:noFill/>
        </p:spPr>
        <p:txBody>
          <a:bodyPr wrap="square" lIns="0" rIns="0" tIns="0" bIns="0" anchor="t">
            <a:spAutoFit/>
          </a:bodyPr>
          <a:lstStyle/>
          <a:p>
            <a:pPr algn="l">
              <a:spcBef>
                <a:spcPts val="0"/>
              </a:spcBef>
              <a:spcAft>
                <a:spcPts val="400"/>
              </a:spcAft>
            </a:pPr>
            <a:r>
              <a:rPr sz="1300" b="0">
                <a:solidFill>
                  <a:srgbClr val="404040"/>
                </a:solidFill>
              </a:rPr>
              <a:t>Vermarktungsunterlagen in Deutsch, Französisch und Englisch</a:t>
            </a:r>
          </a:p>
        </p:txBody>
      </p:sp>
      <p:pic>
        <p:nvPicPr>
          <p:cNvPr id="25" name="Haken L10" descr="Haken L10"/>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87368" y="4343400"/>
            <a:ext cx="237744" cy="237744"/>
          </a:xfrm>
          <a:prstGeom prst="rect">
            <a:avLst/>
          </a:prstGeom>
        </p:spPr>
      </p:pic>
      <p:sp>
        <p:nvSpPr>
          <p:cNvPr id="26" name="Liefergegenstand 10"/>
          <p:cNvSpPr txBox="1"/>
          <p:nvPr/>
        </p:nvSpPr>
        <p:spPr>
          <a:xfrm>
            <a:off x="4434840" y="4297680"/>
            <a:ext cx="3063240" cy="512064"/>
          </a:xfrm>
          <a:prstGeom prst="rect">
            <a:avLst/>
          </a:prstGeom>
          <a:noFill/>
        </p:spPr>
        <p:txBody>
          <a:bodyPr wrap="square" lIns="0" rIns="0" tIns="0" bIns="0" anchor="t">
            <a:spAutoFit/>
          </a:bodyPr>
          <a:lstStyle/>
          <a:p>
            <a:pPr algn="l">
              <a:spcBef>
                <a:spcPts val="0"/>
              </a:spcBef>
              <a:spcAft>
                <a:spcPts val="400"/>
              </a:spcAft>
            </a:pPr>
            <a:r>
              <a:rPr sz="1300" b="0">
                <a:solidFill>
                  <a:srgbClr val="404040"/>
                </a:solidFill>
              </a:rPr>
              <a:t>GIS-Karten, Protokolle, Abschlussbericht mit bearbeitbaren Dateien</a:t>
            </a:r>
          </a:p>
        </p:txBody>
      </p:sp>
      <p:sp>
        <p:nvSpPr>
          <p:cNvPr id="27" name="Qualitätssicherung"/>
          <p:cNvSpPr/>
          <p:nvPr/>
        </p:nvSpPr>
        <p:spPr>
          <a:xfrm>
            <a:off x="521207" y="4937760"/>
            <a:ext cx="6903720" cy="10972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con-Kreis qualitaet"/>
          <p:cNvSpPr/>
          <p:nvPr/>
        </p:nvSpPr>
        <p:spPr>
          <a:xfrm>
            <a:off x="704088" y="5138928"/>
            <a:ext cx="685800" cy="685800"/>
          </a:xfrm>
          <a:prstGeom prst="ellipse">
            <a:avLst/>
          </a:prstGeom>
          <a:solidFill>
            <a:srgbClr val="005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Icon qualitaet" descr="Icon qualitaet"/>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1248" y="5276088"/>
            <a:ext cx="411479" cy="411479"/>
          </a:xfrm>
          <a:prstGeom prst="rect">
            <a:avLst/>
          </a:prstGeom>
        </p:spPr>
      </p:pic>
      <p:sp>
        <p:nvSpPr>
          <p:cNvPr id="30" name="Text Qualitätssicherung"/>
          <p:cNvSpPr txBox="1"/>
          <p:nvPr/>
        </p:nvSpPr>
        <p:spPr>
          <a:xfrm>
            <a:off x="1572768" y="5010912"/>
            <a:ext cx="5715000" cy="960120"/>
          </a:xfrm>
          <a:prstGeom prst="rect">
            <a:avLst/>
          </a:prstGeom>
          <a:noFill/>
        </p:spPr>
        <p:txBody>
          <a:bodyPr wrap="square" lIns="0" rIns="0" tIns="0" bIns="0" anchor="ctr">
            <a:spAutoFit/>
          </a:bodyPr>
          <a:lstStyle/>
          <a:p>
            <a:pPr algn="l">
              <a:spcBef>
                <a:spcPts val="0"/>
              </a:spcBef>
              <a:spcAft>
                <a:spcPts val="200"/>
              </a:spcAft>
            </a:pPr>
            <a:r>
              <a:rPr sz="1400" b="1">
                <a:solidFill>
                  <a:srgbClr val="002965"/>
                </a:solidFill>
              </a:rPr>
              <a:t>Qualitätssicherung</a:t>
            </a:r>
          </a:p>
          <a:p>
            <a:pPr algn="l">
              <a:spcBef>
                <a:spcPts val="0"/>
              </a:spcBef>
              <a:spcAft>
                <a:spcPts val="400"/>
              </a:spcAft>
            </a:pPr>
            <a:r>
              <a:rPr sz="1300" b="0">
                <a:solidFill>
                  <a:srgbClr val="404040"/>
                </a:solidFill>
              </a:rPr>
              <a:t>Vier-Augen-Prinzip, fachübergreifende Reviews an den Meilensteinen, dokumentierte Freigaben, fachliche Prüfung der französischen und englischen Fassung</a:t>
            </a:r>
          </a:p>
        </p:txBody>
      </p:sp>
      <p:sp>
        <p:nvSpPr>
          <p:cNvPr id="31" name="Nächste Schritte"/>
          <p:cNvSpPr/>
          <p:nvPr/>
        </p:nvSpPr>
        <p:spPr>
          <a:xfrm>
            <a:off x="7726679" y="1645920"/>
            <a:ext cx="3931920" cy="4389120"/>
          </a:xfrm>
          <a:prstGeom prst="rect">
            <a:avLst/>
          </a:prstGeom>
          <a:solidFill>
            <a:srgbClr val="0029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Überschrift Nächste Schritte"/>
          <p:cNvSpPr txBox="1"/>
          <p:nvPr/>
        </p:nvSpPr>
        <p:spPr>
          <a:xfrm>
            <a:off x="7955279" y="1828800"/>
            <a:ext cx="3520440" cy="365760"/>
          </a:xfrm>
          <a:prstGeom prst="rect">
            <a:avLst/>
          </a:prstGeom>
          <a:noFill/>
        </p:spPr>
        <p:txBody>
          <a:bodyPr wrap="square" lIns="0" rIns="0" tIns="0" bIns="0" anchor="t">
            <a:spAutoFit/>
          </a:bodyPr>
          <a:lstStyle/>
          <a:p>
            <a:pPr algn="l">
              <a:spcBef>
                <a:spcPts val="0"/>
              </a:spcBef>
              <a:spcAft>
                <a:spcPts val="400"/>
              </a:spcAft>
            </a:pPr>
            <a:r>
              <a:rPr sz="1600" b="1">
                <a:solidFill>
                  <a:srgbClr val="FFFFFF"/>
                </a:solidFill>
              </a:rPr>
              <a:t>Nächste Schritte</a:t>
            </a:r>
          </a:p>
        </p:txBody>
      </p:sp>
      <p:sp>
        <p:nvSpPr>
          <p:cNvPr id="33" name="Nummer 1"/>
          <p:cNvSpPr/>
          <p:nvPr/>
        </p:nvSpPr>
        <p:spPr>
          <a:xfrm>
            <a:off x="7955279" y="2331720"/>
            <a:ext cx="384048" cy="384048"/>
          </a:xfrm>
          <a:prstGeom prst="ellipse">
            <a:avLst/>
          </a:prstGeom>
          <a:solidFill>
            <a:srgbClr val="005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1</a:t>
            </a:r>
          </a:p>
        </p:txBody>
      </p:sp>
      <p:sp>
        <p:nvSpPr>
          <p:cNvPr id="34" name="Schritt 1"/>
          <p:cNvSpPr txBox="1"/>
          <p:nvPr/>
        </p:nvSpPr>
        <p:spPr>
          <a:xfrm>
            <a:off x="8503920" y="2313432"/>
            <a:ext cx="2971800" cy="868680"/>
          </a:xfrm>
          <a:prstGeom prst="rect">
            <a:avLst/>
          </a:prstGeom>
          <a:noFill/>
        </p:spPr>
        <p:txBody>
          <a:bodyPr wrap="square" lIns="0" rIns="0" tIns="0" bIns="0" anchor="t">
            <a:spAutoFit/>
          </a:bodyPr>
          <a:lstStyle/>
          <a:p>
            <a:pPr algn="l">
              <a:spcBef>
                <a:spcPts val="0"/>
              </a:spcBef>
              <a:spcAft>
                <a:spcPts val="400"/>
              </a:spcAft>
            </a:pPr>
            <a:r>
              <a:rPr sz="1400" b="0">
                <a:solidFill>
                  <a:srgbClr val="FFFFFF"/>
                </a:solidFill>
              </a:rPr>
              <a:t>Offene Punkte aus dem heutigen Termin klären: Betrachtungsraum, Themenpräferenz, Formate der Ergebnisse</a:t>
            </a:r>
          </a:p>
        </p:txBody>
      </p:sp>
      <p:sp>
        <p:nvSpPr>
          <p:cNvPr id="35" name="Nummer 2"/>
          <p:cNvSpPr/>
          <p:nvPr/>
        </p:nvSpPr>
        <p:spPr>
          <a:xfrm>
            <a:off x="7955279" y="3310127"/>
            <a:ext cx="384048" cy="384048"/>
          </a:xfrm>
          <a:prstGeom prst="ellipse">
            <a:avLst/>
          </a:prstGeom>
          <a:solidFill>
            <a:srgbClr val="005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2</a:t>
            </a:r>
          </a:p>
        </p:txBody>
      </p:sp>
      <p:sp>
        <p:nvSpPr>
          <p:cNvPr id="36" name="Schritt 2"/>
          <p:cNvSpPr txBox="1"/>
          <p:nvPr/>
        </p:nvSpPr>
        <p:spPr>
          <a:xfrm>
            <a:off x="8503920" y="3291839"/>
            <a:ext cx="2971800" cy="566928"/>
          </a:xfrm>
          <a:prstGeom prst="rect">
            <a:avLst/>
          </a:prstGeom>
          <a:noFill/>
        </p:spPr>
        <p:txBody>
          <a:bodyPr wrap="square" lIns="0" rIns="0" tIns="0" bIns="0" anchor="t">
            <a:spAutoFit/>
          </a:bodyPr>
          <a:lstStyle/>
          <a:p>
            <a:pPr algn="l">
              <a:spcBef>
                <a:spcPts val="0"/>
              </a:spcBef>
              <a:spcAft>
                <a:spcPts val="400"/>
              </a:spcAft>
            </a:pPr>
            <a:r>
              <a:rPr sz="1400" b="0">
                <a:solidFill>
                  <a:srgbClr val="FFFFFF"/>
                </a:solidFill>
              </a:rPr>
              <a:t>Angebot auf dieser Grundlage abschließen</a:t>
            </a:r>
          </a:p>
        </p:txBody>
      </p:sp>
      <p:sp>
        <p:nvSpPr>
          <p:cNvPr id="37" name="Nummer 3"/>
          <p:cNvSpPr/>
          <p:nvPr/>
        </p:nvSpPr>
        <p:spPr>
          <a:xfrm>
            <a:off x="7955279" y="3986783"/>
            <a:ext cx="384048" cy="384048"/>
          </a:xfrm>
          <a:prstGeom prst="ellipse">
            <a:avLst/>
          </a:prstGeom>
          <a:solidFill>
            <a:srgbClr val="005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3</a:t>
            </a:r>
          </a:p>
        </p:txBody>
      </p:sp>
      <p:sp>
        <p:nvSpPr>
          <p:cNvPr id="38" name="Schritt 3"/>
          <p:cNvSpPr txBox="1"/>
          <p:nvPr/>
        </p:nvSpPr>
        <p:spPr>
          <a:xfrm>
            <a:off x="8503920" y="3968496"/>
            <a:ext cx="2971800" cy="566928"/>
          </a:xfrm>
          <a:prstGeom prst="rect">
            <a:avLst/>
          </a:prstGeom>
          <a:noFill/>
        </p:spPr>
        <p:txBody>
          <a:bodyPr wrap="square" lIns="0" rIns="0" tIns="0" bIns="0" anchor="t">
            <a:spAutoFit/>
          </a:bodyPr>
          <a:lstStyle/>
          <a:p>
            <a:pPr algn="l">
              <a:spcBef>
                <a:spcPts val="0"/>
              </a:spcBef>
              <a:spcAft>
                <a:spcPts val="400"/>
              </a:spcAft>
            </a:pPr>
            <a:r>
              <a:rPr sz="1400" b="0">
                <a:solidFill>
                  <a:srgbClr val="FFFFFF"/>
                </a:solidFill>
              </a:rPr>
              <a:t>Beauftragung und Auftakt im ersten Monat</a:t>
            </a:r>
          </a:p>
        </p:txBody>
      </p:sp>
      <p:sp>
        <p:nvSpPr>
          <p:cNvPr id="39" name="Nummer 4"/>
          <p:cNvSpPr/>
          <p:nvPr/>
        </p:nvSpPr>
        <p:spPr>
          <a:xfrm>
            <a:off x="7955279" y="4663440"/>
            <a:ext cx="384048" cy="384048"/>
          </a:xfrm>
          <a:prstGeom prst="ellipse">
            <a:avLst/>
          </a:prstGeom>
          <a:solidFill>
            <a:srgbClr val="005AA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rPr>
              <a:t>4</a:t>
            </a:r>
          </a:p>
        </p:txBody>
      </p:sp>
      <p:sp>
        <p:nvSpPr>
          <p:cNvPr id="40" name="Schritt 4"/>
          <p:cNvSpPr txBox="1"/>
          <p:nvPr/>
        </p:nvSpPr>
        <p:spPr>
          <a:xfrm>
            <a:off x="8503920" y="4645152"/>
            <a:ext cx="2971800" cy="868680"/>
          </a:xfrm>
          <a:prstGeom prst="rect">
            <a:avLst/>
          </a:prstGeom>
          <a:noFill/>
        </p:spPr>
        <p:txBody>
          <a:bodyPr wrap="square" lIns="0" rIns="0" tIns="0" bIns="0" anchor="t">
            <a:spAutoFit/>
          </a:bodyPr>
          <a:lstStyle/>
          <a:p>
            <a:pPr algn="l">
              <a:spcBef>
                <a:spcPts val="0"/>
              </a:spcBef>
              <a:spcAft>
                <a:spcPts val="400"/>
              </a:spcAft>
            </a:pPr>
            <a:r>
              <a:rPr sz="1400" b="0">
                <a:solidFill>
                  <a:srgbClr val="FFFFFF"/>
                </a:solidFill>
              </a:rPr>
              <a:t>Bereitstellung der Grundlagen: Fachgutachten, Gewerbeflächenstrategie, MORO-Bericht, Geodaten</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IO_CHANGETRACKING" val="true"/>
  <p:tag name="MIO_PRESENTATION_LANGUAGE" val="1031"/>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MIO_AVOID_BLANK_LAYOUT" val="True"/>
  <p:tag name="MIO_CD_LAYOUT_VALID_AREA" val="False"/>
  <p:tag name="MIO_CDID" val="aa9e26f0-d14d-40a1-920e-6bb861640638"/>
  <p:tag name="MIO_CONTENTTAG" val="ntWX9qr/nU2xLMnKzeLegw=="/>
  <p:tag name="MIO_DBID" val="F91B0394-2DB4-4D5E-A007-7612FA556223"/>
  <p:tag name="MIO_EKGUID" val="73a10be0-471b-4457-a6de-dfc3d29123e5"/>
  <p:tag name="MIO_EMBED_FONT" val="False"/>
  <p:tag name="MIO_FALLBACK_LAYOUT" val="10"/>
  <p:tag name="MIO_HDS" val="True"/>
  <p:tag name="MIO_LASTDOWNLOADED" val="01.08.2025 09:24:14.451"/>
  <p:tag name="MIO_LASTEDITORNAME" val="Tatjana Hänsch"/>
  <p:tag name="MIO_MATCH_COLOR_SCHEME" val="True"/>
  <p:tag name="MIO_NUMBER_OF_VALID_LAYOUTS" val="31"/>
  <p:tag name="MIO_OBJECTNAME" val="16:9 Drees &amp; Sommer"/>
  <p:tag name="MIO_PRESI_FIRST_SLIDENUMBER" val="1"/>
  <p:tag name="MIO_SHOW_DATE" val="False"/>
  <p:tag name="MIO_SHOW_FOOTER" val="True"/>
  <p:tag name="MIO_SHOW_PAGENUMBER" val="True"/>
  <p:tag name="MIO_SKIPVERSION" val="01.01.0001 00:00:00"/>
  <p:tag name="MIO_UPDATE" val="True"/>
  <p:tag name="MIO_VERSION" val="08.05.2025 14:38:10"/>
</p:tagLst>
</file>

<file path=ppt/tags/tag4.xml><?xml version="1.0" encoding="utf-8"?>
<p:tagLst xmlns:a="http://schemas.openxmlformats.org/drawingml/2006/main" xmlns:r="http://schemas.openxmlformats.org/officeDocument/2006/relationships" xmlns:p="http://schemas.openxmlformats.org/presentationml/2006/main">
  <p:tag name="MIO_AVOID_BLANK_LAYOUT" val="True"/>
  <p:tag name="MIO_CD_LAYOUT_VALID_AREA" val="False"/>
  <p:tag name="MIO_CDID" val="aca4c886-793b-452b-a3ba-a34a0736eb9f"/>
  <p:tag name="MIO_CONTENTTAG" val="HGVyUs4Wlk6bHZMiatvtTg=="/>
  <p:tag name="MIO_DBID" val="F91B0394-2DB4-4D5E-A007-7612FA556223"/>
  <p:tag name="MIO_EKGUID" val="7bb60252-ffdf-49d3-8d4f-3bd83cdb9d2c"/>
  <p:tag name="MIO_EMBED_FONT" val="False"/>
  <p:tag name="MIO_FALLBACK_LAYOUT" val="13"/>
  <p:tag name="MIO_HDS" val="True"/>
  <p:tag name="MIO_LASTDOWNLOADED" val="27.05.2026 12:50:35.323"/>
  <p:tag name="MIO_MATCH_COLOR_SCHEME" val="False"/>
  <p:tag name="MIO_NUMBER_OF_VALID_LAYOUTS" val="40"/>
  <p:tag name="MIO_OBJECTNAME" val="Drees &amp; Sommer"/>
  <p:tag name="MIO_SHOW_DATE" val="False"/>
  <p:tag name="MIO_SHOW_FOOTER" val="True"/>
  <p:tag name="MIO_SHOW_PAGENUMBER" val="True"/>
  <p:tag name="MIO_SKIPVERSION" val="01.01.0001 00:00:00"/>
  <p:tag name="MIO_UPDATE" val="True"/>
  <p:tag name="MIO_VERSION" val="20.05.2026 14:03:59"/>
</p:tagLst>
</file>

<file path=ppt/tags/tag5.xml><?xml version="1.0" encoding="utf-8"?>
<p:tagLst xmlns:a="http://schemas.openxmlformats.org/drawingml/2006/main" xmlns:r="http://schemas.openxmlformats.org/officeDocument/2006/relationships" xmlns:p="http://schemas.openxmlformats.org/presentationml/2006/main">
  <p:tag name="MIO_PLACEHOLDER_MAPPING" val="Drees &amp; Sommer 2023MIOPlaceholderMapping.TitelfolieMIOPlaceholderMapping.1MIOPlaceholderMapping-Drees &amp; Sommer 2026MIOPlaceholderMapping.Title SlideMIOPlaceholderMapping.1MIOPlaceholderMapping;Drees &amp; Sommer 2023MIOPlaceholderMapping.Title Slide BlankMIOPlaceholderMapping.2MIOPlaceholderMapping-Drees &amp; Sommer 2026MIOPlaceholderMapping.Title SlideMIOPlaceholderMapping.1MIOPlaceholderMapping;Drees &amp; Sommer 2023MIOPlaceholderMapping.Title Slide long textMIOPlaceholderMapping.3MIOPlaceholderMapping-Drees &amp; Sommer 2026MIOPlaceholderMapping.Title SlideMIOPlaceholderMapping.1MIOPlaceholderMapping;Drees &amp; Sommer 2023MIOPlaceholderMapping.Title Slide Blank long textMIOPlaceholderMapping.4MIOPlaceholderMapping-Drees &amp; Sommer 2026MIOPlaceholderMapping.Title SlideMIOPlaceholderMapping.1MIOPlaceholderMapping;Drees &amp; Sommer Consulting 2026MIOPlaceholderMapping.Title SlideMIOPlaceholderMapping.1MIOPlaceholderMapping-Drees &amp; Sommer 2026MIOPlaceholderMapping.Title SlideMIOPlaceholderMapping.1MIOPlaceholderMapping;D&amp;S Industry 2026MIOPlaceholderMapping.Title SlideMIOPlaceholderMapping.1MIOPlaceholderMapping-Drees &amp; Sommer 2026MIOPlaceholderMapping.Title SlideMIOPlaceholderMapping.1MIOPlaceholderMapping;D&amp;S Digitalization 2026MIOPlaceholderMapping.Title SlideMIOPlaceholderMapping.1MIOPlaceholderMapping-Drees &amp; Sommer 2026MIOPlaceholderMapping.Title SlideMIOPlaceholderMapping.1MIOPlaceholderMapping;D&amp;S Real Estate 2026MIOPlaceholderMapping.Title SlideMIOPlaceholderMapping.1MIOPlaceholderMapping-Drees &amp; Sommer 2026MIOPlaceholderMapping.Title SlideMIOPlaceholderMapping.1MIOPlaceholderMapping;D&amp;S Infrastructure 2026MIOPlaceholderMapping.Title SlideMIOPlaceholderMapping.1MIOPlaceholderMapping-Drees &amp; Sommer 2026MIOPlaceholderMapping.Title SlideMIOPlaceholderMapping.1MIOPlaceholderMapping;D&amp;S Consulting 2026MIOPlaceholderMapping.Title SlideMIOPlaceholderMapping.1MIOPlaceholderMapping-Drees &amp; Sommer 2026MIOPlaceholderMapping.Title SlideMIOPlaceholderMapping.1"/>
</p:tagLst>
</file>

<file path=ppt/tags/tag6.xml><?xml version="1.0" encoding="utf-8"?>
<p:tagLst xmlns:a="http://schemas.openxmlformats.org/drawingml/2006/main" xmlns:r="http://schemas.openxmlformats.org/officeDocument/2006/relationships" xmlns:p="http://schemas.openxmlformats.org/presentationml/2006/main">
  <p:tag name="MIO_PLACEHOLDER_MAPPING" val="Drees &amp; Sommer 2023MIOPlaceholderMapping.Cluster TitleMIOPlaceholderMapping.32MIOPlaceholderMapping-Drees &amp; Sommer 2026MIOPlaceholderMapping.DARK Title SlideMIOPlaceholderMapping.2MIOPlaceholderMapping;Drees &amp; Sommer 2023MIOPlaceholderMapping.Cluster TitleMIOPlaceholderMapping.32MIOPlaceholderMapping.titleMIOPlaceholderMapping.0MIOPlaceholderMapping-Drees &amp; Sommer 2026MIOPlaceholderMapping.DARK Title SlideMIOPlaceholderMapping.2MIOPlaceholderMapping.titleMIOPlaceholderMapping.0MIOPlaceholderMapping;Drees &amp; Sommer 2023MIOPlaceholderMapping.Cluster TitleMIOPlaceholderMapping.32MIOPlaceholderMapping.subtitleMIOPlaceholderMapping.1MIOPlaceholderMapping-Drees &amp; Sommer 2026MIOPlaceholderMapping.DARK Title SlideMIOPlaceholderMapping.2MIOPlaceholderMapping.subtitleMIOPlaceholderMapping.1MIOPlaceholderMapping;Drees &amp; Sommer 2023MIOPlaceholderMapping.Cluster TitleMIOPlaceholderMapping.32MIOPlaceholderMapping.pictureMIOPlaceholderMapping.15MIOPlaceholderMapping-Drees &amp; Sommer 2026MIOPlaceholderMapping.DARK Title SlideMIOPlaceholderMapping.2MIOPlaceholderMapping.pictureMIOPlaceholderMapping.17MIOPlaceholderMapping;Drees &amp; Sommer Consulting 2026MIOPlaceholderMapping.DARK Title SlideMIOPlaceholderMapping.2MIOPlaceholderMapping-Drees &amp; Sommer 2026MIOPlaceholderMapping.DARK Title SlideMIOPlaceholderMapping.2MIOPlaceholderMapping;D&amp;S Industry 2026MIOPlaceholderMapping.DARK Title SlideMIOPlaceholderMapping.2MIOPlaceholderMapping-Drees &amp; Sommer 2026MIOPlaceholderMapping.DARK Title SlideMIOPlaceholderMapping.2MIOPlaceholderMapping;D&amp;S Digitalization 2026MIOPlaceholderMapping.DARK Title SlideMIOPlaceholderMapping.2MIOPlaceholderMapping-Drees &amp; Sommer 2026MIOPlaceholderMapping.DARK Title SlideMIOPlaceholderMapping.2MIOPlaceholderMapping;D&amp;S Real Estate 2026MIOPlaceholderMapping.DARK Title SlideMIOPlaceholderMapping.2MIOPlaceholderMapping-Drees &amp; Sommer 2026MIOPlaceholderMapping.DARK Title SlideMIOPlaceholderMapping.2MIOPlaceholderMapping;D&amp;S Infrastructure 2026MIOPlaceholderMapping.DARK Title SlideMIOPlaceholderMapping.2MIOPlaceholderMapping-Drees &amp; Sommer 2026MIOPlaceholderMapping.DARK Title SlideMIOPlaceholderMapping.2MIOPlaceholderMapping;D&amp;S Consulting 2026MIOPlaceholderMapping.DARK Title SlideMIOPlaceholderMapping.2MIOPlaceholderMapping-Drees &amp; Sommer 2026MIOPlaceholderMapping.DARK Title SlideMIOPlaceholderMapping.2"/>
</p:tagLst>
</file>

<file path=ppt/tags/tag7.xml><?xml version="1.0" encoding="utf-8"?>
<p:tagLst xmlns:a="http://schemas.openxmlformats.org/drawingml/2006/main" xmlns:r="http://schemas.openxmlformats.org/officeDocument/2006/relationships" xmlns:p="http://schemas.openxmlformats.org/presentationml/2006/main">
  <p:tag name="MIO_PLACEHOLDER_MAPPING" val="Drees &amp; Sommer 2023MIOPlaceholderMapping.Chapter SlideMIOPlaceholderMapping.5MIOPlaceholderMapping-Drees &amp; Sommer 2026MIOPlaceholderMapping.Chapter SlideMIOPlaceholderMapping.5"/>
</p:tagLst>
</file>

<file path=ppt/tags/tag8.xml><?xml version="1.0" encoding="utf-8"?>
<p:tagLst xmlns:a="http://schemas.openxmlformats.org/drawingml/2006/main" xmlns:r="http://schemas.openxmlformats.org/officeDocument/2006/relationships" xmlns:p="http://schemas.openxmlformats.org/presentationml/2006/main">
  <p:tag name="MIO_PLACEHOLDER_MAPPING" val="Drees &amp; Sommer 2023MIOPlaceholderMapping.Title &amp; ContentMIOPlaceholderMapping.6MIOPlaceholderMapping-Drees &amp; Sommer 2026MIOPlaceholderMapping.Title &amp; ContentMIOPlaceholderMapping.6"/>
</p:tagLst>
</file>

<file path=ppt/tags/tag9.xml><?xml version="1.0" encoding="utf-8"?>
<p:tagLst xmlns:a="http://schemas.openxmlformats.org/drawingml/2006/main" xmlns:r="http://schemas.openxmlformats.org/officeDocument/2006/relationships" xmlns:p="http://schemas.openxmlformats.org/presentationml/2006/main">
  <p:tag name="MIO_PLACEHOLDER_MAPPING" val="Drees &amp; Sommer 2023MIOPlaceholderMapping.Content 2MIOPlaceholderMapping.7MIOPlaceholderMapping-Drees &amp; Sommer 2026MIOPlaceholderMapping.Content 2MIOPlaceholderMapping.8"/>
</p:tagLst>
</file>

<file path=ppt/tags/tag10.xml><?xml version="1.0" encoding="utf-8"?>
<p:tagLst xmlns:a="http://schemas.openxmlformats.org/drawingml/2006/main" xmlns:r="http://schemas.openxmlformats.org/officeDocument/2006/relationships" xmlns:p="http://schemas.openxmlformats.org/presentationml/2006/main">
  <p:tag name="MIO_PLACEHOLDER_MAPPING" val="Drees &amp; Sommer 2023MIOPlaceholderMapping.Content 1/2MIOPlaceholderMapping.8MIOPlaceholderMapping-Drees &amp; Sommer 2026MIOPlaceholderMapping.Content 1/2MIOPlaceholderMapping.10"/>
</p:tagLst>
</file>

<file path=ppt/tags/tag11.xml><?xml version="1.0" encoding="utf-8"?>
<p:tagLst xmlns:a="http://schemas.openxmlformats.org/drawingml/2006/main" xmlns:r="http://schemas.openxmlformats.org/officeDocument/2006/relationships" xmlns:p="http://schemas.openxmlformats.org/presentationml/2006/main">
  <p:tag name="MIO_PLACEHOLDER_MAPPING" val="Drees &amp; Sommer 2023MIOPlaceholderMapping.Content 2/1MIOPlaceholderMapping.9MIOPlaceholderMapping-Drees &amp; Sommer 2026MIOPlaceholderMapping.Content 2/1MIOPlaceholderMapping.12"/>
</p:tagLst>
</file>

<file path=ppt/tags/tag12.xml><?xml version="1.0" encoding="utf-8"?>
<p:tagLst xmlns:a="http://schemas.openxmlformats.org/drawingml/2006/main" xmlns:r="http://schemas.openxmlformats.org/officeDocument/2006/relationships" xmlns:p="http://schemas.openxmlformats.org/presentationml/2006/main">
  <p:tag name="MIO_PLACEHOLDER_MAPPING" val="Drees &amp; Sommer 2023MIOPlaceholderMapping.Only TitleMIOPlaceholderMapping.10MIOPlaceholderMapping-Drees &amp; Sommer 2026MIOPlaceholderMapping.Only TitleMIOPlaceholderMapping.14"/>
</p:tagLst>
</file>

<file path=ppt/tags/tag13.xml><?xml version="1.0" encoding="utf-8"?>
<p:tagLst xmlns:a="http://schemas.openxmlformats.org/drawingml/2006/main" xmlns:r="http://schemas.openxmlformats.org/officeDocument/2006/relationships" xmlns:p="http://schemas.openxmlformats.org/presentationml/2006/main">
  <p:tag name="MIO_PLACEHOLDER_MAPPING" val="Drees &amp; Sommer 2023MIOPlaceholderMapping. EmptyMIOPlaceholderMapping.11MIOPlaceholderMapping-Drees &amp; Sommer 2026MIOPlaceholderMapping. EmptyMIOPlaceholderMapping.16MIOPlaceholderMapping;Drees &amp; Sommer 2023MIOPlaceholderMapping. EmptyMIOPlaceholderMapping.11MIOPlaceholderMapping.slide numberMIOPlaceholderMapping.12MIOPlaceholderMapping-Drees &amp; Sommer 2026MIOPlaceholderMapping. EmptyMIOPlaceholderMapping.16MIOPlaceholderMapping.slide numberMIOPlaceholderMapping.11MIOPlaceholderMapping;Drees &amp; Sommer 2023MIOPlaceholderMapping. EmptyMIOPlaceholderMapping.11MIOPlaceholderMapping.footerMIOPlaceholderMapping.11MIOPlaceholderMapping-Drees &amp; Sommer 2026MIOPlaceholderMapping. EmptyMIOPlaceholderMapping.16MIOPlaceholderMapping.footerMIOPlaceholderMapping.10"/>
</p:tagLst>
</file>

<file path=ppt/tags/tag14.xml><?xml version="1.0" encoding="utf-8"?>
<p:tagLst xmlns:a="http://schemas.openxmlformats.org/drawingml/2006/main" xmlns:r="http://schemas.openxmlformats.org/officeDocument/2006/relationships" xmlns:p="http://schemas.openxmlformats.org/presentationml/2006/main">
  <p:tag name="MIO_PLACEHOLDER_MAPPING" val="Drees &amp; Sommer 2023MIOPlaceholderMapping.Content &amp; Full Picture 1/2MIOPlaceholderMapping.14MIOPlaceholderMapping-Drees &amp; Sommer 2026MIOPlaceholderMapping.Content &amp; Full Picture 1/2MIOPlaceholderMapping.18"/>
</p:tagLst>
</file>

<file path=ppt/tags/tag15.xml><?xml version="1.0" encoding="utf-8"?>
<p:tagLst xmlns:a="http://schemas.openxmlformats.org/drawingml/2006/main" xmlns:r="http://schemas.openxmlformats.org/officeDocument/2006/relationships" xmlns:p="http://schemas.openxmlformats.org/presentationml/2006/main">
  <p:tag name="MIO_PLACEHOLDER_MAPPING" val="Drees &amp; Sommer 2023MIOPlaceholderMapping.Content &amp; Picture 1/2MIOPlaceholderMapping.12MIOPlaceholderMapping-Drees &amp; Sommer 2026MIOPlaceholderMapping.Content &amp; Full Picture 1/1MIOPlaceholderMapping.20MIOPlaceholderMapping;Drees &amp; Sommer 2023MIOPlaceholderMapping.Picture &amp; Content 2/1MIOPlaceholderMapping.13MIOPlaceholderMapping-Drees &amp; Sommer 2026MIOPlaceholderMapping.Content &amp; Full Picture 1/1MIOPlaceholderMapping.20MIOPlaceholderMapping;Drees &amp; Sommer 2023MIOPlaceholderMapping.Content &amp; Full Picture 1/1MIOPlaceholderMapping.15MIOPlaceholderMapping-Drees &amp; Sommer 2026MIOPlaceholderMapping.Content &amp; Full Picture 1/1MIOPlaceholderMapping.20MIOPlaceholderMapping;Drees &amp; Sommer 2023MIOPlaceholderMapping.Picture &amp; Content 2/1MIOPlaceholderMapping.13MIOPlaceholderMapping.pictureMIOPlaceholderMapping.16MIOPlaceholderMapping-Drees &amp; Sommer 2026MIOPlaceholderMapping.Content &amp; Full Picture 1/1MIOPlaceholderMapping.20MIOPlaceholderMapping.pictureMIOPlaceholderMapping.16MIOPlaceholderMapping;Drees &amp; Sommer 2023MIOPlaceholderMapping.Picture &amp; Content 2/1MIOPlaceholderMapping.13MIOPlaceholderMapping.contentMIOPlaceholderMapping.15MIOPlaceholderMapping-Drees &amp; Sommer 2026MIOPlaceholderMapping.Content &amp; Full Picture 1/1MIOPlaceholderMapping.20MIOPlaceholderMapping.contentMIOPlaceholderMapping.1"/>
</p:tagLst>
</file>

<file path=ppt/tags/tag16.xml><?xml version="1.0" encoding="utf-8"?>
<p:tagLst xmlns:a="http://schemas.openxmlformats.org/drawingml/2006/main" xmlns:r="http://schemas.openxmlformats.org/officeDocument/2006/relationships" xmlns:p="http://schemas.openxmlformats.org/presentationml/2006/main">
  <p:tag name="MIO_PLACEHOLDER_MAPPING" val="Drees &amp; Sommer 2023MIOPlaceholderMapping.Content &amp; Full Picture 2/1MIOPlaceholderMapping.16MIOPlaceholderMapping-Drees &amp; Sommer 2026MIOPlaceholderMapping.Content &amp; Full Picture 2/1MIOPlaceholderMapping.22"/>
</p:tagLst>
</file>

<file path=ppt/tags/tag17.xml><?xml version="1.0" encoding="utf-8"?>
<p:tagLst xmlns:a="http://schemas.openxmlformats.org/drawingml/2006/main" xmlns:r="http://schemas.openxmlformats.org/officeDocument/2006/relationships" xmlns:p="http://schemas.openxmlformats.org/presentationml/2006/main">
  <p:tag name="MIO_PLACEHOLDER_MAPPING" val="Drees &amp; Sommer 2023MIOPlaceholderMapping.Infoboxes &amp; PictureMIOPlaceholderMapping.17MIOPlaceholderMapping-Drees &amp; Sommer 2026MIOPlaceholderMapping.Infoboxes &amp; PictureMIOPlaceholderMapping.24MIOPlaceholderMapping;Drees &amp; Sommer 2023MIOPlaceholderMapping.Infoboxes &amp; two PicturesMIOPlaceholderMapping.18MIOPlaceholderMapping-Drees &amp; Sommer 2026MIOPlaceholderMapping.Infoboxes &amp; PictureMIOPlaceholderMapping.24"/>
</p:tagLst>
</file>

<file path=ppt/tags/tag18.xml><?xml version="1.0" encoding="utf-8"?>
<p:tagLst xmlns:a="http://schemas.openxmlformats.org/drawingml/2006/main" xmlns:r="http://schemas.openxmlformats.org/officeDocument/2006/relationships" xmlns:p="http://schemas.openxmlformats.org/presentationml/2006/main">
  <p:tag name="MIO_PLACEHOLDER_MAPPING" val="Drees &amp; Sommer 2023MIOPlaceholderMapping.Infobox &amp; PictureMIOPlaceholderMapping.19MIOPlaceholderMapping-Drees &amp; Sommer 2026MIOPlaceholderMapping.Infobox &amp; PictureMIOPlaceholderMapping.26"/>
</p:tagLst>
</file>

<file path=ppt/tags/tag19.xml><?xml version="1.0" encoding="utf-8"?>
<p:tagLst xmlns:a="http://schemas.openxmlformats.org/drawingml/2006/main" xmlns:r="http://schemas.openxmlformats.org/officeDocument/2006/relationships" xmlns:p="http://schemas.openxmlformats.org/presentationml/2006/main">
  <p:tag name="MIO_PLACEHOLDER_MAPPING" val="Drees &amp; Sommer 2023MIOPlaceholderMapping.Full PictureMIOPlaceholderMapping.20MIOPlaceholderMapping-Drees &amp; Sommer 2026MIOPlaceholderMapping.Full PictureMIOPlaceholderMapping.28"/>
</p:tagLst>
</file>

<file path=ppt/tags/tag20.xml><?xml version="1.0" encoding="utf-8"?>
<p:tagLst xmlns:a="http://schemas.openxmlformats.org/drawingml/2006/main" xmlns:r="http://schemas.openxmlformats.org/officeDocument/2006/relationships" xmlns:p="http://schemas.openxmlformats.org/presentationml/2006/main">
  <p:tag name="MIO_PLACEHOLDER_MAPPING" val="Drees &amp; Sommer 2023MIOPlaceholderMapping.Full Picture &amp; Text rightMIOPlaceholderMapping.22MIOPlaceholderMapping-Drees &amp; Sommer 2026MIOPlaceholderMapping.Full Picture &amp; Text rightMIOPlaceholderMapping.29MIOPlaceholderMapping;Drees &amp; Sommer 2023MIOPlaceholderMapping.Full Picture &amp; Text rightMIOPlaceholderMapping.22MIOPlaceholderMapping.textMIOPlaceholderMapping.15MIOPlaceholderMapping-Drees &amp; Sommer 2026MIOPlaceholderMapping.Full Picture &amp; Text rightMIOPlaceholderMapping.29MIOPlaceholderMapping.textMIOPlaceholderMapping.15"/>
</p:tagLst>
</file>

<file path=ppt/tags/tag21.xml><?xml version="1.0" encoding="utf-8"?>
<p:tagLst xmlns:a="http://schemas.openxmlformats.org/drawingml/2006/main" xmlns:r="http://schemas.openxmlformats.org/officeDocument/2006/relationships" xmlns:p="http://schemas.openxmlformats.org/presentationml/2006/main">
  <p:tag name="MIO_PLACEHOLDER_MAPPING" val="Drees &amp; Sommer 2023MIOPlaceholderMapping.Full Picture &amp; Text leftMIOPlaceholderMapping.21MIOPlaceholderMapping-Drees &amp; Sommer 2026MIOPlaceholderMapping.Full Picture &amp; Text leftMIOPlaceholderMapping.30MIOPlaceholderMapping;Drees &amp; Sommer 2023MIOPlaceholderMapping.Full Picture &amp; Text leftMIOPlaceholderMapping.21MIOPlaceholderMapping.textMIOPlaceholderMapping.15MIOPlaceholderMapping-Drees &amp; Sommer 2026MIOPlaceholderMapping.Full Picture &amp; Text leftMIOPlaceholderMapping.30MIOPlaceholderMapping.textMIOPlaceholderMapping.15"/>
</p:tagLst>
</file>

<file path=ppt/tags/tag22.xml><?xml version="1.0" encoding="utf-8"?>
<p:tagLst xmlns:a="http://schemas.openxmlformats.org/drawingml/2006/main" xmlns:r="http://schemas.openxmlformats.org/officeDocument/2006/relationships" xmlns:p="http://schemas.openxmlformats.org/presentationml/2006/main">
  <p:tag name="MIO_PLACEHOLDER_MAPPING" val="Drees &amp; Sommer 2023MIOPlaceholderMapping.Keymessage leftMIOPlaceholderMapping.25MIOPlaceholderMapping-Drees &amp; Sommer 2026MIOPlaceholderMapping.Keymessage leftMIOPlaceholderMapping.31"/>
</p:tagLst>
</file>

<file path=ppt/tags/tag23.xml><?xml version="1.0" encoding="utf-8"?>
<p:tagLst xmlns:a="http://schemas.openxmlformats.org/drawingml/2006/main" xmlns:r="http://schemas.openxmlformats.org/officeDocument/2006/relationships" xmlns:p="http://schemas.openxmlformats.org/presentationml/2006/main">
  <p:tag name="MIO_PLACEHOLDER_MAPPING" val="Drees &amp; Sommer 2023MIOPlaceholderMapping.Keymessage rightMIOPlaceholderMapping.26MIOPlaceholderMapping-Drees &amp; Sommer 2026MIOPlaceholderMapping.Keymessage rightMIOPlaceholderMapping.32"/>
</p:tagLst>
</file>

<file path=ppt/tags/tag24.xml><?xml version="1.0" encoding="utf-8"?>
<p:tagLst xmlns:a="http://schemas.openxmlformats.org/drawingml/2006/main" xmlns:r="http://schemas.openxmlformats.org/officeDocument/2006/relationships" xmlns:p="http://schemas.openxmlformats.org/presentationml/2006/main">
  <p:tag name="MIO_PLACEHOLDER_MAPPING" val="Drees &amp; Sommer 2023MIOPlaceholderMapping.Quote blank without barsMIOPlaceholderMapping.27MIOPlaceholderMapping-Drees &amp; Sommer 2026MIOPlaceholderMapping.Quote blank without barsMIOPlaceholderMapping.33"/>
</p:tagLst>
</file>

<file path=ppt/tags/tag25.xml><?xml version="1.0" encoding="utf-8"?>
<p:tagLst xmlns:a="http://schemas.openxmlformats.org/drawingml/2006/main" xmlns:r="http://schemas.openxmlformats.org/officeDocument/2006/relationships" xmlns:p="http://schemas.openxmlformats.org/presentationml/2006/main">
  <p:tag name="MIO_PLACEHOLDER_MAPPING" val="Drees &amp; Sommer 2023MIOPlaceholderMapping.Top ReferenceMIOPlaceholderMapping.23MIOPlaceholderMapping-Drees &amp; Sommer 2026MIOPlaceholderMapping.Top ReferenceMIOPlaceholderMapping.34"/>
</p:tagLst>
</file>

<file path=ppt/tags/tag26.xml><?xml version="1.0" encoding="utf-8"?>
<p:tagLst xmlns:a="http://schemas.openxmlformats.org/drawingml/2006/main" xmlns:r="http://schemas.openxmlformats.org/officeDocument/2006/relationships" xmlns:p="http://schemas.openxmlformats.org/presentationml/2006/main">
  <p:tag name="MIO_PLACEHOLDER_MAPPING" val="Drees &amp; Sommer 2023MIOPlaceholderMapping.Reference &amp; two PicturesMIOPlaceholderMapping.24MIOPlaceholderMapping-Drees &amp; Sommer 2026MIOPlaceholderMapping.Reference &amp; two PicturesMIOPlaceholderMapping.35"/>
</p:tagLst>
</file>

<file path=ppt/tags/tag27.xml><?xml version="1.0" encoding="utf-8"?>
<p:tagLst xmlns:a="http://schemas.openxmlformats.org/drawingml/2006/main" xmlns:r="http://schemas.openxmlformats.org/officeDocument/2006/relationships" xmlns:p="http://schemas.openxmlformats.org/presentationml/2006/main">
  <p:tag name="MIO_PLACEHOLDER_MAPPING" val="1_Drees &amp; SommerMIOPlaceholderMapping.CV_6 project picturesMIOPlaceholderMapping.26MIOPlaceholderMapping.first name last nameMIOPlaceholderMapping.0MIOPlaceholderMapping-Drees &amp; Sommer 2023MIOPlaceholderMapping.CV_6 project picturesMIOPlaceholderMapping.28MIOPlaceholderMapping.first name last nameMIOPlaceholderMapping.0MIOPlaceholderMapping;1_Drees &amp; SommerMIOPlaceholderMapping.CV_6 project picturesMIOPlaceholderMapping.26MIOPlaceholderMapping.title of profession positionMIOPlaceholderMapping.18MIOPlaceholderMapping-Drees &amp; Sommer 2023MIOPlaceholderMapping.CV_6 project picturesMIOPlaceholderMapping.28MIOPlaceholderMapping.title of profession positionMIOPlaceholderMapping.18MIOPlaceholderMapping;1_Drees &amp; SommerMIOPlaceholderMapping.CV_6 project picturesMIOPlaceholderMapping.26MIOPlaceholderMapping.text contact detailsMIOPlaceholderMapping.27MIOPlaceholderMapping-Drees &amp; Sommer 2023MIOPlaceholderMapping.CV_6 project picturesMIOPlaceholderMapping.28MIOPlaceholderMapping.text contact detailsMIOPlaceholderMapping.27MIOPlaceholderMapping;1_Drees &amp; SommerMIOPlaceholderMapping.CV_6 project picturesMIOPlaceholderMapping.26MIOPlaceholderMapping.header work historyMIOPlaceholderMapping.26MIOPlaceholderMapping-Drees &amp; Sommer 2023MIOPlaceholderMapping.CV_6 project picturesMIOPlaceholderMapping.28MIOPlaceholderMapping.header work historyMIOPlaceholderMapping.26MIOPlaceholderMapping;1_Drees &amp; SommerMIOPlaceholderMapping.CV_6 project picturesMIOPlaceholderMapping.26MIOPlaceholderMapping.text work historyMIOPlaceholderMapping.28MIOPlaceholderMapping-Drees &amp; Sommer 2023MIOPlaceholderMapping.CV_6 project picturesMIOPlaceholderMapping.28MIOPlaceholderMapping.text work historyMIOPlaceholderMapping.28MIOPlaceholderMapping;1_Drees &amp; SommerMIOPlaceholderMapping.CV_6 project picturesMIOPlaceholderMapping.26MIOPlaceholderMapping.header functionsMIOPlaceholderMapping.42MIOPlaceholderMapping-Drees &amp; Sommer 2023MIOPlaceholderMapping.CV_6 project picturesMIOPlaceholderMapping.28MIOPlaceholderMapping.header functionsMIOPlaceholderMapping.42MIOPlaceholderMapping;1_Drees &amp; SommerMIOPlaceholderMapping.CV_6 project picturesMIOPlaceholderMapping.26MIOPlaceholderMapping.text functionsMIOPlaceholderMapping.43MIOPlaceholderMapping-Drees &amp; Sommer 2023MIOPlaceholderMapping.CV_6 project picturesMIOPlaceholderMapping.28MIOPlaceholderMapping.text functionsMIOPlaceholderMapping.43MIOPlaceholderMapping;1_Drees &amp; SommerMIOPlaceholderMapping.CV_6 project picturesMIOPlaceholderMapping.26MIOPlaceholderMapping.header referenceMIOPlaceholderMapping.44MIOPlaceholderMapping-Drees &amp; Sommer 2023MIOPlaceholderMapping.CV_6 project picturesMIOPlaceholderMapping.28MIOPlaceholderMapping.header referenceMIOPlaceholderMapping.44MIOPlaceholderMapping;1_Drees &amp; SommerMIOPlaceholderMapping.CV_6 project picturesMIOPlaceholderMapping.26MIOPlaceholderMapping.text referenceMIOPlaceholderMapping.45MIOPlaceholderMapping-Drees &amp; Sommer 2023MIOPlaceholderMapping.CV_6 project picturesMIOPlaceholderMapping.28MIOPlaceholderMapping.text referenceMIOPlaceholderMapping.45MIOPlaceholderMapping;Drees &amp; Sommer 2023MIOPlaceholderMapping.CV_6 project picturesMIOPlaceholderMapping.28MIOPlaceholderMapping-Drees &amp; Sommer 2026MIOPlaceholderMapping.CV_6 project picturesMIOPlaceholderMapping.36"/>
</p:tagLst>
</file>

<file path=ppt/tags/tag28.xml><?xml version="1.0" encoding="utf-8"?>
<p:tagLst xmlns:a="http://schemas.openxmlformats.org/drawingml/2006/main" xmlns:r="http://schemas.openxmlformats.org/officeDocument/2006/relationships" xmlns:p="http://schemas.openxmlformats.org/presentationml/2006/main">
  <p:tag name="MIO_PLACEHOLDER_MAPPING" val="Drees &amp; Sommer 2023MIOPlaceholderMapping.ContactMIOPlaceholderMapping.29MIOPlaceholderMapping-Drees &amp; Sommer 2026MIOPlaceholderMapping.ContactMIOPlaceholderMapping.37"/>
</p:tagLst>
</file>

<file path=ppt/tags/tag29.xml><?xml version="1.0" encoding="utf-8"?>
<p:tagLst xmlns:a="http://schemas.openxmlformats.org/drawingml/2006/main" xmlns:r="http://schemas.openxmlformats.org/officeDocument/2006/relationships" xmlns:p="http://schemas.openxmlformats.org/presentationml/2006/main">
  <p:tag name="MIO_PLACEHOLDER_MAPPING" val="Drees &amp; Sommer 2023MIOPlaceholderMapping.Contact 3MIOPlaceholderMapping.30MIOPlaceholderMapping-Drees &amp; Sommer 2026MIOPlaceholderMapping.Contact 3MIOPlaceholderMapping.39MIOPlaceholderMapping;Drees &amp; Sommer 2023MIOPlaceholderMapping.Contact 3MIOPlaceholderMapping.30MIOPlaceholderMapping.text 1MIOPlaceholderMapping.15MIOPlaceholderMapping-Drees &amp; Sommer 2026MIOPlaceholderMapping.Contact 3MIOPlaceholderMapping.39MIOPlaceholderMapping.text 1MIOPlaceholderMapping.28MIOPlaceholderMapping;Drees &amp; Sommer 2023MIOPlaceholderMapping.Contact 3MIOPlaceholderMapping.30MIOPlaceholderMapping.text 2MIOPlaceholderMapping.20MIOPlaceholderMapping-Drees &amp; Sommer 2026MIOPlaceholderMapping.Contact 3MIOPlaceholderMapping.39MIOPlaceholderMapping.text 2MIOPlaceholderMapping.29MIOPlaceholderMapping;Drees &amp; Sommer 2023MIOPlaceholderMapping.Contact 3MIOPlaceholderMapping.30MIOPlaceholderMapping.text 3MIOPlaceholderMapping.22MIOPlaceholderMapping-Drees &amp; Sommer 2026MIOPlaceholderMapping.Contact 3MIOPlaceholderMapping.39MIOPlaceholderMapping.text 3MIOPlaceholderMapping.30"/>
</p:tagLst>
</file>

<file path=ppt/tags/tag30.xml><?xml version="1.0" encoding="utf-8"?>
<p:tagLst xmlns:a="http://schemas.openxmlformats.org/drawingml/2006/main" xmlns:r="http://schemas.openxmlformats.org/officeDocument/2006/relationships" xmlns:p="http://schemas.openxmlformats.org/presentationml/2006/main">
  <p:tag name="MIO_PLACEHOLDER_MAPPING" val="Drees &amp; Sommer 2023MIOPlaceholderMapping.Final slideMIOPlaceholderMapping.31MIOPlaceholderMapping-Drees &amp; Sommer 2026MIOPlaceholderMapping.Final slide plainMIOPlaceholderMapping.41"/>
</p:tagLst>
</file>

<file path=ppt/tags/tag31.xml><?xml version="1.0" encoding="utf-8"?>
<p:tagLst xmlns:a="http://schemas.openxmlformats.org/drawingml/2006/main" xmlns:r="http://schemas.openxmlformats.org/officeDocument/2006/relationships" xmlns:p="http://schemas.openxmlformats.org/presentationml/2006/main">
  <p:tag name="MIO_DBID" val="BB8D94EB-1BD7-4333-896B-DA4F68E4364E"/>
  <p:tag name="MIO_EKGUID" val="56803f72-a3d7-4aa3-b870-c8902c344449"/>
  <p:tag name="MIO_GUID" val="a0d45b9d-1ee5-4f39-b9ae-174447f46109"/>
  <p:tag name="MIO_LASTDOWNLOADED" val="04.10.2017 15:15:36"/>
  <p:tag name="MIO_LASTEDITORNAME" val="Sinja Giese"/>
  <p:tag name="MIO_OBJECTNAME" val="MIO_VALID_LAYOUT -für individuelle Layouts"/>
  <p:tag name="MIO_UPDATE" val="True"/>
  <p:tag name="MIO_VERSION" val="18.08.2017 10:02:12"/>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rees &amp; Sommer 2026">
  <a:themeElements>
    <a:clrScheme name="Drees &amp; Sommer 2026">
      <a:dk1>
        <a:srgbClr val="404040"/>
      </a:dk1>
      <a:lt1>
        <a:srgbClr val="FFFFFF"/>
      </a:lt1>
      <a:dk2>
        <a:srgbClr val="002965"/>
      </a:dk2>
      <a:lt2>
        <a:srgbClr val="005AA7"/>
      </a:lt2>
      <a:accent1>
        <a:srgbClr val="005AA7"/>
      </a:accent1>
      <a:accent2>
        <a:srgbClr val="00CCFF"/>
      </a:accent2>
      <a:accent3>
        <a:srgbClr val="009FE3"/>
      </a:accent3>
      <a:accent4>
        <a:srgbClr val="95C11F"/>
      </a:accent4>
      <a:accent5>
        <a:srgbClr val="D7DF23"/>
      </a:accent5>
      <a:accent6>
        <a:srgbClr val="CDCDCD"/>
      </a:accent6>
      <a:hlink>
        <a:srgbClr val="009FE3"/>
      </a:hlink>
      <a:folHlink>
        <a:srgbClr val="B2B2B2"/>
      </a:folHlink>
    </a:clrScheme>
    <a:fontScheme name="Drees &amp; Sommer 2026">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lIns="72000" tIns="72000" rIns="72000" bIns="72000" rtlCol="0" anchor="ctr"/>
      <a:lstStyle>
        <a:defPPr algn="ctr">
          <a:spcBef>
            <a:spcPts val="400"/>
          </a:spcBef>
          <a:spcAft>
            <a:spcPts val="400"/>
          </a:spcAft>
          <a:defRPr sz="1400" dirty="0" err="1"/>
        </a:defPPr>
      </a:lstStyle>
      <a:style>
        <a:lnRef idx="2">
          <a:schemeClr val="accent1">
            <a:shade val="50000"/>
          </a:schemeClr>
        </a:lnRef>
        <a:fillRef idx="1">
          <a:schemeClr val="accent1"/>
        </a:fillRef>
        <a:effectRef idx="0">
          <a:schemeClr val="accent1"/>
        </a:effectRef>
        <a:fontRef idx="minor">
          <a:schemeClr val="lt1"/>
        </a:fontRef>
      </a:style>
    </a:spDef>
    <a:lnDef>
      <a:spPr>
        <a:ln w="12700" cap="sq">
          <a:solidFill>
            <a:schemeClr val="tx1"/>
          </a:solidFill>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spcBef>
            <a:spcPts val="400"/>
          </a:spcBef>
          <a:spcAft>
            <a:spcPts val="400"/>
          </a:spcAft>
          <a:defRPr sz="1400" noProof="0" dirty="0" err="1">
            <a:solidFill>
              <a:schemeClr val="tx1"/>
            </a:solidFill>
            <a:latin typeface="+mn-lt"/>
          </a:defRPr>
        </a:defPPr>
      </a:lstStyle>
    </a:txDef>
  </a:objectDefaults>
  <a:extraClrSchemeLst/>
  <a:extLst>
    <a:ext uri="{05A4C25C-085E-4340-85A3-A5531E510DB2}">
      <thm15:themeFamily xmlns:thm15="http://schemas.microsoft.com/office/thememl/2012/main" name="Default Theme.pptx" id="{766497E5-FEEC-4ABB-A3A7-F179F53AFA93}" vid="{2C62EE7F-17E1-47EB-A476-CB4DF5F4FCBF}"/>
    </a:ext>
  </a:extLst>
</a:theme>
</file>

<file path=ppt/theme/theme2.xml><?xml version="1.0" encoding="utf-8"?>
<a:theme xmlns:a="http://schemas.openxmlformats.org/drawingml/2006/main" name="Office">
  <a:themeElements>
    <a:clrScheme name="Drees &amp; Sommer 2026">
      <a:dk1>
        <a:srgbClr val="404040"/>
      </a:dk1>
      <a:lt1>
        <a:srgbClr val="FFFFFF"/>
      </a:lt1>
      <a:dk2>
        <a:srgbClr val="002965"/>
      </a:dk2>
      <a:lt2>
        <a:srgbClr val="005AA7"/>
      </a:lt2>
      <a:accent1>
        <a:srgbClr val="005AA7"/>
      </a:accent1>
      <a:accent2>
        <a:srgbClr val="00CCFF"/>
      </a:accent2>
      <a:accent3>
        <a:srgbClr val="009FE3"/>
      </a:accent3>
      <a:accent4>
        <a:srgbClr val="95C11F"/>
      </a:accent4>
      <a:accent5>
        <a:srgbClr val="D7DF23"/>
      </a:accent5>
      <a:accent6>
        <a:srgbClr val="CDCDCD"/>
      </a:accent6>
      <a:hlink>
        <a:srgbClr val="009FE3"/>
      </a:hlink>
      <a:folHlink>
        <a:srgbClr val="B2B2B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Drees &amp; Sommer 2026">
      <a:dk1>
        <a:srgbClr val="404040"/>
      </a:dk1>
      <a:lt1>
        <a:srgbClr val="FFFFFF"/>
      </a:lt1>
      <a:dk2>
        <a:srgbClr val="002965"/>
      </a:dk2>
      <a:lt2>
        <a:srgbClr val="005AA7"/>
      </a:lt2>
      <a:accent1>
        <a:srgbClr val="005AA7"/>
      </a:accent1>
      <a:accent2>
        <a:srgbClr val="00CCFF"/>
      </a:accent2>
      <a:accent3>
        <a:srgbClr val="009FE3"/>
      </a:accent3>
      <a:accent4>
        <a:srgbClr val="95C11F"/>
      </a:accent4>
      <a:accent5>
        <a:srgbClr val="D7DF23"/>
      </a:accent5>
      <a:accent6>
        <a:srgbClr val="CDCDCD"/>
      </a:accent6>
      <a:hlink>
        <a:srgbClr val="009FE3"/>
      </a:hlink>
      <a:folHlink>
        <a:srgbClr val="B2B2B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96A13DF7FABB394BB45F994D8CCF3396" ma:contentTypeVersion="14" ma:contentTypeDescription="Ein neues Dokument erstellen." ma:contentTypeScope="" ma:versionID="394130465734e5e11ccdb19c9fa56b23">
  <xsd:schema xmlns:xsd="http://www.w3.org/2001/XMLSchema" xmlns:xs="http://www.w3.org/2001/XMLSchema" xmlns:p="http://schemas.microsoft.com/office/2006/metadata/properties" xmlns:ns2="01e73ce0-6089-4fd0-94aa-922b1a402a0e" xmlns:ns3="f44e0143-a63b-4744-b69d-2bf0fa97ff01" targetNamespace="http://schemas.microsoft.com/office/2006/metadata/properties" ma:root="true" ma:fieldsID="6651d995b484279f211988199274cdb2" ns2:_="" ns3:_="">
    <xsd:import namespace="01e73ce0-6089-4fd0-94aa-922b1a402a0e"/>
    <xsd:import namespace="f44e0143-a63b-4744-b69d-2bf0fa97ff01"/>
    <xsd:element name="properties">
      <xsd:complexType>
        <xsd:sequence>
          <xsd:element name="documentManagement">
            <xsd:complexType>
              <xsd:all>
                <xsd:element ref="ns2:Langtext" minOccurs="0"/>
                <xsd:element ref="ns2:Info" minOccurs="0"/>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e73ce0-6089-4fd0-94aa-922b1a402a0e" elementFormDefault="qualified">
    <xsd:import namespace="http://schemas.microsoft.com/office/2006/documentManagement/types"/>
    <xsd:import namespace="http://schemas.microsoft.com/office/infopath/2007/PartnerControls"/>
    <xsd:element name="Langtext" ma:index="8" nillable="true" ma:displayName="Long Name" ma:internalName="Langtext">
      <xsd:simpleType>
        <xsd:restriction base="dms:Text"/>
      </xsd:simpleType>
    </xsd:element>
    <xsd:element name="Info" ma:index="9" nillable="true" ma:displayName="Info" ma:internalName="Info">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BillingMetadata" ma:index="13" nillable="true" ma:displayName="MediaServiceBillingMetadata" ma:hidden="true" ma:internalName="MediaServiceBillingMetadata"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lcf76f155ced4ddcb4097134ff3c332f" ma:index="16" nillable="true" ma:taxonomy="true" ma:internalName="lcf76f155ced4ddcb4097134ff3c332f" ma:taxonomyFieldName="MediaServiceImageTags" ma:displayName="Bildmarkierungen" ma:readOnly="false" ma:fieldId="{5cf76f15-5ced-4ddc-b409-7134ff3c332f}" ma:taxonomyMulti="true" ma:sspId="b0a2ce1a-3622-485d-a8b2-e26fba77705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44e0143-a63b-4744-b69d-2bf0fa97ff01"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40e9aa1e-7256-41ee-9c9a-aaabc50189ad}" ma:internalName="TaxCatchAll" ma:showField="CatchAllData" ma:web="f44e0143-a63b-4744-b69d-2bf0fa97ff0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f44e0143-a63b-4744-b69d-2bf0fa97ff01" xsi:nil="true"/>
    <lcf76f155ced4ddcb4097134ff3c332f xmlns="01e73ce0-6089-4fd0-94aa-922b1a402a0e">
      <Terms xmlns="http://schemas.microsoft.com/office/infopath/2007/PartnerControls"/>
    </lcf76f155ced4ddcb4097134ff3c332f>
    <Langtext xmlns="01e73ce0-6089-4fd0-94aa-922b1a402a0e" xsi:nil="true"/>
    <Info xmlns="01e73ce0-6089-4fd0-94aa-922b1a402a0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F4EF6B-729B-4963-9D00-7B384F3B55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1e73ce0-6089-4fd0-94aa-922b1a402a0e"/>
    <ds:schemaRef ds:uri="f44e0143-a63b-4744-b69d-2bf0fa97ff0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41D489C-41F9-4B00-8DF8-0DDD14F732F3}">
  <ds:schemaRefs>
    <ds:schemaRef ds:uri="http://purl.org/dc/dcmitype/"/>
    <ds:schemaRef ds:uri="http://www.w3.org/XML/1998/namespace"/>
    <ds:schemaRef ds:uri="http://schemas.microsoft.com/office/infopath/2007/PartnerControls"/>
    <ds:schemaRef ds:uri="http://purl.org/dc/terms/"/>
    <ds:schemaRef ds:uri="http://purl.org/dc/elements/1.1/"/>
    <ds:schemaRef ds:uri="01e73ce0-6089-4fd0-94aa-922b1a402a0e"/>
    <ds:schemaRef ds:uri="http://schemas.microsoft.com/office/2006/documentManagement/types"/>
    <ds:schemaRef ds:uri="http://schemas.openxmlformats.org/package/2006/metadata/core-properties"/>
    <ds:schemaRef ds:uri="f44e0143-a63b-4744-b69d-2bf0fa97ff01"/>
    <ds:schemaRef ds:uri="http://schemas.microsoft.com/office/2006/metadata/properties"/>
  </ds:schemaRefs>
</ds:datastoreItem>
</file>

<file path=customXml/itemProps3.xml><?xml version="1.0" encoding="utf-8"?>
<ds:datastoreItem xmlns:ds="http://schemas.openxmlformats.org/officeDocument/2006/customXml" ds:itemID="{C5F431E8-B679-4A01-9C4B-46A300CF21AD}">
  <ds:schemaRefs>
    <ds:schemaRef ds:uri="http://schemas.microsoft.com/sharepoint/v3/contenttype/forms"/>
  </ds:schemaRefs>
</ds:datastoreItem>
</file>

<file path=docMetadata/LabelInfo.xml><?xml version="1.0" encoding="utf-8"?>
<clbl:labelList xmlns:clbl="http://schemas.microsoft.com/office/2020/mipLabelMetadata">
  <clbl:label id="{4875ab0b-d837-4817-b397-e19740d8b17f}" enabled="0" method="" siteId="{4875ab0b-d837-4817-b397-e19740d8b17f}" removed="1"/>
</clbl:labelList>
</file>

<file path=docProps/app.xml><?xml version="1.0" encoding="utf-8"?>
<Properties xmlns="http://schemas.openxmlformats.org/officeDocument/2006/extended-properties" xmlns:vt="http://schemas.openxmlformats.org/officeDocument/2006/docPropsVTypes">
  <Template/>
  <TotalTime>0</TotalTime>
  <Words>57</Words>
  <Application>Microsoft Office PowerPoint</Application>
  <PresentationFormat>Breitbild</PresentationFormat>
  <Paragraphs>11</Paragraphs>
  <Slides>3</Slides>
  <Notes>1</Notes>
  <HiddenSlides>0</HiddenSlides>
  <MMClips>0</MMClips>
  <ScaleCrop>false</ScaleCrop>
  <HeadingPairs>
    <vt:vector size="8" baseType="variant">
      <vt:variant>
        <vt:lpstr>Verwendete Schriftarten</vt:lpstr>
      </vt:variant>
      <vt:variant>
        <vt:i4>4</vt:i4>
      </vt:variant>
      <vt:variant>
        <vt:lpstr>Design</vt:lpstr>
      </vt:variant>
      <vt:variant>
        <vt:i4>1</vt:i4>
      </vt:variant>
      <vt:variant>
        <vt:lpstr>Eingebettete OLE-Server</vt:lpstr>
      </vt:variant>
      <vt:variant>
        <vt:i4>1</vt:i4>
      </vt:variant>
      <vt:variant>
        <vt:lpstr>Folientitel</vt:lpstr>
      </vt:variant>
      <vt:variant>
        <vt:i4>3</vt:i4>
      </vt:variant>
    </vt:vector>
  </HeadingPairs>
  <TitlesOfParts>
    <vt:vector size="9" baseType="lpstr">
      <vt:lpstr>Arial</vt:lpstr>
      <vt:lpstr>Calibri</vt:lpstr>
      <vt:lpstr>Symbol</vt:lpstr>
      <vt:lpstr>Wingdings</vt:lpstr>
      <vt:lpstr>Drees &amp; Sommer 2026</vt:lpstr>
      <vt:lpstr>think-cell Folie</vt:lpstr>
      <vt:lpstr>[Projektbezeichnung]</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EMRIQ Kelmis – Leistungskonzept</dc:title>
  <dc:creator/>
  <cp:lastModifiedBy/>
  <cp:revision>3</cp:revision>
  <dcterms:created xsi:type="dcterms:W3CDTF">2026-07-22T18:57:16Z</dcterms:created>
  <dcterms:modified xsi:type="dcterms:W3CDTF">2026-10-14T08:20:02Z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mplianceAssetId">
    <vt:lpwstr/>
  </property>
  <property fmtid="{D5CDD505-2E9C-101B-9397-08002B2CF9AE}" pid="4" name="_ExtendedDescription">
    <vt:lpwstr/>
  </property>
  <property fmtid="{D5CDD505-2E9C-101B-9397-08002B2CF9AE}" pid="5" name="TriggerFlowInfo">
    <vt:lpwstr/>
  </property>
  <property fmtid="{D5CDD505-2E9C-101B-9397-08002B2CF9AE}" pid="6" name="ContentTypeId">
    <vt:lpwstr>0x01010096A13DF7FABB394BB45F994D8CCF3396</vt:lpwstr>
  </property>
</Properties>
</file>